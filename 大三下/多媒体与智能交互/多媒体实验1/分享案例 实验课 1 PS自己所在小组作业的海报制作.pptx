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69" r:id="rId2"/>
    <p:sldId id="256" r:id="rId3"/>
    <p:sldId id="258" r:id="rId4"/>
    <p:sldId id="257" r:id="rId5"/>
    <p:sldId id="259" r:id="rId6"/>
    <p:sldId id="266" r:id="rId7"/>
    <p:sldId id="261" r:id="rId8"/>
    <p:sldId id="262" r:id="rId9"/>
    <p:sldId id="263" r:id="rId10"/>
    <p:sldId id="265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8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8C7AA-6D18-421C-9631-C1DA57152D82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31E78-53E0-46E3-B98B-6C6F765E0B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91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69896-CA3B-578C-8379-8034FCC26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408AD9-F9EC-2F3C-C48B-F5B42AA60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3584EC-2D52-23C5-4D65-D79BA058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E2B2DF-A2C0-4920-40EA-32E93840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BE25A-0B7B-822F-8307-639DEA8A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7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7A09A-EC29-1AD3-D173-C76E99B8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A4701-F357-F3BE-D97A-97E05AE39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46390-01D4-9145-89D2-357FBE93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50F24-9BED-F423-97AC-CB496DF7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0C44E-9DFB-C972-A43F-21A62BA4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8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E2621-E641-9E6B-294E-101F894E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B7FD55-800D-DDD8-CD3B-28C6A2935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2051E-4C55-AFB3-52B9-A715E108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7E9027-21ED-BE10-C464-AC21E853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48F71B-1A22-69F0-195F-276D045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36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8424C-8150-DCFB-8A1A-994C06CE9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0AAF85-698A-564C-D3FB-6AB94CC7B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51612-F293-1632-A6DC-4027F5B97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1FB079-B37B-2BA2-6DCD-1BD063AE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CF4061-8648-D13D-FABD-6EC3A606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B9384A-250E-2CAA-07E1-76D11C6F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969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C09EE-51AE-9708-3602-5B1DB8E0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4DC104-FBDF-4F5A-3BC9-1F654F9D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031F9C-048E-9B33-890A-7A3AE3706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21DD1E-85C7-19B9-57C8-7F3B8D895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44A164-6BD6-59BF-7881-A59CEE0B4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5B3589-6152-8546-10C4-6EFFCF49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D30DC1-4364-63EC-98BF-1385C58B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37082B-0CA1-B282-61CD-41AAC5D0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6A8E5-48F2-92FE-8726-2C841A23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63F704-70C5-3D70-EB81-BA6430A1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27EE12-BAC2-6AA3-8370-299194AA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A52C8-8493-0F3D-BD0E-762880E7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13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B4CBB7-480E-D4AC-5C05-A0ED5DAAC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9598D-F398-6F71-107D-1ED59C27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6C26B-5495-E3D3-3BA2-36501F19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67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1D754-ABCE-4CDB-4B8C-CC617F12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E204D-104A-07C8-5E11-BE608A4BE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9044B6-86BD-8119-B223-22B98CC0F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16791-E90B-8880-46B4-AC70D533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8B6155-71BE-537B-E9E9-EEC0575D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D85A5E-1EAD-4F1F-5E38-37C0C05B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3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A6D8A-42A0-EF3F-C05B-36EA5997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579A1D-BBBE-5B85-0DC8-8ACEA46F4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D2D3BC-B04E-43CE-104F-205901F44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191F12-1E5E-C637-0978-B07BC04A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326E78-6B53-54BF-BE12-4C05DAD2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414FBF-2E01-E378-2248-7348B3A4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68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A4EB9-F0F7-FE20-8607-D454BACB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C668B9-43D7-17C9-2C45-C9017B73B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8AAA8-332E-194B-9330-44730E51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39F9E-82AA-953B-0AC4-5B91413F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FD7F2-FEF2-EC84-00A4-2F729D48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0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2CD2D9-78D0-7266-D5A1-0390815F6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827C05-11CA-B61C-EEFB-D235700FC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5A0B6-1DA1-FC0E-72B0-B88849EC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CF44A3-8BFF-49DE-48F6-3BF7ED90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9E5D-AB70-8873-3A18-8CF3A0BA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0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E3D1FA-555E-ED45-ECBA-BBBA5D22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5513F7-F824-8C02-7936-081B78E1F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5D3B2-A9B6-7275-9B1D-9FEF15F6E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87ABE-BCB8-4E28-AF1C-EA8B1DBBA716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6D0A2-1DB8-34E2-5E78-6373C1FC6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78A9CB-F6E5-E568-183F-CD805D773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40067-34B6-4C6D-915A-70351BEBE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9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A0C203A-9638-C881-7A54-5A438AE58ECA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90E7BF7-4A94-9F3C-88A6-79908002B0EC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16EE0FC-57E0-A497-9CFC-6C11EFADCEAA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5C21B92-3282-EA44-5E0D-73B913917FF8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2B6925A-8B89-FAE4-8195-1F1ACB4D1FCC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369AC0-6B2B-1204-BDB1-EC1F57DB9EAF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69715C2-1A52-3B40-8BB7-FD6CAB5E0412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C08C939-AC88-94B0-629B-5622674BB0DD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8F86BE4-17D0-581A-BDE0-FC640BCA560F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AA7437F-EDB2-8445-189A-C8904B0C1D09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F7CFE90-6F6E-B63C-82D1-B41606643504}"/>
              </a:ext>
            </a:extLst>
          </p:cNvPr>
          <p:cNvSpPr/>
          <p:nvPr/>
        </p:nvSpPr>
        <p:spPr>
          <a:xfrm>
            <a:off x="1845767" y="1723376"/>
            <a:ext cx="8664046" cy="33758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8313AE-962F-5B9E-762C-3E8687A5109D}"/>
              </a:ext>
            </a:extLst>
          </p:cNvPr>
          <p:cNvSpPr txBox="1"/>
          <p:nvPr/>
        </p:nvSpPr>
        <p:spPr>
          <a:xfrm>
            <a:off x="2250833" y="2078821"/>
            <a:ext cx="53298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多媒体与智能交互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1A947-EBE4-A901-0ED5-BEEF6F634149}"/>
              </a:ext>
            </a:extLst>
          </p:cNvPr>
          <p:cNvSpPr txBox="1"/>
          <p:nvPr/>
        </p:nvSpPr>
        <p:spPr>
          <a:xfrm>
            <a:off x="4324000" y="3068117"/>
            <a:ext cx="677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——PS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实验课分享</a:t>
            </a:r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海报设计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C4E8F2-4760-1435-CAE7-796274DFD525}"/>
              </a:ext>
            </a:extLst>
          </p:cNvPr>
          <p:cNvSpPr txBox="1"/>
          <p:nvPr/>
        </p:nvSpPr>
        <p:spPr>
          <a:xfrm>
            <a:off x="8462886" y="3791230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5">
                    <a:lumMod val="75000"/>
                  </a:schemeClr>
                </a:solidFill>
              </a:rPr>
              <a:t>计科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4</a:t>
            </a:r>
            <a:r>
              <a:rPr lang="zh-CN" altLang="en-US">
                <a:solidFill>
                  <a:schemeClr val="accent5">
                    <a:lumMod val="75000"/>
                  </a:schemeClr>
                </a:solidFill>
              </a:rPr>
              <a:t>班   晏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**</a:t>
            </a:r>
            <a:r>
              <a:rPr lang="zh-CN" altLang="en-US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8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B9C160-EDC8-158E-5FE6-9D309E6143D7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0AD4B71-8B1D-8E8E-ECDB-586F404090C7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7E5F57E-CFB1-86CD-D187-1049BD7EEC40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9942C5B-5FEB-C630-D567-672A7E627A68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BEDADE3-C147-9FA4-74ED-2619EF20B2AE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E5DF1C6-9BC3-8DE6-016B-C59043792843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5BA4425-3070-52C9-C0F2-00BD7602BA89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BEED1A2-AEA1-E3DF-EF72-930A7A7F0AC3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4CE83D0-4DA0-47C1-ACDF-24716C0D87B4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CB489C1-0929-17B1-2F9E-C0D6B3EB2230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8CFEB94-59AD-B0A4-D3A0-36183D4B47CC}"/>
              </a:ext>
            </a:extLst>
          </p:cNvPr>
          <p:cNvSpPr/>
          <p:nvPr/>
        </p:nvSpPr>
        <p:spPr>
          <a:xfrm>
            <a:off x="7471064" y="1280793"/>
            <a:ext cx="4062175" cy="225373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86DB71-CC7D-40A4-E2EB-B74C964C41DC}"/>
              </a:ext>
            </a:extLst>
          </p:cNvPr>
          <p:cNvSpPr txBox="1"/>
          <p:nvPr/>
        </p:nvSpPr>
        <p:spPr>
          <a:xfrm>
            <a:off x="313878" y="270163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新建文件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32D2BC-40F5-1FC0-BDC2-B01D445889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761" y="1268543"/>
            <a:ext cx="6569009" cy="432091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0CA92A7-29EC-A790-CEF7-50AF1CDD6338}"/>
              </a:ext>
            </a:extLst>
          </p:cNvPr>
          <p:cNvSpPr txBox="1"/>
          <p:nvPr/>
        </p:nvSpPr>
        <p:spPr>
          <a:xfrm>
            <a:off x="7705700" y="1464644"/>
            <a:ext cx="26468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accent1">
                    <a:lumMod val="50000"/>
                  </a:schemeClr>
                </a:solidFill>
              </a:rPr>
              <a:t>几个重要的参数：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1.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</a:rPr>
              <a:t>尺寸 单位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</a:rPr>
              <a:t>分辨率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</a:rPr>
              <a:t>，颜色模式</a:t>
            </a:r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50000"/>
                  </a:schemeClr>
                </a:solidFill>
              </a:rPr>
              <a:t>4.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</a:rPr>
              <a:t>背景内容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EAC8F29-7D03-A005-5036-716B19068E42}"/>
              </a:ext>
            </a:extLst>
          </p:cNvPr>
          <p:cNvSpPr/>
          <p:nvPr/>
        </p:nvSpPr>
        <p:spPr>
          <a:xfrm>
            <a:off x="7471063" y="3665254"/>
            <a:ext cx="4062175" cy="225373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FAFF7C-CF5E-2795-435D-04F053F5DF92}"/>
              </a:ext>
            </a:extLst>
          </p:cNvPr>
          <p:cNvSpPr txBox="1"/>
          <p:nvPr/>
        </p:nvSpPr>
        <p:spPr>
          <a:xfrm>
            <a:off x="7600791" y="3378945"/>
            <a:ext cx="370258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常见的线上海报的比例是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2:3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9:16</a:t>
            </a:r>
          </a:p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这里设置为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9:16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 具体尺寸是 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1080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*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1920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像素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分辨率为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72</a:t>
            </a:r>
          </a:p>
          <a:p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线上的图片的颜色模式选择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RGB</a:t>
            </a:r>
          </a:p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背景为透明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zh-CN" sz="2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3F4519-2D9B-44B5-F537-6865A9823F9D}"/>
              </a:ext>
            </a:extLst>
          </p:cNvPr>
          <p:cNvSpPr txBox="1"/>
          <p:nvPr/>
        </p:nvSpPr>
        <p:spPr>
          <a:xfrm>
            <a:off x="2615657" y="569675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PS</a:t>
            </a:r>
            <a:r>
              <a:rPr lang="zh-CN" altLang="en-US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CC 2020</a:t>
            </a:r>
            <a:endParaRPr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18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1BF9927-052A-8949-0185-B28BFD3639FC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361BDDC-6603-645C-3763-E747F04D0969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240FCF7-7C5B-71D0-7A77-9AB31B960133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DBAFC34-4FEB-5B14-0709-D73F24299F13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B20D9B3-29F9-9634-111D-E81A965A8E34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944678-E4E6-FBCF-A669-03FE0399274F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89AB92C-A59B-2498-BBC2-339C06F441B3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B75364B-4C36-5461-CDA2-AB0040499DF3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34185BC-BDA9-A452-5844-424889F55D71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43112EA-355A-35DC-4BDF-1EE5BB16DE33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19CFD655-3C72-1DE7-FF3B-1C8F592E7E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197" y="1198411"/>
            <a:ext cx="7946127" cy="426276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D70DFE7-B444-4317-F29A-CCE37AE97A81}"/>
              </a:ext>
            </a:extLst>
          </p:cNvPr>
          <p:cNvSpPr/>
          <p:nvPr/>
        </p:nvSpPr>
        <p:spPr>
          <a:xfrm>
            <a:off x="8718026" y="1220844"/>
            <a:ext cx="3057777" cy="42627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894640-061E-0D3E-39ED-BA83814E4951}"/>
              </a:ext>
            </a:extLst>
          </p:cNvPr>
          <p:cNvSpPr txBox="1"/>
          <p:nvPr/>
        </p:nvSpPr>
        <p:spPr>
          <a:xfrm>
            <a:off x="8818883" y="1624938"/>
            <a:ext cx="283147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 ：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打开文件，滤镜，窗口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工具：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拖动，画笔，油漆桶，选区</a:t>
            </a:r>
          </a:p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图层：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图层组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拖动图层调整位置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编辑图层样式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创建特殊图层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</a:t>
            </a:r>
            <a:endParaRPr lang="en-US" altLang="zh-CN" sz="20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609BB2-44C5-12E1-4BA5-E2381C21F0AB}"/>
              </a:ext>
            </a:extLst>
          </p:cNvPr>
          <p:cNvSpPr txBox="1"/>
          <p:nvPr/>
        </p:nvSpPr>
        <p:spPr>
          <a:xfrm>
            <a:off x="313878" y="270163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 PS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面板</a:t>
            </a:r>
          </a:p>
        </p:txBody>
      </p:sp>
    </p:spTree>
    <p:extLst>
      <p:ext uri="{BB962C8B-B14F-4D97-AF65-F5344CB8AC3E}">
        <p14:creationId xmlns:p14="http://schemas.microsoft.com/office/powerpoint/2010/main" val="2288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A59259-969D-CE16-4CA8-F4095566A446}"/>
              </a:ext>
            </a:extLst>
          </p:cNvPr>
          <p:cNvSpPr txBox="1"/>
          <p:nvPr/>
        </p:nvSpPr>
        <p:spPr>
          <a:xfrm>
            <a:off x="313878" y="954296"/>
            <a:ext cx="10071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3.1 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将素材拖进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ps</a:t>
            </a: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从文件夹中直接拖入，或者菜单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置入嵌入对象（版本不同可能叫法不一样，置入）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Tips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：调整大小快捷键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ctrl+T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，想要保持比例不变，根据版本的不同可能要求按住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shift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或者不按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shift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32D1EC1-2150-81F3-868C-D828E5FC2CAD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EEDD9D9-6C8F-FC97-D8CD-BE26250567BE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665FBBC-F504-A6BC-4813-E2CDA966D774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4F00455-0E68-48EF-3E2C-A00B15A620EE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20E78F8-16FB-B0DE-217F-54D363936133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754A09-A448-13FC-E672-B17D55BF30D5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A33F05E-970B-19A6-BD11-8AD1032A3788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5050044-6A6C-9240-F612-5BEDAAE0D179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3A5949D-279D-16D6-E83D-D3C9AD5FFDFA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9E1AEC3-95B9-09F1-1693-9615F0D91D8D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FA15A-ADED-5DA4-0BD2-99E746861B9E}"/>
              </a:ext>
            </a:extLst>
          </p:cNvPr>
          <p:cNvSpPr txBox="1"/>
          <p:nvPr/>
        </p:nvSpPr>
        <p:spPr>
          <a:xfrm>
            <a:off x="313878" y="270163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开始创作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71DEC5-6AB1-55AD-53C2-C87548C9551E}"/>
              </a:ext>
            </a:extLst>
          </p:cNvPr>
          <p:cNvSpPr txBox="1"/>
          <p:nvPr/>
        </p:nvSpPr>
        <p:spPr>
          <a:xfrm>
            <a:off x="313877" y="2109207"/>
            <a:ext cx="10071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3.2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调整大致位置，排版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按照自己想要的排版，排列素材，注意素材的图层位置，这一步只是大致确定，之后慢慢调整</a:t>
            </a:r>
          </a:p>
          <a:p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F1F992B-F173-7E19-B2B7-F1EEAEB601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7626" y="2890770"/>
            <a:ext cx="2413138" cy="388974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24CC922-D501-9E89-B30D-10A32E961E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8180" y="2890771"/>
            <a:ext cx="2125948" cy="3889748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2E2B8A48-0369-6986-89FF-8E90BC94BD2D}"/>
              </a:ext>
            </a:extLst>
          </p:cNvPr>
          <p:cNvSpPr/>
          <p:nvPr/>
        </p:nvSpPr>
        <p:spPr>
          <a:xfrm>
            <a:off x="5474825" y="4490977"/>
            <a:ext cx="497712" cy="335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8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961643-2AE6-B02B-E16C-B4DF6DCB1F88}"/>
              </a:ext>
            </a:extLst>
          </p:cNvPr>
          <p:cNvSpPr txBox="1"/>
          <p:nvPr/>
        </p:nvSpPr>
        <p:spPr>
          <a:xfrm>
            <a:off x="198232" y="236667"/>
            <a:ext cx="3273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操作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：剪裁图像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12F806-DDAD-387A-FAD4-537A5D0DED9D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6DC309D-62CB-77E9-72D3-0C3081DAC69D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9C0F69D-E994-F8F1-6265-522463342CC4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05EF6FD-EC82-4C41-68AF-AFA521BBD4DD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2688B55-0BA6-5883-3B66-A2F83AC3D486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8B2F681-E842-2C69-DE88-FB581EB8D65A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5417DDE-8B70-9261-9A87-FFED01E3887E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4AC4DD0-7977-3D0F-6EC8-20B9D2800E6B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71E07EE-663C-02BF-FC00-1C7217E84818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039CB2C-38C1-D10B-9361-0E2DDEAD983C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1ED2D90-2B12-82E4-5A59-0C001DDADC8E}"/>
              </a:ext>
            </a:extLst>
          </p:cNvPr>
          <p:cNvSpPr txBox="1"/>
          <p:nvPr/>
        </p:nvSpPr>
        <p:spPr>
          <a:xfrm>
            <a:off x="198232" y="826257"/>
            <a:ext cx="3449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1.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直接剪裁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使用图层蒙版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8FBE86B-A84B-EFBD-0B27-4FEC817B14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579" y="1542137"/>
            <a:ext cx="1764471" cy="507919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00ACE9A-F485-9E6E-6B1D-9E15346DE88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1866" y="2495384"/>
            <a:ext cx="2095682" cy="373412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3EA877A1-6835-A61C-6C96-5AA5125839C9}"/>
              </a:ext>
            </a:extLst>
          </p:cNvPr>
          <p:cNvSpPr/>
          <p:nvPr/>
        </p:nvSpPr>
        <p:spPr>
          <a:xfrm>
            <a:off x="2490871" y="2639028"/>
            <a:ext cx="333352" cy="861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6C181012-DE36-27C6-08B7-6E73FFD080CB}"/>
              </a:ext>
            </a:extLst>
          </p:cNvPr>
          <p:cNvSpPr/>
          <p:nvPr/>
        </p:nvSpPr>
        <p:spPr>
          <a:xfrm>
            <a:off x="8835674" y="2725152"/>
            <a:ext cx="333352" cy="861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45A99A4-69C7-FB43-58DB-78AB03CC91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176" y="1542137"/>
            <a:ext cx="2613887" cy="422946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11F9296-2962-647E-7E3E-2E00E8B0F5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7030" y="1534516"/>
            <a:ext cx="2476715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5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DDBA8EA-7A51-FD7A-5D40-35E2F2BA7F5A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F9373AD7-8F25-6E91-FA0F-444551C54110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D23C6BF-BBD0-03D8-7C73-64E7516F462C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34E9D26-6134-E6FA-3122-C8BC17843398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B72B895-9277-1836-55F6-5DA0E3F2288A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1330E32-14E8-7961-8436-1A1F9ADDD6BE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C0B0DA2-0640-7631-B67E-A40DDDE415AA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65EBB86-043A-15CF-4C20-6DB0FC958209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BF0BBB7-B09B-4C13-13FC-9E76C46D3B81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42929E9-BF08-F232-EDB6-31BFF84D06F7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10763ABE-E233-C09F-B345-40DDB87ADB75}"/>
              </a:ext>
            </a:extLst>
          </p:cNvPr>
          <p:cNvSpPr txBox="1"/>
          <p:nvPr/>
        </p:nvSpPr>
        <p:spPr>
          <a:xfrm>
            <a:off x="198232" y="236667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操作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：使用调整图层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EF37EF-0A9C-5062-4C08-54D6DF1B6046}"/>
              </a:ext>
            </a:extLst>
          </p:cNvPr>
          <p:cNvSpPr txBox="1"/>
          <p:nvPr/>
        </p:nvSpPr>
        <p:spPr>
          <a:xfrm>
            <a:off x="198232" y="826257"/>
            <a:ext cx="344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用来调整 色调，明暗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（一般来讲是多多尝试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3A371F-BF9F-3E3E-7EBB-0CA9841021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306" y="1534090"/>
            <a:ext cx="1677166" cy="500487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99F1932-DFCD-8039-E206-C5622104E72E}"/>
              </a:ext>
            </a:extLst>
          </p:cNvPr>
          <p:cNvSpPr/>
          <p:nvPr/>
        </p:nvSpPr>
        <p:spPr>
          <a:xfrm>
            <a:off x="4284607" y="1447974"/>
            <a:ext cx="6728795" cy="42627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0C6A6F-8BCC-C07F-420A-54053A7FCDDF}"/>
              </a:ext>
            </a:extLst>
          </p:cNvPr>
          <p:cNvSpPr txBox="1"/>
          <p:nvPr/>
        </p:nvSpPr>
        <p:spPr>
          <a:xfrm>
            <a:off x="4497958" y="1910188"/>
            <a:ext cx="5681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我想实现黑白的效果，除了利用滤镜里的黑白之外，还可以使用调整图层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BDBF78-3108-0F6D-C473-F8A3EFE96A86}"/>
              </a:ext>
            </a:extLst>
          </p:cNvPr>
          <p:cNvSpPr txBox="1"/>
          <p:nvPr/>
        </p:nvSpPr>
        <p:spPr>
          <a:xfrm>
            <a:off x="4497957" y="2725152"/>
            <a:ext cx="5681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有很多种调整图层，比较常用的是，曲线，亮度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对比度、色相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饱和度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8AD3D8F-737E-560F-E3EA-4EF9152920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1533" y="2993483"/>
            <a:ext cx="1219306" cy="343691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12B3810-1735-E4F0-BF05-F7924F918CA5}"/>
              </a:ext>
            </a:extLst>
          </p:cNvPr>
          <p:cNvSpPr txBox="1"/>
          <p:nvPr/>
        </p:nvSpPr>
        <p:spPr>
          <a:xfrm>
            <a:off x="4497956" y="3580119"/>
            <a:ext cx="568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为了实现黑白的效果，这个选择黑白调整图层</a:t>
            </a:r>
          </a:p>
        </p:txBody>
      </p:sp>
    </p:spTree>
    <p:extLst>
      <p:ext uri="{BB962C8B-B14F-4D97-AF65-F5344CB8AC3E}">
        <p14:creationId xmlns:p14="http://schemas.microsoft.com/office/powerpoint/2010/main" val="214861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CC6AEC0-8684-7654-A5A1-B84719E52BB0}"/>
              </a:ext>
            </a:extLst>
          </p:cNvPr>
          <p:cNvSpPr/>
          <p:nvPr/>
        </p:nvSpPr>
        <p:spPr>
          <a:xfrm>
            <a:off x="2758355" y="300322"/>
            <a:ext cx="7853425" cy="227731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5C10255-9545-CC05-6F44-E443BED615D4}"/>
              </a:ext>
            </a:extLst>
          </p:cNvPr>
          <p:cNvSpPr/>
          <p:nvPr/>
        </p:nvSpPr>
        <p:spPr>
          <a:xfrm>
            <a:off x="5499639" y="3428999"/>
            <a:ext cx="5112141" cy="227731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033EFF4-DADE-813E-D269-2D4B50347706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9FC266A-5556-3226-5912-6E557891665A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ADA466D-4991-AD73-A7D2-4E7C784D9DD0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FE1D09A-105F-DDF3-AA43-C5CAFC75932E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6F9F126-CD6E-62EC-3DF5-7284FF091BA2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5D806A4-77C7-2239-D4A1-AA09067BF6E3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46A2912-C07F-8164-D679-4B7CC2A70031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E00D4EF-238D-1CB4-7871-D11A65AF6C61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AEE6A27-5A70-6EFB-DAA9-74D06ADAF623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046FDCA-E72A-6FA2-A170-0AF561754DFB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A587E89-A158-B1DE-F42B-F890584928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454" y="408791"/>
            <a:ext cx="2016507" cy="58047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89DC366-FD9A-CA9F-6B6C-B16B0D61B27B}"/>
              </a:ext>
            </a:extLst>
          </p:cNvPr>
          <p:cNvSpPr txBox="1"/>
          <p:nvPr/>
        </p:nvSpPr>
        <p:spPr>
          <a:xfrm>
            <a:off x="2779831" y="464044"/>
            <a:ext cx="7340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比如此时我希望我的手和我的梳子亮一点，突出一点，让白衬衫暗一点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就可以调整这些参数，因为手和梳子红色成分比较多，提亮红色，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白色不知道怎么变暗，每个参数都动一动看效果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98383-B71A-8B49-1590-E58E0052BE7B}"/>
              </a:ext>
            </a:extLst>
          </p:cNvPr>
          <p:cNvSpPr txBox="1"/>
          <p:nvPr/>
        </p:nvSpPr>
        <p:spPr>
          <a:xfrm>
            <a:off x="2825766" y="1746385"/>
            <a:ext cx="75713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最后有可能导致整幅图片对比度不够强，阴影不够深，调整亮度和对比度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（也可以使用曲线，比较高级，效果比较多）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明度曲线简介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58F186-8AF5-B0B2-35CB-484B6AD431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0587" y="3064394"/>
            <a:ext cx="2392887" cy="3154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6F8B717-6E90-75F4-64F1-CBD3B4A08543}"/>
              </a:ext>
            </a:extLst>
          </p:cNvPr>
          <p:cNvSpPr txBox="1"/>
          <p:nvPr/>
        </p:nvSpPr>
        <p:spPr>
          <a:xfrm>
            <a:off x="5579633" y="3915784"/>
            <a:ext cx="5032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选择吸管工具，按住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ctrl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键，点击图像，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在本图像的明暗分布的曲线上会出现一个点，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代表选择的点的明暗度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调整该点，图像中的所有与它相等的点都会变化</a:t>
            </a:r>
          </a:p>
        </p:txBody>
      </p:sp>
    </p:spTree>
    <p:extLst>
      <p:ext uri="{BB962C8B-B14F-4D97-AF65-F5344CB8AC3E}">
        <p14:creationId xmlns:p14="http://schemas.microsoft.com/office/powerpoint/2010/main" val="97470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D072890-4F98-7CBC-4F69-3FDCFCF53CB5}"/>
              </a:ext>
            </a:extLst>
          </p:cNvPr>
          <p:cNvSpPr/>
          <p:nvPr/>
        </p:nvSpPr>
        <p:spPr>
          <a:xfrm>
            <a:off x="8072637" y="1241418"/>
            <a:ext cx="3441488" cy="46775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75E699-0480-113D-8D82-D808B361B0AB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CF921B3-B0E6-8F49-2E8E-C5054B0BF1AD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854A6E7-BE6D-561D-A412-7D8F28475D4A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A02D593-0C00-B589-0019-DA993897C005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023D179-F5E1-A1EB-7D37-AF75558C0EB1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173BD6B-9E3C-95C3-446C-6CCF46B1EE11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6EB1DCB-3B84-7447-3C6F-D33DB2934F1E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963838F-973E-872A-2C66-4B86EC59BBE8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5C8C1AE-D2B9-3390-F57F-D74DC1B2F32D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031368D-B12E-61AB-919F-A7E2AF05D1F6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DE2CB99-C1F0-8100-C1BA-422AF4539A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211" y="1020627"/>
            <a:ext cx="7582557" cy="50906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A66079E-7D05-2720-39D1-625E4E092740}"/>
              </a:ext>
            </a:extLst>
          </p:cNvPr>
          <p:cNvSpPr txBox="1"/>
          <p:nvPr/>
        </p:nvSpPr>
        <p:spPr>
          <a:xfrm>
            <a:off x="8201945" y="3113969"/>
            <a:ext cx="3312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因为觉得下面的图片还不够暗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所以设置该图层的混合模式，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添加内阴影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这些混合选项都是可以按字面意思理解的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参数可以多尝试调整，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最终得到想要的效果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199C5E-173B-1AA3-BAB1-AAE9BB3ACE1F}"/>
              </a:ext>
            </a:extLst>
          </p:cNvPr>
          <p:cNvSpPr txBox="1"/>
          <p:nvPr/>
        </p:nvSpPr>
        <p:spPr>
          <a:xfrm>
            <a:off x="198232" y="236667"/>
            <a:ext cx="41120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操作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：图层混合模式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91BF8A-1107-919A-37AF-6F04A8863D58}"/>
              </a:ext>
            </a:extLst>
          </p:cNvPr>
          <p:cNvSpPr txBox="1"/>
          <p:nvPr/>
        </p:nvSpPr>
        <p:spPr>
          <a:xfrm>
            <a:off x="8176497" y="1567242"/>
            <a:ext cx="3312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在图层的图像范围内，设置图层混合模式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这些操作都很常用（斜面和浮雕用到稍微少一些）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C761C1D-1B1C-AB23-BEC7-6576FF400C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6582" y="1316114"/>
            <a:ext cx="2651990" cy="460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5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36C16DF-D346-A651-36EE-A9E0E305C1B8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F379328-F741-79D9-9017-1F997C4CDA4F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98C1E4F-5B86-CBF6-82B7-D4528B4275F1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66F52FB-6881-90AA-85A8-EF9DCF86AD98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971CE23-B783-3B07-80B4-14AEE7BC01EC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065919D-B6E4-8A99-9058-3674EF92DF37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427BE3E-E863-2D5E-C453-EABD7B8662AA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D41824E-B12D-B2E8-B53C-903EF40F0135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26CFB9A-8333-F03B-07C3-D17CCB03CF30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268207D-209F-5E15-85CC-5ABA945EBC5A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C227F66-B243-DCBE-20E6-33265C97CC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895" y="1132163"/>
            <a:ext cx="327688" cy="25910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EFA6A6C-4D08-8790-2FB2-4E6F645CFFE4}"/>
              </a:ext>
            </a:extLst>
          </p:cNvPr>
          <p:cNvSpPr txBox="1"/>
          <p:nvPr/>
        </p:nvSpPr>
        <p:spPr>
          <a:xfrm>
            <a:off x="907884" y="1077048"/>
            <a:ext cx="536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选择字体工具，点击工作区的任意位置，输入文字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6EDEFC-7D16-2F05-B1E1-159583987A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275" y="2259550"/>
            <a:ext cx="11187953" cy="4713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977673-CD36-D542-54D3-0AE73F00436C}"/>
              </a:ext>
            </a:extLst>
          </p:cNvPr>
          <p:cNvSpPr txBox="1"/>
          <p:nvPr/>
        </p:nvSpPr>
        <p:spPr>
          <a:xfrm>
            <a:off x="383354" y="15791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字体排列方向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B16E66-91B1-AB52-9154-D539B4E56BB1}"/>
              </a:ext>
            </a:extLst>
          </p:cNvPr>
          <p:cNvSpPr txBox="1"/>
          <p:nvPr/>
        </p:nvSpPr>
        <p:spPr>
          <a:xfrm>
            <a:off x="1252808" y="30049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字体种类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B01CBA-B864-3D81-F7AA-729F4DDAD911}"/>
              </a:ext>
            </a:extLst>
          </p:cNvPr>
          <p:cNvSpPr txBox="1"/>
          <p:nvPr/>
        </p:nvSpPr>
        <p:spPr>
          <a:xfrm>
            <a:off x="3506993" y="16161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字体大小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1FEAB0-A165-E778-637C-64184CB76ADB}"/>
              </a:ext>
            </a:extLst>
          </p:cNvPr>
          <p:cNvSpPr txBox="1"/>
          <p:nvPr/>
        </p:nvSpPr>
        <p:spPr>
          <a:xfrm>
            <a:off x="4614989" y="30049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字体风格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B671D7-54C0-64B6-4EC8-7CB525C63EAC}"/>
              </a:ext>
            </a:extLst>
          </p:cNvPr>
          <p:cNvSpPr txBox="1"/>
          <p:nvPr/>
        </p:nvSpPr>
        <p:spPr>
          <a:xfrm>
            <a:off x="5833549" y="16161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字体颜色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5807D6-44DB-0561-0A28-CFD4D8FF7E7B}"/>
              </a:ext>
            </a:extLst>
          </p:cNvPr>
          <p:cNvSpPr txBox="1"/>
          <p:nvPr/>
        </p:nvSpPr>
        <p:spPr>
          <a:xfrm>
            <a:off x="6680500" y="301030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字体扭曲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1D4D33C-2659-23A4-196E-E40D2D165D51}"/>
              </a:ext>
            </a:extLst>
          </p:cNvPr>
          <p:cNvCxnSpPr/>
          <p:nvPr/>
        </p:nvCxnSpPr>
        <p:spPr>
          <a:xfrm flipV="1">
            <a:off x="1157468" y="1924475"/>
            <a:ext cx="0" cy="22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A21234-4185-9131-7A21-FA8A931D3700}"/>
              </a:ext>
            </a:extLst>
          </p:cNvPr>
          <p:cNvCxnSpPr>
            <a:endCxn id="9" idx="0"/>
          </p:cNvCxnSpPr>
          <p:nvPr/>
        </p:nvCxnSpPr>
        <p:spPr>
          <a:xfrm>
            <a:off x="1806806" y="2604304"/>
            <a:ext cx="0" cy="400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1A93725-E810-70CD-3D0D-795FE6B1225C}"/>
              </a:ext>
            </a:extLst>
          </p:cNvPr>
          <p:cNvCxnSpPr>
            <a:endCxn id="10" idx="2"/>
          </p:cNvCxnSpPr>
          <p:nvPr/>
        </p:nvCxnSpPr>
        <p:spPr>
          <a:xfrm flipH="1" flipV="1">
            <a:off x="4060991" y="1985469"/>
            <a:ext cx="1723" cy="387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D04766F-AB03-1A14-456F-CDE6637BE013}"/>
              </a:ext>
            </a:extLst>
          </p:cNvPr>
          <p:cNvCxnSpPr/>
          <p:nvPr/>
        </p:nvCxnSpPr>
        <p:spPr>
          <a:xfrm>
            <a:off x="5104435" y="2604304"/>
            <a:ext cx="0" cy="497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C6845BE-F3C6-E4BE-34B8-0B17D6015DDF}"/>
              </a:ext>
            </a:extLst>
          </p:cNvPr>
          <p:cNvCxnSpPr/>
          <p:nvPr/>
        </p:nvCxnSpPr>
        <p:spPr>
          <a:xfrm flipV="1">
            <a:off x="6180881" y="1938596"/>
            <a:ext cx="0" cy="214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AD059C5-F68A-1876-6390-7751446E6C40}"/>
              </a:ext>
            </a:extLst>
          </p:cNvPr>
          <p:cNvCxnSpPr/>
          <p:nvPr/>
        </p:nvCxnSpPr>
        <p:spPr>
          <a:xfrm>
            <a:off x="6562846" y="2604304"/>
            <a:ext cx="509286" cy="400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F67233F-B79B-4A75-D76F-165AF26FB9B7}"/>
              </a:ext>
            </a:extLst>
          </p:cNvPr>
          <p:cNvSpPr/>
          <p:nvPr/>
        </p:nvSpPr>
        <p:spPr>
          <a:xfrm>
            <a:off x="3138577" y="3981692"/>
            <a:ext cx="7949970" cy="166503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EC32AE1-3605-750C-F447-12ABFC52203E}"/>
              </a:ext>
            </a:extLst>
          </p:cNvPr>
          <p:cNvSpPr txBox="1"/>
          <p:nvPr/>
        </p:nvSpPr>
        <p:spPr>
          <a:xfrm>
            <a:off x="3250665" y="4214044"/>
            <a:ext cx="7571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从网络上下载艺术字体，或者用在线字体生成想要的标题字体风格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这些都可以通过字体工具再次选中调整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（如果需要付费下载的话可以使用一些小技巧）本次用的是白舟系列的毛笔字和方正姚体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64050B7-A5DC-3828-5C9B-5A6EA826FE70}"/>
              </a:ext>
            </a:extLst>
          </p:cNvPr>
          <p:cNvSpPr txBox="1"/>
          <p:nvPr/>
        </p:nvSpPr>
        <p:spPr>
          <a:xfrm>
            <a:off x="313878" y="270163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</a:p>
        </p:txBody>
      </p:sp>
    </p:spTree>
    <p:extLst>
      <p:ext uri="{BB962C8B-B14F-4D97-AF65-F5344CB8AC3E}">
        <p14:creationId xmlns:p14="http://schemas.microsoft.com/office/powerpoint/2010/main" val="3368968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4A9727E-36DB-F266-CA7F-938911880A3A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63B1176-0B61-080D-2778-E5F1EEBF6E00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7D6932C-15E5-F7AC-F1E6-69ABDEC0315C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1B90BAC-B9E7-885F-716E-B9ADC53A14EE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35527CB-00E1-6E76-0788-B052E31569C6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81FE1C-0AB9-15D6-61B1-2871D5480C10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EFB9030-0317-C741-0666-F1A6F8911CD9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A31435F-5213-FD71-2CD7-BCD1375C7B6F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8785914-465E-542C-2C57-E23D75D79E1B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32C262C-312A-A9D5-9AEC-C2909B88274D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CB93EBDB-54A0-C6D5-0338-DE15B1CC0B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872" y="1369459"/>
            <a:ext cx="2606266" cy="453429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F73FB40-77C1-990A-C15F-0026DB756E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0834" y="1369459"/>
            <a:ext cx="2629128" cy="4549534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5FB318DA-FC1F-6787-C013-50478B8BBEB2}"/>
              </a:ext>
            </a:extLst>
          </p:cNvPr>
          <p:cNvSpPr/>
          <p:nvPr/>
        </p:nvSpPr>
        <p:spPr>
          <a:xfrm>
            <a:off x="5486400" y="3264119"/>
            <a:ext cx="609600" cy="358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8E534E-593C-BD23-9AFB-27CA90EC4B5F}"/>
              </a:ext>
            </a:extLst>
          </p:cNvPr>
          <p:cNvSpPr txBox="1"/>
          <p:nvPr/>
        </p:nvSpPr>
        <p:spPr>
          <a:xfrm>
            <a:off x="358532" y="439111"/>
            <a:ext cx="3926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通过什么操作可以实现从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到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呢？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 蒙版和混合模式</a:t>
            </a:r>
          </a:p>
        </p:txBody>
      </p:sp>
    </p:spTree>
    <p:extLst>
      <p:ext uri="{BB962C8B-B14F-4D97-AF65-F5344CB8AC3E}">
        <p14:creationId xmlns:p14="http://schemas.microsoft.com/office/powerpoint/2010/main" val="118411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CC0E34-6396-678D-A116-424FA3332925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4305684-73C3-2C73-A825-A435B846D4C2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338C757-8D5C-52E5-5C56-A4AEBBFA4F89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CACA81A-B3F4-A240-6AEB-43C40DA96AF5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FF23A1-29A6-E98A-4426-246D95C8905B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520C460-07CC-69A5-D5E1-A2CC18E28F38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5776A63-09E9-2D67-0693-98E79AB88755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5B48519-227C-3122-276C-D6B6D26D1342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1C0B37A-FA87-D733-92B5-E00962B99100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D55DC58-E652-B909-981E-59680C07DF2C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F1CBEE6-E621-5F9B-2B81-BFDD43A382D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869" y="676905"/>
            <a:ext cx="5159187" cy="51744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CAFDE1-416C-71A7-0186-BE33AAF0A1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4026" y="705557"/>
            <a:ext cx="2644369" cy="31625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B052C6-BC2A-41F0-E8B4-77A9A3C9B1E4}"/>
              </a:ext>
            </a:extLst>
          </p:cNvPr>
          <p:cNvSpPr txBox="1"/>
          <p:nvPr/>
        </p:nvSpPr>
        <p:spPr>
          <a:xfrm>
            <a:off x="8920135" y="950893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选择笔刷，柔边笔刷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营造渐隐的效果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再利用蒙版工具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FBB802-0562-DFD1-869E-FDA0DE8B3164}"/>
              </a:ext>
            </a:extLst>
          </p:cNvPr>
          <p:cNvSpPr txBox="1"/>
          <p:nvPr/>
        </p:nvSpPr>
        <p:spPr>
          <a:xfrm>
            <a:off x="8920135" y="2091558"/>
            <a:ext cx="3190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小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Tips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：图层样式也可以复制</a:t>
            </a:r>
          </a:p>
        </p:txBody>
      </p:sp>
    </p:spTree>
    <p:extLst>
      <p:ext uri="{BB962C8B-B14F-4D97-AF65-F5344CB8AC3E}">
        <p14:creationId xmlns:p14="http://schemas.microsoft.com/office/powerpoint/2010/main" val="3802102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467F08-51BA-1344-105E-563CEA4B6967}"/>
              </a:ext>
            </a:extLst>
          </p:cNvPr>
          <p:cNvSpPr/>
          <p:nvPr/>
        </p:nvSpPr>
        <p:spPr>
          <a:xfrm>
            <a:off x="4344171" y="1635203"/>
            <a:ext cx="3319038" cy="166503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2000"/>
                </a:schemeClr>
              </a:gs>
              <a:gs pos="50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C593B33-ED31-DE57-782A-4692FC5CE9AE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91D54996-7045-33B5-EEC4-7C4D6113A8BB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52C5959-1595-1B59-696E-5EB118933A37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5AAEC6F-AC9B-29BC-DB14-358D029501E9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6F5CA1-A300-EA03-5D72-8A34033DF00F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9C0AB4-C21B-5C1C-9423-79BA1EE5B8EF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36C378C-C347-0AAE-A0AA-B9B4A23AED3C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8FE971-9721-4B17-7FC9-C8BE5E98C6EE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F0C492D-D5D0-81FB-23F8-516AB40569D2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312E5BD-0828-B090-ED22-8724F49AD1F2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AEB85398-48E0-06A9-47FA-7D725FB7D2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18" y="1673816"/>
            <a:ext cx="2606266" cy="451143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32DA1B0-0115-EA5C-A59B-A6F32EB27828}"/>
              </a:ext>
            </a:extLst>
          </p:cNvPr>
          <p:cNvSpPr txBox="1"/>
          <p:nvPr/>
        </p:nvSpPr>
        <p:spPr>
          <a:xfrm>
            <a:off x="425502" y="1036178"/>
            <a:ext cx="640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重复上面的一些基础操作，增加排版，可以得到下面的图片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BC51F0-A20C-F339-A283-AB38E3518E4E}"/>
              </a:ext>
            </a:extLst>
          </p:cNvPr>
          <p:cNvSpPr txBox="1"/>
          <p:nvPr/>
        </p:nvSpPr>
        <p:spPr>
          <a:xfrm>
            <a:off x="425502" y="33410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操作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：剪切图层蒙版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E2B4B4E8-AE75-68D0-ED37-3D051ED53C75}"/>
              </a:ext>
            </a:extLst>
          </p:cNvPr>
          <p:cNvSpPr/>
          <p:nvPr/>
        </p:nvSpPr>
        <p:spPr>
          <a:xfrm>
            <a:off x="3907878" y="4411382"/>
            <a:ext cx="75801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D9E4593-B809-AF05-93FB-FCDF5FB5F4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7040" y="3536776"/>
            <a:ext cx="1996613" cy="2118544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685C36AA-5C0E-E66A-1452-3FE9DEA2B9CD}"/>
              </a:ext>
            </a:extLst>
          </p:cNvPr>
          <p:cNvSpPr/>
          <p:nvPr/>
        </p:nvSpPr>
        <p:spPr>
          <a:xfrm>
            <a:off x="7240487" y="4431095"/>
            <a:ext cx="75801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9626606-EFE9-FFDC-26E5-1892AF686F9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3797" y="1635205"/>
            <a:ext cx="2606266" cy="453626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82CE777-B447-A0D9-AE8A-80236EB3D5D2}"/>
              </a:ext>
            </a:extLst>
          </p:cNvPr>
          <p:cNvSpPr txBox="1"/>
          <p:nvPr/>
        </p:nvSpPr>
        <p:spPr>
          <a:xfrm>
            <a:off x="4455323" y="1735169"/>
            <a:ext cx="3185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为了给英文加入一些阴影，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图层混合模式不能很好的完成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在英文文字上新建一个图层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创建剪切蒙版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9F45379-6E80-27F1-884A-A6D12FF67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462" y="5995839"/>
            <a:ext cx="3078747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A0CB121-333A-2DF8-EE83-CEA57C2B4858}"/>
              </a:ext>
            </a:extLst>
          </p:cNvPr>
          <p:cNvGrpSpPr/>
          <p:nvPr/>
        </p:nvGrpSpPr>
        <p:grpSpPr>
          <a:xfrm>
            <a:off x="-599530" y="3264119"/>
            <a:ext cx="5458851" cy="4809568"/>
            <a:chOff x="-599530" y="3264119"/>
            <a:chExt cx="5458851" cy="4809568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C5BE396B-8FB1-1C1A-A513-2E1530AEA842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0B5211F-BACB-596A-45B1-B068BE80DC8F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347DF3A-590F-BB93-A650-7173843B4776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2C2D8A8-C1ED-0E55-22EC-210622EFC4E3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903A63E-1D49-0BFD-310D-E0E524A99DEA}"/>
              </a:ext>
            </a:extLst>
          </p:cNvPr>
          <p:cNvGrpSpPr/>
          <p:nvPr/>
        </p:nvGrpSpPr>
        <p:grpSpPr>
          <a:xfrm rot="15599582" flipH="1">
            <a:off x="8252797" y="-1719738"/>
            <a:ext cx="5609433" cy="4809568"/>
            <a:chOff x="-599530" y="3264119"/>
            <a:chExt cx="5458851" cy="480956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B63FBB8-B163-4E6D-2327-87EEA214BCB5}"/>
                </a:ext>
              </a:extLst>
            </p:cNvPr>
            <p:cNvSpPr/>
            <p:nvPr/>
          </p:nvSpPr>
          <p:spPr>
            <a:xfrm>
              <a:off x="-356237" y="4687674"/>
              <a:ext cx="2847109" cy="2847109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CD3B7C1-FC2E-EADD-9948-F36DC30C8475}"/>
                </a:ext>
              </a:extLst>
            </p:cNvPr>
            <p:cNvSpPr/>
            <p:nvPr/>
          </p:nvSpPr>
          <p:spPr>
            <a:xfrm>
              <a:off x="-599530" y="3264119"/>
              <a:ext cx="1423555" cy="1423555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03CE72D-A38D-E659-9468-A23A94D0F9EA}"/>
                </a:ext>
              </a:extLst>
            </p:cNvPr>
            <p:cNvSpPr/>
            <p:nvPr/>
          </p:nvSpPr>
          <p:spPr>
            <a:xfrm>
              <a:off x="1540505" y="6172954"/>
              <a:ext cx="1900733" cy="1900733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83000"/>
                  </a:schemeClr>
                </a:gs>
                <a:gs pos="71000">
                  <a:srgbClr val="F2E8DC">
                    <a:alpha val="64000"/>
                  </a:srgbClr>
                </a:gs>
                <a:gs pos="100000">
                  <a:schemeClr val="accent1">
                    <a:tint val="23500"/>
                    <a:satMod val="160000"/>
                    <a:alpha val="4000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B2B5354-5B8D-25BD-9DD9-07EF0BAA53E9}"/>
                </a:ext>
              </a:extLst>
            </p:cNvPr>
            <p:cNvSpPr/>
            <p:nvPr/>
          </p:nvSpPr>
          <p:spPr>
            <a:xfrm>
              <a:off x="4284607" y="5918993"/>
              <a:ext cx="574714" cy="55764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47000"/>
                  </a:schemeClr>
                </a:gs>
                <a:gs pos="71000">
                  <a:srgbClr val="F2E8DC">
                    <a:alpha val="52000"/>
                  </a:srgb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1B200B1-682F-FB52-115D-9DBEE9283D76}"/>
              </a:ext>
            </a:extLst>
          </p:cNvPr>
          <p:cNvSpPr txBox="1"/>
          <p:nvPr/>
        </p:nvSpPr>
        <p:spPr>
          <a:xfrm>
            <a:off x="425502" y="334108"/>
            <a:ext cx="4368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操作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：选区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+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图层模式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2E387D-CD37-BE20-2D32-E7ADBB1CC469}"/>
              </a:ext>
            </a:extLst>
          </p:cNvPr>
          <p:cNvSpPr txBox="1"/>
          <p:nvPr/>
        </p:nvSpPr>
        <p:spPr>
          <a:xfrm>
            <a:off x="425502" y="918059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后面的画面有点平，可以加入一些亮点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把伞变成红色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梳子也变成红色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323B457-DC1D-BB5B-20D8-65AA05F868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199" y="2126921"/>
            <a:ext cx="304826" cy="2667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EAA1FD5-F92A-1475-64B4-46A7EE8F8F88}"/>
              </a:ext>
            </a:extLst>
          </p:cNvPr>
          <p:cNvSpPr txBox="1"/>
          <p:nvPr/>
        </p:nvSpPr>
        <p:spPr>
          <a:xfrm>
            <a:off x="1067317" y="208651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首先使用魔棒工具，把想要变色的部分圈起来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6ACBDF6-0091-6553-5E27-E91650B3EE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199" y="2711864"/>
            <a:ext cx="320068" cy="25148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9EBF429-9EFB-13C4-B374-A6105DF363B4}"/>
              </a:ext>
            </a:extLst>
          </p:cNvPr>
          <p:cNvSpPr txBox="1"/>
          <p:nvPr/>
        </p:nvSpPr>
        <p:spPr>
          <a:xfrm>
            <a:off x="1067317" y="265293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再用油漆桶，填一个颜色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8B9EF24-407D-BFC3-7FF0-C4069E8DC4A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29" y="3312145"/>
            <a:ext cx="2240474" cy="275105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31AB8DF-D5AF-147F-4004-1850DBE380A8}"/>
              </a:ext>
            </a:extLst>
          </p:cNvPr>
          <p:cNvSpPr txBox="1"/>
          <p:nvPr/>
        </p:nvSpPr>
        <p:spPr>
          <a:xfrm>
            <a:off x="3129541" y="3367717"/>
            <a:ext cx="4289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再修改图层模式，这里选择划分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有很多种模式可以选择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用键盘上的上下键可以快速预览不同模式的效果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选择一个想要的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F53E978-167A-B73F-0338-961529776EB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3664" y="797605"/>
            <a:ext cx="3071126" cy="55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786</Words>
  <Application>Microsoft Office PowerPoint</Application>
  <PresentationFormat>宽屏</PresentationFormat>
  <Paragraphs>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Yiping Yan</dc:creator>
  <cp:lastModifiedBy>MQ</cp:lastModifiedBy>
  <cp:revision>2</cp:revision>
  <dcterms:created xsi:type="dcterms:W3CDTF">2024-04-13T14:49:02Z</dcterms:created>
  <dcterms:modified xsi:type="dcterms:W3CDTF">2025-03-12T12:54:44Z</dcterms:modified>
</cp:coreProperties>
</file>