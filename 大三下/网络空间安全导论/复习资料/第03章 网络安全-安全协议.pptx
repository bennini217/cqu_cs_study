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127"/>
  </p:notesMasterIdLst>
  <p:sldIdLst>
    <p:sldId id="319" r:id="rId2"/>
    <p:sldId id="326" r:id="rId3"/>
    <p:sldId id="327" r:id="rId4"/>
    <p:sldId id="513" r:id="rId5"/>
    <p:sldId id="512" r:id="rId6"/>
    <p:sldId id="328" r:id="rId7"/>
    <p:sldId id="505" r:id="rId8"/>
    <p:sldId id="506" r:id="rId9"/>
    <p:sldId id="329" r:id="rId10"/>
    <p:sldId id="334" r:id="rId11"/>
    <p:sldId id="335" r:id="rId12"/>
    <p:sldId id="337" r:id="rId13"/>
    <p:sldId id="338" r:id="rId14"/>
    <p:sldId id="342" r:id="rId15"/>
    <p:sldId id="344" r:id="rId16"/>
    <p:sldId id="507" r:id="rId17"/>
    <p:sldId id="454" r:id="rId18"/>
    <p:sldId id="458" r:id="rId19"/>
    <p:sldId id="460" r:id="rId20"/>
    <p:sldId id="514" r:id="rId21"/>
    <p:sldId id="520" r:id="rId22"/>
    <p:sldId id="521" r:id="rId23"/>
    <p:sldId id="522" r:id="rId24"/>
    <p:sldId id="523" r:id="rId25"/>
    <p:sldId id="455" r:id="rId26"/>
    <p:sldId id="515" r:id="rId27"/>
    <p:sldId id="516" r:id="rId28"/>
    <p:sldId id="517" r:id="rId29"/>
    <p:sldId id="465" r:id="rId30"/>
    <p:sldId id="463" r:id="rId31"/>
    <p:sldId id="362" r:id="rId32"/>
    <p:sldId id="363" r:id="rId33"/>
    <p:sldId id="365" r:id="rId34"/>
    <p:sldId id="452" r:id="rId35"/>
    <p:sldId id="472" r:id="rId36"/>
    <p:sldId id="473" r:id="rId37"/>
    <p:sldId id="489" r:id="rId38"/>
    <p:sldId id="475" r:id="rId39"/>
    <p:sldId id="476" r:id="rId40"/>
    <p:sldId id="478" r:id="rId41"/>
    <p:sldId id="479" r:id="rId42"/>
    <p:sldId id="480" r:id="rId43"/>
    <p:sldId id="481" r:id="rId44"/>
    <p:sldId id="482" r:id="rId45"/>
    <p:sldId id="518" r:id="rId46"/>
    <p:sldId id="483" r:id="rId47"/>
    <p:sldId id="485" r:id="rId48"/>
    <p:sldId id="486" r:id="rId49"/>
    <p:sldId id="487" r:id="rId50"/>
    <p:sldId id="466" r:id="rId51"/>
    <p:sldId id="449" r:id="rId52"/>
    <p:sldId id="450" r:id="rId53"/>
    <p:sldId id="385" r:id="rId54"/>
    <p:sldId id="386" r:id="rId55"/>
    <p:sldId id="388" r:id="rId56"/>
    <p:sldId id="390" r:id="rId57"/>
    <p:sldId id="396" r:id="rId58"/>
    <p:sldId id="397" r:id="rId59"/>
    <p:sldId id="398" r:id="rId60"/>
    <p:sldId id="399" r:id="rId61"/>
    <p:sldId id="402" r:id="rId62"/>
    <p:sldId id="403" r:id="rId63"/>
    <p:sldId id="404" r:id="rId64"/>
    <p:sldId id="405" r:id="rId65"/>
    <p:sldId id="524" r:id="rId66"/>
    <p:sldId id="407" r:id="rId67"/>
    <p:sldId id="410" r:id="rId68"/>
    <p:sldId id="538" r:id="rId69"/>
    <p:sldId id="539" r:id="rId70"/>
    <p:sldId id="411" r:id="rId71"/>
    <p:sldId id="412" r:id="rId72"/>
    <p:sldId id="468" r:id="rId73"/>
    <p:sldId id="469" r:id="rId74"/>
    <p:sldId id="529" r:id="rId75"/>
    <p:sldId id="528" r:id="rId76"/>
    <p:sldId id="416" r:id="rId77"/>
    <p:sldId id="470" r:id="rId78"/>
    <p:sldId id="530" r:id="rId79"/>
    <p:sldId id="471" r:id="rId80"/>
    <p:sldId id="525" r:id="rId81"/>
    <p:sldId id="531" r:id="rId82"/>
    <p:sldId id="532" r:id="rId83"/>
    <p:sldId id="418" r:id="rId84"/>
    <p:sldId id="533" r:id="rId85"/>
    <p:sldId id="420" r:id="rId86"/>
    <p:sldId id="421" r:id="rId87"/>
    <p:sldId id="422" r:id="rId88"/>
    <p:sldId id="423" r:id="rId89"/>
    <p:sldId id="424" r:id="rId90"/>
    <p:sldId id="427" r:id="rId91"/>
    <p:sldId id="526" r:id="rId92"/>
    <p:sldId id="430" r:id="rId93"/>
    <p:sldId id="431" r:id="rId94"/>
    <p:sldId id="432" r:id="rId95"/>
    <p:sldId id="433" r:id="rId96"/>
    <p:sldId id="434" r:id="rId97"/>
    <p:sldId id="527" r:id="rId98"/>
    <p:sldId id="534" r:id="rId99"/>
    <p:sldId id="535" r:id="rId100"/>
    <p:sldId id="536" r:id="rId101"/>
    <p:sldId id="435" r:id="rId102"/>
    <p:sldId id="437" r:id="rId103"/>
    <p:sldId id="438" r:id="rId104"/>
    <p:sldId id="439" r:id="rId105"/>
    <p:sldId id="440" r:id="rId106"/>
    <p:sldId id="441" r:id="rId107"/>
    <p:sldId id="442" r:id="rId108"/>
    <p:sldId id="443" r:id="rId109"/>
    <p:sldId id="537" r:id="rId110"/>
    <p:sldId id="444" r:id="rId111"/>
    <p:sldId id="445" r:id="rId112"/>
    <p:sldId id="446" r:id="rId113"/>
    <p:sldId id="491" r:id="rId114"/>
    <p:sldId id="492" r:id="rId115"/>
    <p:sldId id="493" r:id="rId116"/>
    <p:sldId id="494" r:id="rId117"/>
    <p:sldId id="495" r:id="rId118"/>
    <p:sldId id="496" r:id="rId119"/>
    <p:sldId id="497" r:id="rId120"/>
    <p:sldId id="498" r:id="rId121"/>
    <p:sldId id="499" r:id="rId122"/>
    <p:sldId id="500" r:id="rId123"/>
    <p:sldId id="502" r:id="rId124"/>
    <p:sldId id="503" r:id="rId125"/>
    <p:sldId id="504" r:id="rId126"/>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charset="0"/>
        <a:ea typeface="宋体" charset="-122"/>
        <a:cs typeface="Arial" charset="0"/>
      </a:defRPr>
    </a:lvl1pPr>
    <a:lvl2pPr marL="455613" indent="1588" algn="l" rtl="0" fontAlgn="base">
      <a:spcBef>
        <a:spcPct val="0"/>
      </a:spcBef>
      <a:spcAft>
        <a:spcPct val="0"/>
      </a:spcAft>
      <a:defRPr kern="1200">
        <a:solidFill>
          <a:schemeClr val="tx1"/>
        </a:solidFill>
        <a:latin typeface="Arial" charset="0"/>
        <a:ea typeface="宋体" charset="-122"/>
        <a:cs typeface="Arial" charset="0"/>
      </a:defRPr>
    </a:lvl2pPr>
    <a:lvl3pPr marL="912813" indent="1588" algn="l" rtl="0" fontAlgn="base">
      <a:spcBef>
        <a:spcPct val="0"/>
      </a:spcBef>
      <a:spcAft>
        <a:spcPct val="0"/>
      </a:spcAft>
      <a:defRPr kern="1200">
        <a:solidFill>
          <a:schemeClr val="tx1"/>
        </a:solidFill>
        <a:latin typeface="Arial" charset="0"/>
        <a:ea typeface="宋体" charset="-122"/>
        <a:cs typeface="Arial" charset="0"/>
      </a:defRPr>
    </a:lvl3pPr>
    <a:lvl4pPr marL="1370013" indent="1588" algn="l" rtl="0" fontAlgn="base">
      <a:spcBef>
        <a:spcPct val="0"/>
      </a:spcBef>
      <a:spcAft>
        <a:spcPct val="0"/>
      </a:spcAft>
      <a:defRPr kern="1200">
        <a:solidFill>
          <a:schemeClr val="tx1"/>
        </a:solidFill>
        <a:latin typeface="Arial" charset="0"/>
        <a:ea typeface="宋体" charset="-122"/>
        <a:cs typeface="Arial" charset="0"/>
      </a:defRPr>
    </a:lvl4pPr>
    <a:lvl5pPr marL="1827213" indent="1588" algn="l" rtl="0" fontAlgn="base">
      <a:spcBef>
        <a:spcPct val="0"/>
      </a:spcBef>
      <a:spcAft>
        <a:spcPct val="0"/>
      </a:spcAft>
      <a:defRPr kern="1200">
        <a:solidFill>
          <a:schemeClr val="tx1"/>
        </a:solidFill>
        <a:latin typeface="Arial" charset="0"/>
        <a:ea typeface="宋体" charset="-122"/>
        <a:cs typeface="Arial" charset="0"/>
      </a:defRPr>
    </a:lvl5pPr>
    <a:lvl6pPr marL="2286000" algn="l" defTabSz="914400" rtl="0" eaLnBrk="1" latinLnBrk="0" hangingPunct="1">
      <a:defRPr kern="1200">
        <a:solidFill>
          <a:schemeClr val="tx1"/>
        </a:solidFill>
        <a:latin typeface="Arial" charset="0"/>
        <a:ea typeface="宋体" charset="-122"/>
        <a:cs typeface="Arial" charset="0"/>
      </a:defRPr>
    </a:lvl6pPr>
    <a:lvl7pPr marL="2743200" algn="l" defTabSz="914400" rtl="0" eaLnBrk="1" latinLnBrk="0" hangingPunct="1">
      <a:defRPr kern="1200">
        <a:solidFill>
          <a:schemeClr val="tx1"/>
        </a:solidFill>
        <a:latin typeface="Arial" charset="0"/>
        <a:ea typeface="宋体" charset="-122"/>
        <a:cs typeface="Arial" charset="0"/>
      </a:defRPr>
    </a:lvl7pPr>
    <a:lvl8pPr marL="3200400" algn="l" defTabSz="914400" rtl="0" eaLnBrk="1" latinLnBrk="0" hangingPunct="1">
      <a:defRPr kern="1200">
        <a:solidFill>
          <a:schemeClr val="tx1"/>
        </a:solidFill>
        <a:latin typeface="Arial" charset="0"/>
        <a:ea typeface="宋体" charset="-122"/>
        <a:cs typeface="Arial" charset="0"/>
      </a:defRPr>
    </a:lvl8pPr>
    <a:lvl9pPr marL="3657600" algn="l" defTabSz="914400" rtl="0" eaLnBrk="1" latinLnBrk="0" hangingPunct="1">
      <a:defRPr kern="1200">
        <a:solidFill>
          <a:schemeClr val="tx1"/>
        </a:solidFill>
        <a:latin typeface="Arial" charset="0"/>
        <a:ea typeface="宋体" charset="-122"/>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78B16F"/>
    <a:srgbClr val="80A0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7278" autoAdjust="0"/>
  </p:normalViewPr>
  <p:slideViewPr>
    <p:cSldViewPr snapToGrid="0">
      <p:cViewPr varScale="1">
        <p:scale>
          <a:sx n="113" d="100"/>
          <a:sy n="113" d="100"/>
        </p:scale>
        <p:origin x="372" y="102"/>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4" d="100"/>
          <a:sy n="64" d="100"/>
        </p:scale>
        <p:origin x="-3336" y="-12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_rels/viewProps.xml.rels><?xml version="1.0" encoding="UTF-8" standalone="yes"?>
<Relationships xmlns="http://schemas.openxmlformats.org/package/2006/relationships"><Relationship Id="rId3" Type="http://schemas.openxmlformats.org/officeDocument/2006/relationships/slide" Target="slides/slide77.xml"/><Relationship Id="rId2" Type="http://schemas.openxmlformats.org/officeDocument/2006/relationships/slide" Target="slides/slide73.xml"/><Relationship Id="rId1" Type="http://schemas.openxmlformats.org/officeDocument/2006/relationships/slide" Target="slides/slide72.xml"/><Relationship Id="rId4" Type="http://schemas.openxmlformats.org/officeDocument/2006/relationships/slide" Target="slides/slide7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26.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26.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26.wmf"/><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7.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9.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defRPr sz="1300">
                <a:latin typeface="Arial" charset="0"/>
                <a:ea typeface="+mn-ea"/>
                <a:cs typeface="Arial" charset="0"/>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6661" tIns="48331" rIns="96661" bIns="48331" rtlCol="0"/>
          <a:lstStyle>
            <a:lvl1pPr algn="r">
              <a:defRPr sz="1300">
                <a:latin typeface="Arial" charset="0"/>
                <a:ea typeface="+mn-ea"/>
                <a:cs typeface="Arial" charset="0"/>
              </a:defRPr>
            </a:lvl1pPr>
          </a:lstStyle>
          <a:p>
            <a:pPr>
              <a:defRPr/>
            </a:pPr>
            <a:fld id="{5AA7B139-215B-4EB5-B69E-95EDB865ACF9}" type="datetimeFigureOut">
              <a:rPr lang="en-US"/>
              <a:pPr>
                <a:defRPr/>
              </a:pPr>
              <a:t>5/18/2026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a:defRPr sz="1300">
                <a:latin typeface="Arial" charset="0"/>
                <a:ea typeface="+mn-ea"/>
                <a:cs typeface="Arial" charset="0"/>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6661" tIns="48331" rIns="96661" bIns="48331" rtlCol="0" anchor="b"/>
          <a:lstStyle>
            <a:lvl1pPr algn="r">
              <a:defRPr sz="1300">
                <a:latin typeface="Arial" charset="0"/>
                <a:ea typeface="+mn-ea"/>
                <a:cs typeface="Arial" charset="0"/>
              </a:defRPr>
            </a:lvl1pPr>
          </a:lstStyle>
          <a:p>
            <a:pPr>
              <a:defRPr/>
            </a:pPr>
            <a:fld id="{B57BFFEE-F989-4261-AF5A-F66C79E998B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defTabSz="912813" rtl="0" eaLnBrk="0" fontAlgn="base" hangingPunct="0">
      <a:spcBef>
        <a:spcPct val="30000"/>
      </a:spcBef>
      <a:spcAft>
        <a:spcPct val="0"/>
      </a:spcAft>
      <a:defRPr sz="1200" kern="1200">
        <a:solidFill>
          <a:schemeClr val="tx1"/>
        </a:solidFill>
        <a:latin typeface="+mn-lt"/>
        <a:ea typeface="+mn-ea"/>
        <a:cs typeface="+mn-cs"/>
      </a:defRPr>
    </a:lvl1pPr>
    <a:lvl2pPr marL="455613" algn="l" defTabSz="912813" rtl="0" eaLnBrk="0" fontAlgn="base" hangingPunct="0">
      <a:spcBef>
        <a:spcPct val="30000"/>
      </a:spcBef>
      <a:spcAft>
        <a:spcPct val="0"/>
      </a:spcAft>
      <a:defRPr sz="1200" kern="1200">
        <a:solidFill>
          <a:schemeClr val="tx1"/>
        </a:solidFill>
        <a:latin typeface="+mn-lt"/>
        <a:ea typeface="+mn-ea"/>
        <a:cs typeface="+mn-cs"/>
      </a:defRPr>
    </a:lvl2pPr>
    <a:lvl3pPr marL="912813" algn="l" defTabSz="912813" rtl="0" eaLnBrk="0" fontAlgn="base" hangingPunct="0">
      <a:spcBef>
        <a:spcPct val="30000"/>
      </a:spcBef>
      <a:spcAft>
        <a:spcPct val="0"/>
      </a:spcAft>
      <a:defRPr sz="1200" kern="1200">
        <a:solidFill>
          <a:schemeClr val="tx1"/>
        </a:solidFill>
        <a:latin typeface="+mn-lt"/>
        <a:ea typeface="+mn-ea"/>
        <a:cs typeface="+mn-cs"/>
      </a:defRPr>
    </a:lvl3pPr>
    <a:lvl4pPr marL="1370013" algn="l" defTabSz="912813" rtl="0" eaLnBrk="0" fontAlgn="base" hangingPunct="0">
      <a:spcBef>
        <a:spcPct val="30000"/>
      </a:spcBef>
      <a:spcAft>
        <a:spcPct val="0"/>
      </a:spcAft>
      <a:defRPr sz="1200" kern="1200">
        <a:solidFill>
          <a:schemeClr val="tx1"/>
        </a:solidFill>
        <a:latin typeface="+mn-lt"/>
        <a:ea typeface="+mn-ea"/>
        <a:cs typeface="+mn-cs"/>
      </a:defRPr>
    </a:lvl4pPr>
    <a:lvl5pPr marL="1827213" algn="l" defTabSz="912813" rtl="0" eaLnBrk="0" fontAlgn="base" hangingPunct="0">
      <a:spcBef>
        <a:spcPct val="30000"/>
      </a:spcBef>
      <a:spcAft>
        <a:spcPct val="0"/>
      </a:spcAft>
      <a:defRPr sz="1200" kern="1200">
        <a:solidFill>
          <a:schemeClr val="tx1"/>
        </a:solidFill>
        <a:latin typeface="+mn-lt"/>
        <a:ea typeface="+mn-ea"/>
        <a:cs typeface="+mn-cs"/>
      </a:defRPr>
    </a:lvl5pPr>
    <a:lvl6pPr marL="2285766" algn="l" defTabSz="914307" rtl="0" eaLnBrk="1" latinLnBrk="0" hangingPunct="1">
      <a:defRPr sz="1200" kern="1200">
        <a:solidFill>
          <a:schemeClr val="tx1"/>
        </a:solidFill>
        <a:latin typeface="+mn-lt"/>
        <a:ea typeface="+mn-ea"/>
        <a:cs typeface="+mn-cs"/>
      </a:defRPr>
    </a:lvl6pPr>
    <a:lvl7pPr marL="2742919" algn="l" defTabSz="914307" rtl="0" eaLnBrk="1" latinLnBrk="0" hangingPunct="1">
      <a:defRPr sz="1200" kern="1200">
        <a:solidFill>
          <a:schemeClr val="tx1"/>
        </a:solidFill>
        <a:latin typeface="+mn-lt"/>
        <a:ea typeface="+mn-ea"/>
        <a:cs typeface="+mn-cs"/>
      </a:defRPr>
    </a:lvl7pPr>
    <a:lvl8pPr marL="3200073" algn="l" defTabSz="914307" rtl="0" eaLnBrk="1" latinLnBrk="0" hangingPunct="1">
      <a:defRPr sz="1200" kern="1200">
        <a:solidFill>
          <a:schemeClr val="tx1"/>
        </a:solidFill>
        <a:latin typeface="+mn-lt"/>
        <a:ea typeface="+mn-ea"/>
        <a:cs typeface="+mn-cs"/>
      </a:defRPr>
    </a:lvl8pPr>
    <a:lvl9pPr marL="3657225" algn="l" defTabSz="91430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1</a:t>
            </a:fld>
            <a:endParaRPr lang="en-US"/>
          </a:p>
        </p:txBody>
      </p:sp>
    </p:spTree>
    <p:extLst>
      <p:ext uri="{BB962C8B-B14F-4D97-AF65-F5344CB8AC3E}">
        <p14:creationId xmlns:p14="http://schemas.microsoft.com/office/powerpoint/2010/main" val="2920833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fld id="{06576B38-F721-4F22-B050-C65BD8F39CA4}" type="slidenum">
              <a:rPr lang="en-US" altLang="zh-CN" sz="1200">
                <a:latin typeface="Times New Roman" panose="02020603050405020304" pitchFamily="18" charset="0"/>
              </a:rPr>
              <a:pPr eaLnBrk="1" hangingPunct="1"/>
              <a:t>2</a:t>
            </a:fld>
            <a:endParaRPr lang="en-US" altLang="zh-CN" sz="1200">
              <a:latin typeface="Times New Roman" panose="02020603050405020304" pitchFamily="18" charset="0"/>
            </a:endParaRPr>
          </a:p>
        </p:txBody>
      </p:sp>
      <p:sp>
        <p:nvSpPr>
          <p:cNvPr id="143363" name="Rectangle 2"/>
          <p:cNvSpPr>
            <a:spLocks noGrp="1" noRot="1" noChangeAspect="1" noChangeArrowheads="1" noTextEdit="1"/>
          </p:cNvSpPr>
          <p:nvPr>
            <p:ph type="sldImg"/>
          </p:nvPr>
        </p:nvSpPr>
        <p:spPr>
          <a:xfrm>
            <a:off x="457200" y="720725"/>
            <a:ext cx="6400800" cy="3600450"/>
          </a:xfrm>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此处将每部分主要内容用一两句话来概括一下。并指出要重点介绍的内容：分析和设计</a:t>
            </a:r>
          </a:p>
        </p:txBody>
      </p:sp>
    </p:spTree>
    <p:extLst>
      <p:ext uri="{BB962C8B-B14F-4D97-AF65-F5344CB8AC3E}">
        <p14:creationId xmlns:p14="http://schemas.microsoft.com/office/powerpoint/2010/main" val="3402588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3</a:t>
            </a:fld>
            <a:endParaRPr lang="en-US"/>
          </a:p>
        </p:txBody>
      </p:sp>
    </p:spTree>
    <p:extLst>
      <p:ext uri="{BB962C8B-B14F-4D97-AF65-F5344CB8AC3E}">
        <p14:creationId xmlns:p14="http://schemas.microsoft.com/office/powerpoint/2010/main" val="2471741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457200" y="720725"/>
            <a:ext cx="6400800" cy="3600450"/>
          </a:xfrm>
        </p:spPr>
      </p:sp>
      <p:sp>
        <p:nvSpPr>
          <p:cNvPr id="8195" name="Rectangle 3"/>
          <p:cNvSpPr>
            <a:spLocks noGrp="1" noRot="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3687405602"/>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fld id="{E2EED409-47A0-48B7-B354-C9B6DF598271}" type="slidenum">
              <a:rPr lang="zh-CN" altLang="en-US" sz="1200">
                <a:latin typeface="Times New Roman" panose="02020603050405020304" pitchFamily="18" charset="0"/>
              </a:rPr>
              <a:pPr eaLnBrk="1" hangingPunct="1"/>
              <a:t>52</a:t>
            </a:fld>
            <a:endParaRPr lang="en-US" altLang="zh-CN" sz="1200">
              <a:latin typeface="Times New Roman" panose="02020603050405020304" pitchFamily="18" charset="0"/>
            </a:endParaRPr>
          </a:p>
        </p:txBody>
      </p:sp>
      <p:sp>
        <p:nvSpPr>
          <p:cNvPr id="144387" name="Rectangle 2"/>
          <p:cNvSpPr>
            <a:spLocks noGrp="1" noRot="1" noChangeAspect="1" noChangeArrowheads="1" noTextEdit="1"/>
          </p:cNvSpPr>
          <p:nvPr>
            <p:ph type="sldImg"/>
          </p:nvPr>
        </p:nvSpPr>
        <p:spPr>
          <a:xfrm>
            <a:off x="457200" y="720725"/>
            <a:ext cx="6400800" cy="3600450"/>
          </a:xfrm>
          <a:ln/>
        </p:spPr>
      </p:sp>
      <p:sp>
        <p:nvSpPr>
          <p:cNvPr id="144388" name="Rectangle 3"/>
          <p:cNvSpPr>
            <a:spLocks noGrp="1" noChangeArrowheads="1"/>
          </p:cNvSpPr>
          <p:nvPr>
            <p:ph type="body" idx="1"/>
          </p:nvPr>
        </p:nvSpPr>
        <p:spPr>
          <a:xfrm>
            <a:off x="990600" y="4267200"/>
            <a:ext cx="4648200" cy="419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Tree>
    <p:extLst>
      <p:ext uri="{BB962C8B-B14F-4D97-AF65-F5344CB8AC3E}">
        <p14:creationId xmlns:p14="http://schemas.microsoft.com/office/powerpoint/2010/main" val="1053162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65</a:t>
            </a:fld>
            <a:endParaRPr lang="en-US"/>
          </a:p>
        </p:txBody>
      </p:sp>
    </p:spTree>
    <p:extLst>
      <p:ext uri="{BB962C8B-B14F-4D97-AF65-F5344CB8AC3E}">
        <p14:creationId xmlns:p14="http://schemas.microsoft.com/office/powerpoint/2010/main" val="1481316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122</a:t>
            </a:fld>
            <a:endParaRPr lang="en-US"/>
          </a:p>
        </p:txBody>
      </p:sp>
    </p:spTree>
    <p:extLst>
      <p:ext uri="{BB962C8B-B14F-4D97-AF65-F5344CB8AC3E}">
        <p14:creationId xmlns:p14="http://schemas.microsoft.com/office/powerpoint/2010/main" val="2940931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785" y="91318"/>
            <a:ext cx="7687733" cy="433615"/>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477003"/>
            <a:ext cx="2844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5" name="页脚占位符 4"/>
          <p:cNvSpPr>
            <a:spLocks noGrp="1"/>
          </p:cNvSpPr>
          <p:nvPr>
            <p:ph type="ftr" sz="quarter" idx="11"/>
          </p:nvPr>
        </p:nvSpPr>
        <p:spPr>
          <a:xfrm>
            <a:off x="4165600" y="6477003"/>
            <a:ext cx="3860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6" name="灯片编号占位符 5"/>
          <p:cNvSpPr>
            <a:spLocks noGrp="1"/>
          </p:cNvSpPr>
          <p:nvPr>
            <p:ph type="sldNum" sz="quarter" idx="12"/>
          </p:nvPr>
        </p:nvSpPr>
        <p:spPr>
          <a:xfrm>
            <a:off x="8737600" y="6477003"/>
            <a:ext cx="2844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8AFBEA69-D2BB-4D18-9300-10525E6FCE32}" type="slidenum">
              <a:rPr kumimoji="0" lang="zh-CN" altLang="en-US" sz="1350" b="0" i="0" u="none" strike="noStrike" kern="1200" cap="none" spc="0" normalizeH="0" baseline="0" noProof="0" smtClean="0">
                <a:ln>
                  <a:noFill/>
                </a:ln>
                <a:solidFill>
                  <a:srgbClr val="000000"/>
                </a:solidFill>
                <a:effectLst/>
                <a:uLnTx/>
                <a:uFillTx/>
                <a:latin typeface="Arial" charset="0"/>
                <a:ea typeface="宋体" charset="-122"/>
                <a:cs typeface="Arial" charset="0"/>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Tree>
    <p:extLst>
      <p:ext uri="{BB962C8B-B14F-4D97-AF65-F5344CB8AC3E}">
        <p14:creationId xmlns:p14="http://schemas.microsoft.com/office/powerpoint/2010/main" val="2666045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vl1pPr>
          </a:lstStyle>
          <a:p>
            <a:r>
              <a:rPr lang="zh-CN" altLang="en-US"/>
              <a:t>单击此处编辑母版标题样式</a:t>
            </a:r>
          </a:p>
        </p:txBody>
      </p:sp>
      <p:sp>
        <p:nvSpPr>
          <p:cNvPr id="3" name="日期占位符 2"/>
          <p:cNvSpPr>
            <a:spLocks noGrp="1"/>
          </p:cNvSpPr>
          <p:nvPr>
            <p:ph type="dt" sz="half" idx="10"/>
          </p:nvPr>
        </p:nvSpPr>
        <p:spPr>
          <a:xfrm>
            <a:off x="609600" y="6477003"/>
            <a:ext cx="2844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4" name="页脚占位符 3"/>
          <p:cNvSpPr>
            <a:spLocks noGrp="1"/>
          </p:cNvSpPr>
          <p:nvPr>
            <p:ph type="ftr" sz="quarter" idx="11"/>
          </p:nvPr>
        </p:nvSpPr>
        <p:spPr>
          <a:xfrm>
            <a:off x="4165600" y="6477003"/>
            <a:ext cx="3860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5" name="灯片编号占位符 4"/>
          <p:cNvSpPr>
            <a:spLocks noGrp="1"/>
          </p:cNvSpPr>
          <p:nvPr>
            <p:ph type="sldNum" sz="quarter" idx="12"/>
          </p:nvPr>
        </p:nvSpPr>
        <p:spPr>
          <a:xfrm>
            <a:off x="8737600" y="6477003"/>
            <a:ext cx="2844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71BAC2AB-9A33-4EA6-B3DB-CBD0DF3426E3}" type="slidenum">
              <a:rPr kumimoji="0" lang="zh-CN" altLang="en-US" sz="1350" b="0" i="0" u="none" strike="noStrike" kern="1200" cap="none" spc="0" normalizeH="0" baseline="0" noProof="0" smtClean="0">
                <a:ln>
                  <a:noFill/>
                </a:ln>
                <a:solidFill>
                  <a:srgbClr val="000000"/>
                </a:solidFill>
                <a:effectLst/>
                <a:uLnTx/>
                <a:uFillTx/>
                <a:latin typeface="Arial" charset="0"/>
                <a:ea typeface="宋体" charset="-122"/>
                <a:cs typeface="Arial" charset="0"/>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Tree>
    <p:extLst>
      <p:ext uri="{BB962C8B-B14F-4D97-AF65-F5344CB8AC3E}">
        <p14:creationId xmlns:p14="http://schemas.microsoft.com/office/powerpoint/2010/main" val="1365177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477003"/>
            <a:ext cx="2844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3" name="页脚占位符 2"/>
          <p:cNvSpPr>
            <a:spLocks noGrp="1"/>
          </p:cNvSpPr>
          <p:nvPr>
            <p:ph type="ftr" sz="quarter" idx="11"/>
          </p:nvPr>
        </p:nvSpPr>
        <p:spPr>
          <a:xfrm>
            <a:off x="4165600" y="6477003"/>
            <a:ext cx="3860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4" name="灯片编号占位符 3"/>
          <p:cNvSpPr>
            <a:spLocks noGrp="1"/>
          </p:cNvSpPr>
          <p:nvPr>
            <p:ph type="sldNum" sz="quarter" idx="12"/>
          </p:nvPr>
        </p:nvSpPr>
        <p:spPr>
          <a:xfrm>
            <a:off x="8737600" y="6477003"/>
            <a:ext cx="2844800" cy="24447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0E3BA619-303E-4D66-BF20-19E4B0720823}" type="slidenum">
              <a:rPr kumimoji="0" lang="zh-CN" altLang="en-US" sz="1350" b="0" i="0" u="none" strike="noStrike" kern="1200" cap="none" spc="0" normalizeH="0" baseline="0" noProof="0" smtClean="0">
                <a:ln>
                  <a:noFill/>
                </a:ln>
                <a:solidFill>
                  <a:srgbClr val="000000"/>
                </a:solidFill>
                <a:effectLst/>
                <a:uLnTx/>
                <a:uFillTx/>
                <a:latin typeface="Arial" charset="0"/>
                <a:ea typeface="宋体" charset="-122"/>
                <a:cs typeface="Arial" charset="0"/>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US" altLang="zh-CN" sz="135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Tree>
    <p:extLst>
      <p:ext uri="{BB962C8B-B14F-4D97-AF65-F5344CB8AC3E}">
        <p14:creationId xmlns:p14="http://schemas.microsoft.com/office/powerpoint/2010/main" val="1024613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81250"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smtClean="0"/>
              <a:t>单击此处编辑母版标题样式</a:t>
            </a:r>
          </a:p>
        </p:txBody>
      </p:sp>
      <p:sp>
        <p:nvSpPr>
          <p:cNvPr id="181251" name="Rectangle 3"/>
          <p:cNvSpPr>
            <a:spLocks noGrp="1" noRot="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181252" name="Rectangle 4"/>
          <p:cNvSpPr>
            <a:spLocks noGrp="1" noChangeArrowheads="1"/>
          </p:cNvSpPr>
          <p:nvPr>
            <p:ph type="dt" sz="half" idx="2"/>
          </p:nvPr>
        </p:nvSpPr>
        <p:spPr>
          <a:xfrm>
            <a:off x="402167" y="6245225"/>
            <a:ext cx="3052233" cy="47625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181253" name="Rectangle 5"/>
          <p:cNvSpPr>
            <a:spLocks noGrp="1" noChangeArrowheads="1"/>
          </p:cNvSpPr>
          <p:nvPr>
            <p:ph type="ftr" sz="quarter" idx="3"/>
          </p:nvPr>
        </p:nvSpPr>
        <p:spPr>
          <a:xfrm>
            <a:off x="4165600" y="6245225"/>
            <a:ext cx="3860800" cy="47625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
        <p:nvSpPr>
          <p:cNvPr id="181254" name="Rectangle 6"/>
          <p:cNvSpPr>
            <a:spLocks noGrp="1" noChangeArrowheads="1"/>
          </p:cNvSpPr>
          <p:nvPr>
            <p:ph type="sldNum" sz="quarter" idx="4"/>
          </p:nvPr>
        </p:nvSpPr>
        <p:spPr>
          <a:xfrm>
            <a:off x="8737601" y="6245225"/>
            <a:ext cx="3052233" cy="47625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C2E9C9D-010E-49DF-96A8-ABC675DB1A08}" type="slidenum">
              <a:rPr kumimoji="0" lang="zh-CN" altLang="en-US" sz="1800" b="0" i="0" u="none" strike="noStrike" kern="1200" cap="none" spc="0" normalizeH="0" baseline="0" noProof="0">
                <a:ln>
                  <a:noFill/>
                </a:ln>
                <a:solidFill>
                  <a:srgbClr val="000000"/>
                </a:solidFill>
                <a:effectLst/>
                <a:uLnTx/>
                <a:uFillTx/>
                <a:latin typeface="Arial" charset="0"/>
                <a:ea typeface="宋体" charset="-122"/>
                <a:cs typeface="Arial"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Arial" charset="0"/>
            </a:endParaRPr>
          </a:p>
        </p:txBody>
      </p:sp>
    </p:spTree>
    <p:extLst>
      <p:ext uri="{BB962C8B-B14F-4D97-AF65-F5344CB8AC3E}">
        <p14:creationId xmlns:p14="http://schemas.microsoft.com/office/powerpoint/2010/main" val="3137594958"/>
      </p:ext>
    </p:extLst>
  </p:cSld>
  <p:clrMapOvr>
    <a:masterClrMapping/>
  </p:clrMapOvr>
  <p:transition>
    <p:blinds dir="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vl1p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87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96850" y="747713"/>
            <a:ext cx="10405533" cy="490802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标题 1"/>
          <p:cNvSpPr>
            <a:spLocks noGrp="1"/>
          </p:cNvSpPr>
          <p:nvPr>
            <p:ph type="title" idx="10"/>
          </p:nvPr>
        </p:nvSpPr>
        <p:spPr>
          <a:xfrm>
            <a:off x="61785" y="91318"/>
            <a:ext cx="7687733" cy="478895"/>
          </a:xfrm>
        </p:spPr>
        <p:txBody>
          <a:bodyPr/>
          <a:lstStyle>
            <a:lvl1pPr>
              <a:defRPr sz="3200"/>
            </a:lvl1pPr>
          </a:lstStyle>
          <a:p>
            <a:r>
              <a:rPr lang="zh-CN" altLang="en-US"/>
              <a:t>单击此处编辑母版标题样式</a:t>
            </a:r>
          </a:p>
        </p:txBody>
      </p:sp>
    </p:spTree>
    <p:extLst>
      <p:ext uri="{BB962C8B-B14F-4D97-AF65-F5344CB8AC3E}">
        <p14:creationId xmlns:p14="http://schemas.microsoft.com/office/powerpoint/2010/main" val="3942642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0972800" cy="6350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341439"/>
            <a:ext cx="10972800" cy="4784725"/>
          </a:xfrm>
        </p:spPr>
        <p:txBody>
          <a:bodyPr/>
          <a:lstStyle/>
          <a:p>
            <a:endParaRPr lang="zh-CN" altLang="en-US"/>
          </a:p>
        </p:txBody>
      </p:sp>
      <p:sp>
        <p:nvSpPr>
          <p:cNvPr id="4" name="日期占位符 3"/>
          <p:cNvSpPr>
            <a:spLocks noGrp="1"/>
          </p:cNvSpPr>
          <p:nvPr>
            <p:ph type="dt" sz="half" idx="10"/>
          </p:nvPr>
        </p:nvSpPr>
        <p:spPr>
          <a:xfrm>
            <a:off x="609600" y="6245225"/>
            <a:ext cx="2844800" cy="476250"/>
          </a:xfrm>
        </p:spPr>
        <p:txBody>
          <a:bodyPr/>
          <a:lstStyle>
            <a:lvl1pPr>
              <a:defRPr/>
            </a:lvl1pPr>
          </a:lstStyle>
          <a:p>
            <a:endParaRPr lang="zh-CN" altLang="zh-CN"/>
          </a:p>
        </p:txBody>
      </p:sp>
      <p:sp>
        <p:nvSpPr>
          <p:cNvPr id="5" name="页脚占位符 4"/>
          <p:cNvSpPr>
            <a:spLocks noGrp="1"/>
          </p:cNvSpPr>
          <p:nvPr>
            <p:ph type="ftr" sz="quarter" idx="11"/>
          </p:nvPr>
        </p:nvSpPr>
        <p:spPr>
          <a:xfrm>
            <a:off x="4165600" y="6245225"/>
            <a:ext cx="3860800" cy="476250"/>
          </a:xfrm>
        </p:spPr>
        <p:txBody>
          <a:bodyPr/>
          <a:lstStyle>
            <a:lvl1pPr>
              <a:defRPr/>
            </a:lvl1pPr>
          </a:lstStyle>
          <a:p>
            <a:endParaRPr lang="zh-CN" altLang="zh-CN"/>
          </a:p>
        </p:txBody>
      </p:sp>
      <p:sp>
        <p:nvSpPr>
          <p:cNvPr id="6" name="灯片编号占位符 5"/>
          <p:cNvSpPr>
            <a:spLocks noGrp="1"/>
          </p:cNvSpPr>
          <p:nvPr>
            <p:ph type="sldNum" sz="quarter" idx="12"/>
          </p:nvPr>
        </p:nvSpPr>
        <p:spPr>
          <a:xfrm>
            <a:off x="8737600" y="6245225"/>
            <a:ext cx="2844800" cy="476250"/>
          </a:xfrm>
        </p:spPr>
        <p:txBody>
          <a:bodyPr/>
          <a:lstStyle>
            <a:lvl1pPr>
              <a:defRPr/>
            </a:lvl1pPr>
          </a:lstStyle>
          <a:p>
            <a:fld id="{79E7A971-72A8-4A44-9A4C-C68456A37CDC}" type="slidenum">
              <a:rPr lang="zh-CN" altLang="zh-CN"/>
              <a:pPr/>
              <a:t>‹#›</a:t>
            </a:fld>
            <a:endParaRPr lang="zh-CN" altLang="zh-CN"/>
          </a:p>
        </p:txBody>
      </p:sp>
    </p:spTree>
    <p:extLst>
      <p:ext uri="{BB962C8B-B14F-4D97-AF65-F5344CB8AC3E}">
        <p14:creationId xmlns:p14="http://schemas.microsoft.com/office/powerpoint/2010/main" val="350520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2" name="Picture 2"/>
          <p:cNvPicPr preferRelativeResize="0">
            <a:picLocks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999" y="0"/>
            <a:ext cx="1217453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9660385" y="91316"/>
            <a:ext cx="1342851" cy="399750"/>
          </a:xfrm>
          <a:prstGeom prst="rect">
            <a:avLst/>
          </a:prstGeom>
          <a:noFill/>
          <a:ln>
            <a:noFill/>
          </a:ln>
          <a:effectLst>
            <a:glow rad="101600">
              <a:schemeClr val="bg1">
                <a:alpha val="6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86" name="标题占位符 1"/>
          <p:cNvSpPr>
            <a:spLocks noGrp="1"/>
          </p:cNvSpPr>
          <p:nvPr>
            <p:ph type="title"/>
          </p:nvPr>
        </p:nvSpPr>
        <p:spPr bwMode="auto">
          <a:xfrm>
            <a:off x="61785" y="91318"/>
            <a:ext cx="7687733" cy="47889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82287" name="文本占位符 2"/>
          <p:cNvSpPr>
            <a:spLocks noGrp="1"/>
          </p:cNvSpPr>
          <p:nvPr>
            <p:ph type="body" idx="1"/>
          </p:nvPr>
        </p:nvSpPr>
        <p:spPr bwMode="auto">
          <a:xfrm>
            <a:off x="61785" y="770468"/>
            <a:ext cx="10972800" cy="51985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extLst>
      <p:ext uri="{BB962C8B-B14F-4D97-AF65-F5344CB8AC3E}">
        <p14:creationId xmlns:p14="http://schemas.microsoft.com/office/powerpoint/2010/main" val="278174114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Lst>
  <p:timing>
    <p:tnLst>
      <p:par>
        <p:cTn id="1" dur="indefinite" restart="never" nodeType="tmRoot"/>
      </p:par>
    </p:tnLst>
  </p:timing>
  <p:txStyles>
    <p:titleStyle>
      <a:lvl1pPr algn="l" rtl="0" eaLnBrk="0" fontAlgn="base" hangingPunct="0">
        <a:spcBef>
          <a:spcPct val="0"/>
        </a:spcBef>
        <a:spcAft>
          <a:spcPct val="0"/>
        </a:spcAft>
        <a:defRPr sz="2400" b="1">
          <a:solidFill>
            <a:schemeClr val="bg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3300">
          <a:solidFill>
            <a:schemeClr val="tx1"/>
          </a:solidFill>
          <a:latin typeface="Calibri" pitchFamily="34" charset="0"/>
          <a:ea typeface="宋体" charset="-122"/>
        </a:defRPr>
      </a:lvl2pPr>
      <a:lvl3pPr algn="ctr" rtl="0" eaLnBrk="0" fontAlgn="base" hangingPunct="0">
        <a:spcBef>
          <a:spcPct val="0"/>
        </a:spcBef>
        <a:spcAft>
          <a:spcPct val="0"/>
        </a:spcAft>
        <a:defRPr sz="3300">
          <a:solidFill>
            <a:schemeClr val="tx1"/>
          </a:solidFill>
          <a:latin typeface="Calibri" pitchFamily="34" charset="0"/>
          <a:ea typeface="宋体" charset="-122"/>
        </a:defRPr>
      </a:lvl3pPr>
      <a:lvl4pPr algn="ctr" rtl="0" eaLnBrk="0" fontAlgn="base" hangingPunct="0">
        <a:spcBef>
          <a:spcPct val="0"/>
        </a:spcBef>
        <a:spcAft>
          <a:spcPct val="0"/>
        </a:spcAft>
        <a:defRPr sz="3300">
          <a:solidFill>
            <a:schemeClr val="tx1"/>
          </a:solidFill>
          <a:latin typeface="Calibri" pitchFamily="34" charset="0"/>
          <a:ea typeface="宋体" charset="-122"/>
        </a:defRPr>
      </a:lvl4pPr>
      <a:lvl5pPr algn="ctr" rtl="0" eaLnBrk="0" fontAlgn="base" hangingPunct="0">
        <a:spcBef>
          <a:spcPct val="0"/>
        </a:spcBef>
        <a:spcAft>
          <a:spcPct val="0"/>
        </a:spcAft>
        <a:defRPr sz="3300">
          <a:solidFill>
            <a:schemeClr val="tx1"/>
          </a:solidFill>
          <a:latin typeface="Calibri" pitchFamily="34" charset="0"/>
          <a:ea typeface="宋体" charset="-122"/>
        </a:defRPr>
      </a:lvl5pPr>
      <a:lvl6pPr marL="342900" algn="ctr" rtl="0" eaLnBrk="0" fontAlgn="base" hangingPunct="0">
        <a:spcBef>
          <a:spcPct val="0"/>
        </a:spcBef>
        <a:spcAft>
          <a:spcPct val="0"/>
        </a:spcAft>
        <a:defRPr sz="3300">
          <a:solidFill>
            <a:schemeClr val="tx1"/>
          </a:solidFill>
          <a:latin typeface="Calibri" pitchFamily="34" charset="0"/>
          <a:ea typeface="宋体" charset="-122"/>
        </a:defRPr>
      </a:lvl6pPr>
      <a:lvl7pPr marL="685800" algn="ctr" rtl="0" eaLnBrk="0" fontAlgn="base" hangingPunct="0">
        <a:spcBef>
          <a:spcPct val="0"/>
        </a:spcBef>
        <a:spcAft>
          <a:spcPct val="0"/>
        </a:spcAft>
        <a:defRPr sz="3300">
          <a:solidFill>
            <a:schemeClr val="tx1"/>
          </a:solidFill>
          <a:latin typeface="Calibri" pitchFamily="34" charset="0"/>
          <a:ea typeface="宋体" charset="-122"/>
        </a:defRPr>
      </a:lvl7pPr>
      <a:lvl8pPr marL="1028700" algn="ctr" rtl="0" eaLnBrk="0" fontAlgn="base" hangingPunct="0">
        <a:spcBef>
          <a:spcPct val="0"/>
        </a:spcBef>
        <a:spcAft>
          <a:spcPct val="0"/>
        </a:spcAft>
        <a:defRPr sz="3300">
          <a:solidFill>
            <a:schemeClr val="tx1"/>
          </a:solidFill>
          <a:latin typeface="Calibri" pitchFamily="34" charset="0"/>
          <a:ea typeface="宋体" charset="-122"/>
        </a:defRPr>
      </a:lvl8pPr>
      <a:lvl9pPr marL="1371600" algn="ctr" rtl="0" eaLnBrk="0" fontAlgn="base" hangingPunct="0">
        <a:spcBef>
          <a:spcPct val="0"/>
        </a:spcBef>
        <a:spcAft>
          <a:spcPct val="0"/>
        </a:spcAft>
        <a:defRPr sz="3300">
          <a:solidFill>
            <a:schemeClr val="tx1"/>
          </a:solidFill>
          <a:latin typeface="Calibri" pitchFamily="34" charset="0"/>
          <a:ea typeface="宋体" charset="-122"/>
        </a:defRPr>
      </a:lvl9pPr>
    </p:titleStyle>
    <p:body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2.bin"/><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8.jpeg"/><Relationship Id="rId10" Type="http://schemas.openxmlformats.org/officeDocument/2006/relationships/image" Target="../media/image10.emf"/><Relationship Id="rId4" Type="http://schemas.openxmlformats.org/officeDocument/2006/relationships/image" Target="../media/image6.emf"/><Relationship Id="rId9" Type="http://schemas.openxmlformats.org/officeDocument/2006/relationships/image" Target="../media/image9.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5.bin"/><Relationship Id="rId7" Type="http://schemas.openxmlformats.org/officeDocument/2006/relationships/image" Target="../media/image7.png"/><Relationship Id="rId12"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oleObject" Target="../embeddings/oleObject9.bin"/><Relationship Id="rId5" Type="http://schemas.openxmlformats.org/officeDocument/2006/relationships/image" Target="../media/image11.jpeg"/><Relationship Id="rId10" Type="http://schemas.openxmlformats.org/officeDocument/2006/relationships/oleObject" Target="../embeddings/oleObject8.bin"/><Relationship Id="rId4" Type="http://schemas.openxmlformats.org/officeDocument/2006/relationships/image" Target="../media/image6.emf"/><Relationship Id="rId9" Type="http://schemas.openxmlformats.org/officeDocument/2006/relationships/image" Target="../media/image9.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image" Target="../media/image23.wmf"/><Relationship Id="rId3" Type="http://schemas.openxmlformats.org/officeDocument/2006/relationships/image" Target="../media/image13.wmf"/><Relationship Id="rId7" Type="http://schemas.openxmlformats.org/officeDocument/2006/relationships/image" Target="../media/image17.wmf"/><Relationship Id="rId12" Type="http://schemas.openxmlformats.org/officeDocument/2006/relationships/image" Target="../media/image22.wmf"/><Relationship Id="rId2" Type="http://schemas.openxmlformats.org/officeDocument/2006/relationships/image" Target="../media/image12.wmf"/><Relationship Id="rId1" Type="http://schemas.openxmlformats.org/officeDocument/2006/relationships/slideLayout" Target="../slideLayouts/slideLayout3.xml"/><Relationship Id="rId6" Type="http://schemas.openxmlformats.org/officeDocument/2006/relationships/image" Target="../media/image16.wmf"/><Relationship Id="rId11" Type="http://schemas.openxmlformats.org/officeDocument/2006/relationships/image" Target="../media/image21.wmf"/><Relationship Id="rId5" Type="http://schemas.openxmlformats.org/officeDocument/2006/relationships/image" Target="../media/image15.wmf"/><Relationship Id="rId10" Type="http://schemas.openxmlformats.org/officeDocument/2006/relationships/image" Target="../media/image20.wmf"/><Relationship Id="rId4" Type="http://schemas.openxmlformats.org/officeDocument/2006/relationships/image" Target="../media/image14.wmf"/><Relationship Id="rId9" Type="http://schemas.openxmlformats.org/officeDocument/2006/relationships/image" Target="../media/image19.wmf"/><Relationship Id="rId14" Type="http://schemas.openxmlformats.org/officeDocument/2006/relationships/image" Target="../media/image24.wmf"/></Relationships>
</file>

<file path=ppt/slides/_rels/slide22.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1.wmf"/><Relationship Id="rId2" Type="http://schemas.openxmlformats.org/officeDocument/2006/relationships/image" Target="../media/image17.wmf"/><Relationship Id="rId1" Type="http://schemas.openxmlformats.org/officeDocument/2006/relationships/slideLayout" Target="../slideLayouts/slideLayout3.xml"/><Relationship Id="rId6" Type="http://schemas.openxmlformats.org/officeDocument/2006/relationships/image" Target="../media/image20.wmf"/><Relationship Id="rId5" Type="http://schemas.openxmlformats.org/officeDocument/2006/relationships/image" Target="../media/image14.wmf"/><Relationship Id="rId4" Type="http://schemas.openxmlformats.org/officeDocument/2006/relationships/image" Target="../media/image19.wmf"/></Relationships>
</file>

<file path=ppt/slides/_rels/slide23.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1.wmf"/><Relationship Id="rId2" Type="http://schemas.openxmlformats.org/officeDocument/2006/relationships/image" Target="../media/image17.wmf"/><Relationship Id="rId1" Type="http://schemas.openxmlformats.org/officeDocument/2006/relationships/slideLayout" Target="../slideLayouts/slideLayout3.xml"/><Relationship Id="rId6" Type="http://schemas.openxmlformats.org/officeDocument/2006/relationships/image" Target="../media/image20.wmf"/><Relationship Id="rId5" Type="http://schemas.openxmlformats.org/officeDocument/2006/relationships/image" Target="../media/image14.wmf"/><Relationship Id="rId4" Type="http://schemas.openxmlformats.org/officeDocument/2006/relationships/image" Target="../media/image19.wmf"/><Relationship Id="rId9" Type="http://schemas.openxmlformats.org/officeDocument/2006/relationships/image" Target="../media/image25.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7.wmf"/><Relationship Id="rId7" Type="http://schemas.openxmlformats.org/officeDocument/2006/relationships/image" Target="../media/image26.wmf"/><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11.bin"/><Relationship Id="rId11" Type="http://schemas.openxmlformats.org/officeDocument/2006/relationships/oleObject" Target="../embeddings/oleObject13.bin"/><Relationship Id="rId5" Type="http://schemas.openxmlformats.org/officeDocument/2006/relationships/image" Target="../media/image29.wmf"/><Relationship Id="rId10" Type="http://schemas.openxmlformats.org/officeDocument/2006/relationships/oleObject" Target="../embeddings/oleObject12.bin"/><Relationship Id="rId4" Type="http://schemas.openxmlformats.org/officeDocument/2006/relationships/image" Target="../media/image28.wmf"/><Relationship Id="rId9" Type="http://schemas.openxmlformats.org/officeDocument/2006/relationships/image" Target="../media/image31.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3.wmf"/><Relationship Id="rId3" Type="http://schemas.openxmlformats.org/officeDocument/2006/relationships/image" Target="../media/image27.wmf"/><Relationship Id="rId7" Type="http://schemas.openxmlformats.org/officeDocument/2006/relationships/image" Target="../media/image29.wmf"/><Relationship Id="rId12" Type="http://schemas.openxmlformats.org/officeDocument/2006/relationships/oleObject" Target="../embeddings/oleObject17.bin"/><Relationship Id="rId2" Type="http://schemas.openxmlformats.org/officeDocument/2006/relationships/slideLayout" Target="../slideLayouts/slideLayout3.xml"/><Relationship Id="rId16" Type="http://schemas.openxmlformats.org/officeDocument/2006/relationships/image" Target="../media/image34.png"/><Relationship Id="rId1" Type="http://schemas.openxmlformats.org/officeDocument/2006/relationships/vmlDrawing" Target="../drawings/vmlDrawing5.vml"/><Relationship Id="rId6" Type="http://schemas.openxmlformats.org/officeDocument/2006/relationships/oleObject" Target="../embeddings/oleObject15.bin"/><Relationship Id="rId11" Type="http://schemas.openxmlformats.org/officeDocument/2006/relationships/image" Target="../media/image31.wmf"/><Relationship Id="rId5" Type="http://schemas.openxmlformats.org/officeDocument/2006/relationships/image" Target="../media/image32.wmf"/><Relationship Id="rId15" Type="http://schemas.openxmlformats.org/officeDocument/2006/relationships/oleObject" Target="../embeddings/oleObject19.bin"/><Relationship Id="rId10" Type="http://schemas.openxmlformats.org/officeDocument/2006/relationships/image" Target="../media/image30.wmf"/><Relationship Id="rId4" Type="http://schemas.openxmlformats.org/officeDocument/2006/relationships/oleObject" Target="../embeddings/oleObject14.bin"/><Relationship Id="rId9" Type="http://schemas.openxmlformats.org/officeDocument/2006/relationships/image" Target="../media/image26.wmf"/><Relationship Id="rId14" Type="http://schemas.openxmlformats.org/officeDocument/2006/relationships/oleObject" Target="../embeddings/oleObject1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3.wmf"/><Relationship Id="rId3" Type="http://schemas.openxmlformats.org/officeDocument/2006/relationships/image" Target="../media/image27.wmf"/><Relationship Id="rId7" Type="http://schemas.openxmlformats.org/officeDocument/2006/relationships/image" Target="../media/image29.wmf"/><Relationship Id="rId12" Type="http://schemas.openxmlformats.org/officeDocument/2006/relationships/oleObject" Target="../embeddings/oleObject23.bin"/><Relationship Id="rId2" Type="http://schemas.openxmlformats.org/officeDocument/2006/relationships/slideLayout" Target="../slideLayouts/slideLayout3.xml"/><Relationship Id="rId16" Type="http://schemas.openxmlformats.org/officeDocument/2006/relationships/image" Target="../media/image34.png"/><Relationship Id="rId1" Type="http://schemas.openxmlformats.org/officeDocument/2006/relationships/vmlDrawing" Target="../drawings/vmlDrawing6.vml"/><Relationship Id="rId6" Type="http://schemas.openxmlformats.org/officeDocument/2006/relationships/oleObject" Target="../embeddings/oleObject21.bin"/><Relationship Id="rId11" Type="http://schemas.openxmlformats.org/officeDocument/2006/relationships/image" Target="../media/image31.wmf"/><Relationship Id="rId5" Type="http://schemas.openxmlformats.org/officeDocument/2006/relationships/image" Target="../media/image32.wmf"/><Relationship Id="rId15" Type="http://schemas.openxmlformats.org/officeDocument/2006/relationships/oleObject" Target="../embeddings/oleObject25.bin"/><Relationship Id="rId10" Type="http://schemas.openxmlformats.org/officeDocument/2006/relationships/image" Target="../media/image30.wmf"/><Relationship Id="rId4" Type="http://schemas.openxmlformats.org/officeDocument/2006/relationships/oleObject" Target="../embeddings/oleObject20.bin"/><Relationship Id="rId9" Type="http://schemas.openxmlformats.org/officeDocument/2006/relationships/image" Target="../media/image26.wmf"/><Relationship Id="rId14" Type="http://schemas.openxmlformats.org/officeDocument/2006/relationships/oleObject" Target="../embeddings/oleObject24.bin"/></Relationships>
</file>

<file path=ppt/slides/_rels/slide28.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image" Target="../media/image35.wmf"/><Relationship Id="rId3" Type="http://schemas.openxmlformats.org/officeDocument/2006/relationships/image" Target="../media/image27.wmf"/><Relationship Id="rId7" Type="http://schemas.openxmlformats.org/officeDocument/2006/relationships/oleObject" Target="../embeddings/oleObject27.bin"/><Relationship Id="rId12" Type="http://schemas.openxmlformats.org/officeDocument/2006/relationships/image" Target="../media/image33.wmf"/><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29.wmf"/><Relationship Id="rId11" Type="http://schemas.openxmlformats.org/officeDocument/2006/relationships/oleObject" Target="../embeddings/oleObject28.bin"/><Relationship Id="rId5" Type="http://schemas.openxmlformats.org/officeDocument/2006/relationships/image" Target="../media/image32.wmf"/><Relationship Id="rId10" Type="http://schemas.openxmlformats.org/officeDocument/2006/relationships/image" Target="../media/image31.wmf"/><Relationship Id="rId4" Type="http://schemas.openxmlformats.org/officeDocument/2006/relationships/oleObject" Target="../embeddings/oleObject26.bin"/><Relationship Id="rId9" Type="http://schemas.openxmlformats.org/officeDocument/2006/relationships/image" Target="../media/image30.wmf"/><Relationship Id="rId14" Type="http://schemas.openxmlformats.org/officeDocument/2006/relationships/image" Target="../media/image36.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11.jpeg"/><Relationship Id="rId7" Type="http://schemas.openxmlformats.org/officeDocument/2006/relationships/image" Target="../media/image9.wmf"/><Relationship Id="rId12" Type="http://schemas.openxmlformats.org/officeDocument/2006/relationships/image" Target="../media/image37.e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0.bin"/><Relationship Id="rId11" Type="http://schemas.openxmlformats.org/officeDocument/2006/relationships/oleObject" Target="../embeddings/oleObject33.bin"/><Relationship Id="rId5" Type="http://schemas.openxmlformats.org/officeDocument/2006/relationships/image" Target="../media/image7.png"/><Relationship Id="rId10" Type="http://schemas.openxmlformats.org/officeDocument/2006/relationships/image" Target="../media/image38.jpeg"/><Relationship Id="rId4" Type="http://schemas.openxmlformats.org/officeDocument/2006/relationships/oleObject" Target="../embeddings/oleObject29.bin"/><Relationship Id="rId9" Type="http://schemas.openxmlformats.org/officeDocument/2006/relationships/oleObject" Target="../embeddings/oleObject32.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42.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xml"/><Relationship Id="rId1" Type="http://schemas.openxmlformats.org/officeDocument/2006/relationships/vmlDrawing" Target="../drawings/vmlDrawing12.v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xml"/><Relationship Id="rId1" Type="http://schemas.openxmlformats.org/officeDocument/2006/relationships/vmlDrawing" Target="../drawings/vmlDrawing13.v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50.wmf"/><Relationship Id="rId7" Type="http://schemas.openxmlformats.org/officeDocument/2006/relationships/image" Target="../media/image30.wm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wmf"/><Relationship Id="rId5" Type="http://schemas.openxmlformats.org/officeDocument/2006/relationships/image" Target="../media/image17.wmf"/><Relationship Id="rId4" Type="http://schemas.openxmlformats.org/officeDocument/2006/relationships/image" Target="../media/image32.wmf"/><Relationship Id="rId9" Type="http://schemas.openxmlformats.org/officeDocument/2006/relationships/image" Target="../media/image33.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oleObject" Target="../embeddings/oleObject41.bin"/><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32.wmf"/><Relationship Id="rId5" Type="http://schemas.openxmlformats.org/officeDocument/2006/relationships/oleObject" Target="../embeddings/oleObject40.bin"/><Relationship Id="rId4" Type="http://schemas.openxmlformats.org/officeDocument/2006/relationships/image" Target="../media/image56.wmf"/></Relationships>
</file>

<file path=ppt/slides/_rels/slide73.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oleObject" Target="../embeddings/oleObject43.bin"/><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32.wmf"/><Relationship Id="rId5" Type="http://schemas.openxmlformats.org/officeDocument/2006/relationships/oleObject" Target="../embeddings/oleObject42.bin"/><Relationship Id="rId4" Type="http://schemas.openxmlformats.org/officeDocument/2006/relationships/image" Target="../media/image56.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oleObject" Target="../embeddings/oleObject45.bin"/><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image" Target="../media/image32.wmf"/><Relationship Id="rId5" Type="http://schemas.openxmlformats.org/officeDocument/2006/relationships/oleObject" Target="../embeddings/oleObject44.bin"/><Relationship Id="rId4" Type="http://schemas.openxmlformats.org/officeDocument/2006/relationships/image" Target="../media/image56.wmf"/></Relationships>
</file>

<file path=ppt/slides/_rels/slide7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image" Target="../media/image32.wmf"/><Relationship Id="rId5" Type="http://schemas.openxmlformats.org/officeDocument/2006/relationships/oleObject" Target="../embeddings/oleObject46.bin"/><Relationship Id="rId4" Type="http://schemas.openxmlformats.org/officeDocument/2006/relationships/image" Target="../media/image56.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xml"/><Relationship Id="rId1" Type="http://schemas.openxmlformats.org/officeDocument/2006/relationships/vmlDrawing" Target="../drawings/vmlDrawing19.vml"/><Relationship Id="rId4" Type="http://schemas.openxmlformats.org/officeDocument/2006/relationships/image" Target="../media/image6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2021737" y="2466228"/>
            <a:ext cx="8024812" cy="1674563"/>
          </a:xfrm>
          <a:prstGeom prst="rect">
            <a:avLst/>
          </a:prstGeom>
          <a:noFill/>
          <a:ln w="9525">
            <a:noFill/>
            <a:miter lim="800000"/>
            <a:headEnd/>
            <a:tailEnd/>
          </a:ln>
        </p:spPr>
        <p:txBody>
          <a:bodyPr vert="horz" wrap="square" lIns="91430" tIns="45716" rIns="91430" bIns="45716" numCol="1" anchor="ctr" anchorCtr="0" compatLnSpc="1">
            <a:prstTxWarp prst="textNoShape">
              <a:avLst/>
            </a:prstTxWarp>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eaLnBrk="1" hangingPunct="1">
              <a:lnSpc>
                <a:spcPct val="125000"/>
              </a:lnSpc>
            </a:pPr>
            <a:r>
              <a:rPr lang="zh-CN" altLang="en-US" sz="4000" b="1" kern="0" dirty="0">
                <a:latin typeface="黑体" panose="02010609060101010101" pitchFamily="49" charset="-122"/>
                <a:ea typeface="黑体" panose="02010609060101010101" pitchFamily="49" charset="-122"/>
              </a:rPr>
              <a:t>第三部分 网络安全</a:t>
            </a:r>
            <a:r>
              <a:rPr lang="en-US" altLang="zh-CN" sz="4000" b="1" kern="0" dirty="0">
                <a:latin typeface="黑体" panose="02010609060101010101" pitchFamily="49" charset="-122"/>
                <a:ea typeface="黑体" panose="02010609060101010101" pitchFamily="49" charset="-122"/>
              </a:rPr>
              <a:t/>
            </a:r>
            <a:br>
              <a:rPr lang="en-US" altLang="zh-CN" sz="4000" b="1" kern="0" dirty="0">
                <a:latin typeface="黑体" panose="02010609060101010101" pitchFamily="49" charset="-122"/>
                <a:ea typeface="黑体" panose="02010609060101010101" pitchFamily="49" charset="-122"/>
              </a:rPr>
            </a:br>
            <a:r>
              <a:rPr lang="en-US" altLang="zh-CN" sz="4000" b="1" kern="0" dirty="0">
                <a:latin typeface="黑体" panose="02010609060101010101" pitchFamily="49" charset="-122"/>
                <a:ea typeface="黑体" panose="02010609060101010101" pitchFamily="49" charset="-122"/>
              </a:rPr>
              <a:t>  </a:t>
            </a:r>
            <a:r>
              <a:rPr lang="zh-CN" altLang="en-US" sz="4000" b="1" kern="0" dirty="0">
                <a:latin typeface="黑体" panose="02010609060101010101" pitchFamily="49" charset="-122"/>
                <a:ea typeface="黑体" panose="02010609060101010101" pitchFamily="49" charset="-122"/>
              </a:rPr>
              <a:t>第</a:t>
            </a:r>
            <a:r>
              <a:rPr lang="en-US" altLang="zh-CN" sz="4000" b="1" kern="0" dirty="0">
                <a:latin typeface="黑体" panose="02010609060101010101" pitchFamily="49" charset="-122"/>
                <a:ea typeface="黑体" panose="02010609060101010101" pitchFamily="49" charset="-122"/>
              </a:rPr>
              <a:t>11</a:t>
            </a:r>
            <a:r>
              <a:rPr lang="zh-CN" altLang="en-US" sz="4000" b="1" kern="0" dirty="0">
                <a:latin typeface="黑体" panose="02010609060101010101" pitchFamily="49" charset="-122"/>
                <a:ea typeface="黑体" panose="02010609060101010101" pitchFamily="49" charset="-122"/>
              </a:rPr>
              <a:t>章 安全协议</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smtClean="0"/>
              <a:t>目录</a:t>
            </a:r>
          </a:p>
        </p:txBody>
      </p:sp>
      <p:sp>
        <p:nvSpPr>
          <p:cNvPr id="32771" name="Rectangle 3"/>
          <p:cNvSpPr>
            <a:spLocks noGrp="1" noChangeArrowheads="1"/>
          </p:cNvSpPr>
          <p:nvPr>
            <p:ph idx="1"/>
          </p:nvPr>
        </p:nvSpPr>
        <p:spPr>
          <a:xfrm>
            <a:off x="169964" y="785340"/>
            <a:ext cx="6858000" cy="4114800"/>
          </a:xfrm>
        </p:spPr>
        <p:txBody>
          <a:bodyPr/>
          <a:lstStyle/>
          <a:p>
            <a:pPr eaLnBrk="1" hangingPunct="1">
              <a:lnSpc>
                <a:spcPct val="130000"/>
              </a:lnSpc>
              <a:buFont typeface="Wingdings" panose="05000000000000000000" pitchFamily="2" charset="2"/>
              <a:buNone/>
            </a:pPr>
            <a:r>
              <a:rPr lang="en-US" altLang="zh-CN" dirty="0" smtClean="0"/>
              <a:t>11.1 TCP/IP</a:t>
            </a:r>
            <a:r>
              <a:rPr lang="zh-CN" altLang="en-US" dirty="0" smtClean="0"/>
              <a:t>安全协议体系概述</a:t>
            </a:r>
          </a:p>
          <a:p>
            <a:pPr eaLnBrk="1" hangingPunct="1">
              <a:lnSpc>
                <a:spcPct val="130000"/>
              </a:lnSpc>
              <a:buFont typeface="Wingdings" panose="05000000000000000000" pitchFamily="2" charset="2"/>
              <a:buNone/>
            </a:pPr>
            <a:r>
              <a:rPr lang="en-US" altLang="zh-CN" dirty="0" smtClean="0"/>
              <a:t>11.2 VPN</a:t>
            </a:r>
            <a:r>
              <a:rPr lang="zh-CN" altLang="en-US" dirty="0" smtClean="0"/>
              <a:t>与隧道技术</a:t>
            </a:r>
            <a:endParaRPr lang="en-US" altLang="zh-CN" dirty="0" smtClean="0"/>
          </a:p>
          <a:p>
            <a:pPr eaLnBrk="1" hangingPunct="1">
              <a:lnSpc>
                <a:spcPct val="130000"/>
              </a:lnSpc>
              <a:buFont typeface="Wingdings" panose="05000000000000000000" pitchFamily="2" charset="2"/>
              <a:buNone/>
            </a:pPr>
            <a:r>
              <a:rPr lang="en-US" altLang="zh-CN" dirty="0" smtClean="0"/>
              <a:t>11.3 </a:t>
            </a:r>
            <a:r>
              <a:rPr lang="zh-CN" altLang="en-US" dirty="0" smtClean="0"/>
              <a:t>二层隧道技术</a:t>
            </a:r>
            <a:r>
              <a:rPr lang="en-US" altLang="zh-CN" dirty="0" smtClean="0"/>
              <a:t>L2TP</a:t>
            </a:r>
          </a:p>
          <a:p>
            <a:pPr eaLnBrk="1" hangingPunct="1">
              <a:lnSpc>
                <a:spcPct val="130000"/>
              </a:lnSpc>
              <a:buFont typeface="Wingdings" panose="05000000000000000000" pitchFamily="2" charset="2"/>
              <a:buNone/>
            </a:pPr>
            <a:r>
              <a:rPr lang="en-US" altLang="zh-CN" dirty="0" smtClean="0"/>
              <a:t>11.4 </a:t>
            </a:r>
            <a:r>
              <a:rPr lang="zh-CN" altLang="en-US" smtClean="0"/>
              <a:t>网络层安全</a:t>
            </a:r>
            <a:r>
              <a:rPr lang="zh-CN" altLang="en-US" dirty="0" smtClean="0"/>
              <a:t>协议</a:t>
            </a:r>
          </a:p>
          <a:p>
            <a:pPr eaLnBrk="1" hangingPunct="1">
              <a:lnSpc>
                <a:spcPct val="130000"/>
              </a:lnSpc>
              <a:buFont typeface="Wingdings" panose="05000000000000000000" pitchFamily="2" charset="2"/>
              <a:buNone/>
            </a:pPr>
            <a:r>
              <a:rPr lang="en-US" altLang="zh-CN" dirty="0" smtClean="0"/>
              <a:t>11.5 </a:t>
            </a:r>
            <a:r>
              <a:rPr lang="zh-CN" altLang="en-US" dirty="0" smtClean="0"/>
              <a:t>传输层安全协议</a:t>
            </a:r>
          </a:p>
          <a:p>
            <a:pPr eaLnBrk="1" hangingPunct="1">
              <a:lnSpc>
                <a:spcPct val="130000"/>
              </a:lnSpc>
              <a:buFont typeface="Wingdings" panose="05000000000000000000" pitchFamily="2" charset="2"/>
              <a:buNone/>
            </a:pPr>
            <a:r>
              <a:rPr lang="en-US" altLang="zh-CN" dirty="0" smtClean="0"/>
              <a:t>11.6 </a:t>
            </a:r>
            <a:r>
              <a:rPr lang="zh-CN" altLang="en-US" dirty="0" smtClean="0"/>
              <a:t>代理协议</a:t>
            </a:r>
          </a:p>
          <a:p>
            <a:pPr eaLnBrk="1" hangingPunct="1">
              <a:lnSpc>
                <a:spcPct val="130000"/>
              </a:lnSpc>
              <a:buFont typeface="Wingdings" panose="05000000000000000000" pitchFamily="2" charset="2"/>
              <a:buNone/>
            </a:pPr>
            <a:r>
              <a:rPr lang="en-US" altLang="zh-CN" dirty="0" smtClean="0"/>
              <a:t>11.7 </a:t>
            </a:r>
            <a:r>
              <a:rPr lang="zh-CN" altLang="en-US" dirty="0" smtClean="0"/>
              <a:t>应用层安全协议</a:t>
            </a:r>
          </a:p>
        </p:txBody>
      </p:sp>
    </p:spTree>
    <p:extLst>
      <p:ext uri="{BB962C8B-B14F-4D97-AF65-F5344CB8AC3E}">
        <p14:creationId xmlns:p14="http://schemas.microsoft.com/office/powerpoint/2010/main" val="21468144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4"/>
          <p:cNvGrpSpPr>
            <a:grpSpLocks/>
          </p:cNvGrpSpPr>
          <p:nvPr/>
        </p:nvGrpSpPr>
        <p:grpSpPr bwMode="auto">
          <a:xfrm>
            <a:off x="1609928" y="1016539"/>
            <a:ext cx="8172450" cy="3810000"/>
            <a:chOff x="-3" y="-3"/>
            <a:chExt cx="2570" cy="3978"/>
          </a:xfrm>
        </p:grpSpPr>
        <p:grpSp>
          <p:nvGrpSpPr>
            <p:cNvPr id="33796" name="Group 5"/>
            <p:cNvGrpSpPr>
              <a:grpSpLocks/>
            </p:cNvGrpSpPr>
            <p:nvPr/>
          </p:nvGrpSpPr>
          <p:grpSpPr bwMode="auto">
            <a:xfrm>
              <a:off x="0" y="0"/>
              <a:ext cx="2564" cy="3972"/>
              <a:chOff x="0" y="0"/>
              <a:chExt cx="2564" cy="3972"/>
            </a:xfrm>
          </p:grpSpPr>
          <p:grpSp>
            <p:nvGrpSpPr>
              <p:cNvPr id="33798" name="Group 6"/>
              <p:cNvGrpSpPr>
                <a:grpSpLocks/>
              </p:cNvGrpSpPr>
              <p:nvPr/>
            </p:nvGrpSpPr>
            <p:grpSpPr bwMode="auto">
              <a:xfrm>
                <a:off x="0" y="0"/>
                <a:ext cx="791" cy="518"/>
                <a:chOff x="0" y="0"/>
                <a:chExt cx="791" cy="518"/>
              </a:xfrm>
            </p:grpSpPr>
            <p:sp>
              <p:nvSpPr>
                <p:cNvPr id="33865" name="Rectangle 7"/>
                <p:cNvSpPr>
                  <a:spLocks noChangeArrowheads="1"/>
                </p:cNvSpPr>
                <p:nvPr/>
              </p:nvSpPr>
              <p:spPr bwMode="auto">
                <a:xfrm>
                  <a:off x="43" y="0"/>
                  <a:ext cx="70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a:solidFill>
                        <a:srgbClr val="085D9C"/>
                      </a:solidFill>
                      <a:latin typeface="微软雅黑" panose="020B0503020204020204" pitchFamily="34" charset="-122"/>
                      <a:ea typeface="微软雅黑" panose="020B0503020204020204" pitchFamily="34" charset="-122"/>
                    </a:rPr>
                    <a:t>ISO/OSI</a:t>
                  </a:r>
                  <a:r>
                    <a:rPr kumimoji="1" lang="zh-CN" altLang="en-US" sz="1800">
                      <a:solidFill>
                        <a:srgbClr val="085D9C"/>
                      </a:solidFill>
                      <a:latin typeface="微软雅黑" panose="020B0503020204020204" pitchFamily="34" charset="-122"/>
                      <a:ea typeface="微软雅黑" panose="020B0503020204020204" pitchFamily="34" charset="-122"/>
                    </a:rPr>
                    <a:t>参考模型</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66" name="Rectangle 8"/>
                <p:cNvSpPr>
                  <a:spLocks noChangeArrowheads="1"/>
                </p:cNvSpPr>
                <p:nvPr/>
              </p:nvSpPr>
              <p:spPr bwMode="auto">
                <a:xfrm>
                  <a:off x="0" y="0"/>
                  <a:ext cx="791"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799" name="Group 9"/>
              <p:cNvGrpSpPr>
                <a:grpSpLocks/>
              </p:cNvGrpSpPr>
              <p:nvPr/>
            </p:nvGrpSpPr>
            <p:grpSpPr bwMode="auto">
              <a:xfrm>
                <a:off x="791" y="0"/>
                <a:ext cx="791" cy="518"/>
                <a:chOff x="791" y="0"/>
                <a:chExt cx="791" cy="518"/>
              </a:xfrm>
            </p:grpSpPr>
            <p:sp>
              <p:nvSpPr>
                <p:cNvPr id="33863" name="Rectangle 10"/>
                <p:cNvSpPr>
                  <a:spLocks noChangeArrowheads="1"/>
                </p:cNvSpPr>
                <p:nvPr/>
              </p:nvSpPr>
              <p:spPr bwMode="auto">
                <a:xfrm>
                  <a:off x="834" y="0"/>
                  <a:ext cx="70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TCP/IP</a:t>
                  </a:r>
                  <a:r>
                    <a:rPr kumimoji="1" lang="zh-CN" altLang="en-US" sz="1800">
                      <a:solidFill>
                        <a:srgbClr val="085D9C"/>
                      </a:solidFill>
                      <a:latin typeface="微软雅黑" panose="020B0503020204020204" pitchFamily="34" charset="-122"/>
                      <a:ea typeface="微软雅黑" panose="020B0503020204020204" pitchFamily="34" charset="-122"/>
                    </a:rPr>
                    <a:t>层次模型</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64" name="Rectangle 11"/>
                <p:cNvSpPr>
                  <a:spLocks noChangeArrowheads="1"/>
                </p:cNvSpPr>
                <p:nvPr/>
              </p:nvSpPr>
              <p:spPr bwMode="auto">
                <a:xfrm>
                  <a:off x="791" y="0"/>
                  <a:ext cx="791"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0" name="Group 12"/>
              <p:cNvGrpSpPr>
                <a:grpSpLocks/>
              </p:cNvGrpSpPr>
              <p:nvPr/>
            </p:nvGrpSpPr>
            <p:grpSpPr bwMode="auto">
              <a:xfrm>
                <a:off x="1582" y="0"/>
                <a:ext cx="982" cy="518"/>
                <a:chOff x="1582" y="0"/>
                <a:chExt cx="982" cy="518"/>
              </a:xfrm>
            </p:grpSpPr>
            <p:sp>
              <p:nvSpPr>
                <p:cNvPr id="33861" name="Rectangle 13"/>
                <p:cNvSpPr>
                  <a:spLocks noChangeArrowheads="1"/>
                </p:cNvSpPr>
                <p:nvPr/>
              </p:nvSpPr>
              <p:spPr bwMode="auto">
                <a:xfrm>
                  <a:off x="1625" y="0"/>
                  <a:ext cx="89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TCP/IP</a:t>
                  </a:r>
                  <a:r>
                    <a:rPr kumimoji="1" lang="zh-CN" altLang="en-US" sz="1800">
                      <a:solidFill>
                        <a:srgbClr val="085D9C"/>
                      </a:solidFill>
                      <a:latin typeface="微软雅黑" panose="020B0503020204020204" pitchFamily="34" charset="-122"/>
                      <a:ea typeface="微软雅黑" panose="020B0503020204020204" pitchFamily="34" charset="-122"/>
                    </a:rPr>
                    <a:t>体系</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62" name="Rectangle 14"/>
                <p:cNvSpPr>
                  <a:spLocks noChangeArrowheads="1"/>
                </p:cNvSpPr>
                <p:nvPr/>
              </p:nvSpPr>
              <p:spPr bwMode="auto">
                <a:xfrm>
                  <a:off x="1582" y="0"/>
                  <a:ext cx="98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1" name="Group 15"/>
              <p:cNvGrpSpPr>
                <a:grpSpLocks/>
              </p:cNvGrpSpPr>
              <p:nvPr/>
            </p:nvGrpSpPr>
            <p:grpSpPr bwMode="auto">
              <a:xfrm>
                <a:off x="0" y="518"/>
                <a:ext cx="791" cy="403"/>
                <a:chOff x="0" y="518"/>
                <a:chExt cx="791" cy="403"/>
              </a:xfrm>
            </p:grpSpPr>
            <p:sp>
              <p:nvSpPr>
                <p:cNvPr id="33859" name="Rectangle 16"/>
                <p:cNvSpPr>
                  <a:spLocks noChangeArrowheads="1"/>
                </p:cNvSpPr>
                <p:nvPr/>
              </p:nvSpPr>
              <p:spPr bwMode="auto">
                <a:xfrm>
                  <a:off x="43" y="518"/>
                  <a:ext cx="7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应用层（</a:t>
                  </a:r>
                  <a:r>
                    <a:rPr kumimoji="1" lang="en-US" altLang="zh-CN" sz="1800">
                      <a:solidFill>
                        <a:srgbClr val="085D9C"/>
                      </a:solidFill>
                      <a:latin typeface="微软雅黑" panose="020B0503020204020204" pitchFamily="34" charset="-122"/>
                      <a:ea typeface="微软雅黑" panose="020B0503020204020204" pitchFamily="34" charset="-122"/>
                    </a:rPr>
                    <a:t>A</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60" name="Rectangle 17"/>
                <p:cNvSpPr>
                  <a:spLocks noChangeArrowheads="1"/>
                </p:cNvSpPr>
                <p:nvPr/>
              </p:nvSpPr>
              <p:spPr bwMode="auto">
                <a:xfrm>
                  <a:off x="0" y="518"/>
                  <a:ext cx="7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2" name="Group 18"/>
              <p:cNvGrpSpPr>
                <a:grpSpLocks/>
              </p:cNvGrpSpPr>
              <p:nvPr/>
            </p:nvGrpSpPr>
            <p:grpSpPr bwMode="auto">
              <a:xfrm>
                <a:off x="791" y="518"/>
                <a:ext cx="791" cy="1324"/>
                <a:chOff x="791" y="518"/>
                <a:chExt cx="791" cy="1324"/>
              </a:xfrm>
            </p:grpSpPr>
            <p:sp>
              <p:nvSpPr>
                <p:cNvPr id="33857" name="Rectangle 19"/>
                <p:cNvSpPr>
                  <a:spLocks noChangeArrowheads="1"/>
                </p:cNvSpPr>
                <p:nvPr/>
              </p:nvSpPr>
              <p:spPr bwMode="auto">
                <a:xfrm>
                  <a:off x="834" y="518"/>
                  <a:ext cx="705" cy="1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 </a:t>
                  </a:r>
                </a:p>
                <a:p>
                  <a:pPr algn="ctr"/>
                  <a:r>
                    <a:rPr kumimoji="1" lang="zh-CN" altLang="en-US" sz="1800">
                      <a:solidFill>
                        <a:srgbClr val="085D9C"/>
                      </a:solidFill>
                      <a:latin typeface="微软雅黑" panose="020B0503020204020204" pitchFamily="34" charset="-122"/>
                      <a:ea typeface="微软雅黑" panose="020B0503020204020204" pitchFamily="34" charset="-122"/>
                    </a:rPr>
                    <a:t>应用层</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58" name="Rectangle 20"/>
                <p:cNvSpPr>
                  <a:spLocks noChangeArrowheads="1"/>
                </p:cNvSpPr>
                <p:nvPr/>
              </p:nvSpPr>
              <p:spPr bwMode="auto">
                <a:xfrm>
                  <a:off x="791" y="518"/>
                  <a:ext cx="791" cy="132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3" name="Group 21"/>
              <p:cNvGrpSpPr>
                <a:grpSpLocks/>
              </p:cNvGrpSpPr>
              <p:nvPr/>
            </p:nvGrpSpPr>
            <p:grpSpPr bwMode="auto">
              <a:xfrm>
                <a:off x="1582" y="518"/>
                <a:ext cx="491" cy="1324"/>
                <a:chOff x="1582" y="518"/>
                <a:chExt cx="491" cy="1324"/>
              </a:xfrm>
            </p:grpSpPr>
            <p:sp>
              <p:nvSpPr>
                <p:cNvPr id="33855" name="Rectangle 22"/>
                <p:cNvSpPr>
                  <a:spLocks noChangeArrowheads="1"/>
                </p:cNvSpPr>
                <p:nvPr/>
              </p:nvSpPr>
              <p:spPr bwMode="auto">
                <a:xfrm>
                  <a:off x="1625" y="518"/>
                  <a:ext cx="405" cy="1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a:solidFill>
                        <a:srgbClr val="085D9C"/>
                      </a:solidFill>
                      <a:latin typeface="微软雅黑" panose="020B0503020204020204" pitchFamily="34" charset="-122"/>
                      <a:ea typeface="微软雅黑" panose="020B0503020204020204" pitchFamily="34" charset="-122"/>
                    </a:rPr>
                    <a:t>FTP</a:t>
                  </a:r>
                </a:p>
                <a:p>
                  <a:pPr algn="just"/>
                  <a:r>
                    <a:rPr kumimoji="1" lang="en-US" altLang="zh-CN" sz="1800">
                      <a:solidFill>
                        <a:srgbClr val="085D9C"/>
                      </a:solidFill>
                      <a:latin typeface="微软雅黑" panose="020B0503020204020204" pitchFamily="34" charset="-122"/>
                      <a:ea typeface="微软雅黑" panose="020B0503020204020204" pitchFamily="34" charset="-122"/>
                    </a:rPr>
                    <a:t>TELNET</a:t>
                  </a:r>
                </a:p>
                <a:p>
                  <a:pPr algn="just"/>
                  <a:r>
                    <a:rPr kumimoji="1" lang="en-US" altLang="zh-CN" sz="1800">
                      <a:solidFill>
                        <a:srgbClr val="085D9C"/>
                      </a:solidFill>
                      <a:latin typeface="微软雅黑" panose="020B0503020204020204" pitchFamily="34" charset="-122"/>
                      <a:ea typeface="微软雅黑" panose="020B0503020204020204" pitchFamily="34" charset="-122"/>
                    </a:rPr>
                    <a:t>HTTP</a:t>
                  </a:r>
                </a:p>
                <a:p>
                  <a:pPr algn="just"/>
                  <a:r>
                    <a:rPr kumimoji="1" lang="en-US" altLang="zh-CN" sz="1800">
                      <a:solidFill>
                        <a:srgbClr val="085D9C"/>
                      </a:solidFill>
                      <a:latin typeface="微软雅黑" panose="020B0503020204020204" pitchFamily="34" charset="-122"/>
                      <a:ea typeface="微软雅黑" panose="020B0503020204020204" pitchFamily="34" charset="-122"/>
                    </a:rPr>
                    <a:t>SNMP</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56" name="Rectangle 23"/>
                <p:cNvSpPr>
                  <a:spLocks noChangeArrowheads="1"/>
                </p:cNvSpPr>
                <p:nvPr/>
              </p:nvSpPr>
              <p:spPr bwMode="auto">
                <a:xfrm>
                  <a:off x="1582" y="518"/>
                  <a:ext cx="491" cy="132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4" name="Group 24"/>
              <p:cNvGrpSpPr>
                <a:grpSpLocks/>
              </p:cNvGrpSpPr>
              <p:nvPr/>
            </p:nvGrpSpPr>
            <p:grpSpPr bwMode="auto">
              <a:xfrm>
                <a:off x="2073" y="518"/>
                <a:ext cx="491" cy="403"/>
                <a:chOff x="2073" y="518"/>
                <a:chExt cx="491" cy="403"/>
              </a:xfrm>
            </p:grpSpPr>
            <p:sp>
              <p:nvSpPr>
                <p:cNvPr id="33853" name="Rectangle 25"/>
                <p:cNvSpPr>
                  <a:spLocks noChangeArrowheads="1"/>
                </p:cNvSpPr>
                <p:nvPr/>
              </p:nvSpPr>
              <p:spPr bwMode="auto">
                <a:xfrm>
                  <a:off x="2116" y="518"/>
                  <a:ext cx="4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NFS</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54" name="Rectangle 26"/>
                <p:cNvSpPr>
                  <a:spLocks noChangeArrowheads="1"/>
                </p:cNvSpPr>
                <p:nvPr/>
              </p:nvSpPr>
              <p:spPr bwMode="auto">
                <a:xfrm>
                  <a:off x="2073" y="518"/>
                  <a:ext cx="4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5" name="Group 27"/>
              <p:cNvGrpSpPr>
                <a:grpSpLocks/>
              </p:cNvGrpSpPr>
              <p:nvPr/>
            </p:nvGrpSpPr>
            <p:grpSpPr bwMode="auto">
              <a:xfrm>
                <a:off x="0" y="921"/>
                <a:ext cx="791" cy="518"/>
                <a:chOff x="0" y="921"/>
                <a:chExt cx="791" cy="518"/>
              </a:xfrm>
            </p:grpSpPr>
            <p:sp>
              <p:nvSpPr>
                <p:cNvPr id="33851" name="Rectangle 28"/>
                <p:cNvSpPr>
                  <a:spLocks noChangeArrowheads="1"/>
                </p:cNvSpPr>
                <p:nvPr/>
              </p:nvSpPr>
              <p:spPr bwMode="auto">
                <a:xfrm>
                  <a:off x="43" y="921"/>
                  <a:ext cx="70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表示层（</a:t>
                  </a:r>
                  <a:r>
                    <a:rPr kumimoji="1" lang="en-US" altLang="zh-CN" sz="1800">
                      <a:solidFill>
                        <a:srgbClr val="085D9C"/>
                      </a:solidFill>
                      <a:latin typeface="微软雅黑" panose="020B0503020204020204" pitchFamily="34" charset="-122"/>
                      <a:ea typeface="微软雅黑" panose="020B0503020204020204" pitchFamily="34" charset="-122"/>
                    </a:rPr>
                    <a:t>P</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r>
                    <a:rPr kumimoji="1" lang="zh-CN" altLang="en-US" sz="1800">
                      <a:solidFill>
                        <a:srgbClr val="085D9C"/>
                      </a:solidFill>
                      <a:latin typeface="微软雅黑" panose="020B0503020204020204" pitchFamily="34" charset="-122"/>
                      <a:ea typeface="微软雅黑" panose="020B0503020204020204" pitchFamily="34" charset="-122"/>
                    </a:rPr>
                    <a:t> </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52" name="Rectangle 29"/>
                <p:cNvSpPr>
                  <a:spLocks noChangeArrowheads="1"/>
                </p:cNvSpPr>
                <p:nvPr/>
              </p:nvSpPr>
              <p:spPr bwMode="auto">
                <a:xfrm>
                  <a:off x="0" y="921"/>
                  <a:ext cx="791"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6" name="Group 30"/>
              <p:cNvGrpSpPr>
                <a:grpSpLocks/>
              </p:cNvGrpSpPr>
              <p:nvPr/>
            </p:nvGrpSpPr>
            <p:grpSpPr bwMode="auto">
              <a:xfrm>
                <a:off x="2073" y="921"/>
                <a:ext cx="491" cy="518"/>
                <a:chOff x="2073" y="921"/>
                <a:chExt cx="491" cy="518"/>
              </a:xfrm>
            </p:grpSpPr>
            <p:sp>
              <p:nvSpPr>
                <p:cNvPr id="33849" name="Rectangle 31"/>
                <p:cNvSpPr>
                  <a:spLocks noChangeArrowheads="1"/>
                </p:cNvSpPr>
                <p:nvPr/>
              </p:nvSpPr>
              <p:spPr bwMode="auto">
                <a:xfrm>
                  <a:off x="2116" y="921"/>
                  <a:ext cx="40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XDR</a:t>
                  </a:r>
                </a:p>
                <a:p>
                  <a:pPr algn="ctr"/>
                  <a:r>
                    <a:rPr kumimoji="1" lang="en-US" altLang="zh-CN" sz="1800">
                      <a:solidFill>
                        <a:srgbClr val="085D9C"/>
                      </a:solidFill>
                      <a:latin typeface="微软雅黑" panose="020B0503020204020204" pitchFamily="34" charset="-122"/>
                      <a:ea typeface="微软雅黑" panose="020B0503020204020204" pitchFamily="34" charset="-122"/>
                    </a:rPr>
                    <a:t>SMTR</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50" name="Rectangle 32"/>
                <p:cNvSpPr>
                  <a:spLocks noChangeArrowheads="1"/>
                </p:cNvSpPr>
                <p:nvPr/>
              </p:nvSpPr>
              <p:spPr bwMode="auto">
                <a:xfrm>
                  <a:off x="2073" y="921"/>
                  <a:ext cx="491"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7" name="Group 33"/>
              <p:cNvGrpSpPr>
                <a:grpSpLocks/>
              </p:cNvGrpSpPr>
              <p:nvPr/>
            </p:nvGrpSpPr>
            <p:grpSpPr bwMode="auto">
              <a:xfrm>
                <a:off x="0" y="1439"/>
                <a:ext cx="791" cy="403"/>
                <a:chOff x="0" y="1439"/>
                <a:chExt cx="791" cy="403"/>
              </a:xfrm>
            </p:grpSpPr>
            <p:sp>
              <p:nvSpPr>
                <p:cNvPr id="33847" name="Rectangle 34"/>
                <p:cNvSpPr>
                  <a:spLocks noChangeArrowheads="1"/>
                </p:cNvSpPr>
                <p:nvPr/>
              </p:nvSpPr>
              <p:spPr bwMode="auto">
                <a:xfrm>
                  <a:off x="43" y="1439"/>
                  <a:ext cx="7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会话层（</a:t>
                  </a:r>
                  <a:r>
                    <a:rPr kumimoji="1" lang="en-US" altLang="zh-CN" sz="1800">
                      <a:solidFill>
                        <a:srgbClr val="085D9C"/>
                      </a:solidFill>
                      <a:latin typeface="微软雅黑" panose="020B0503020204020204" pitchFamily="34" charset="-122"/>
                      <a:ea typeface="微软雅黑" panose="020B0503020204020204" pitchFamily="34" charset="-122"/>
                    </a:rPr>
                    <a:t>S</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48" name="Rectangle 35"/>
                <p:cNvSpPr>
                  <a:spLocks noChangeArrowheads="1"/>
                </p:cNvSpPr>
                <p:nvPr/>
              </p:nvSpPr>
              <p:spPr bwMode="auto">
                <a:xfrm>
                  <a:off x="0" y="1439"/>
                  <a:ext cx="7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8" name="Group 36"/>
              <p:cNvGrpSpPr>
                <a:grpSpLocks/>
              </p:cNvGrpSpPr>
              <p:nvPr/>
            </p:nvGrpSpPr>
            <p:grpSpPr bwMode="auto">
              <a:xfrm>
                <a:off x="2073" y="1439"/>
                <a:ext cx="491" cy="403"/>
                <a:chOff x="2073" y="1439"/>
                <a:chExt cx="491" cy="403"/>
              </a:xfrm>
            </p:grpSpPr>
            <p:sp>
              <p:nvSpPr>
                <p:cNvPr id="33845" name="Rectangle 37"/>
                <p:cNvSpPr>
                  <a:spLocks noChangeArrowheads="1"/>
                </p:cNvSpPr>
                <p:nvPr/>
              </p:nvSpPr>
              <p:spPr bwMode="auto">
                <a:xfrm>
                  <a:off x="2116" y="1439"/>
                  <a:ext cx="4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RPC</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46" name="Rectangle 38"/>
                <p:cNvSpPr>
                  <a:spLocks noChangeArrowheads="1"/>
                </p:cNvSpPr>
                <p:nvPr/>
              </p:nvSpPr>
              <p:spPr bwMode="auto">
                <a:xfrm>
                  <a:off x="2073" y="1439"/>
                  <a:ext cx="4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09" name="Group 39"/>
              <p:cNvGrpSpPr>
                <a:grpSpLocks/>
              </p:cNvGrpSpPr>
              <p:nvPr/>
            </p:nvGrpSpPr>
            <p:grpSpPr bwMode="auto">
              <a:xfrm>
                <a:off x="0" y="1842"/>
                <a:ext cx="791" cy="403"/>
                <a:chOff x="0" y="1842"/>
                <a:chExt cx="791" cy="403"/>
              </a:xfrm>
            </p:grpSpPr>
            <p:sp>
              <p:nvSpPr>
                <p:cNvPr id="33843" name="Rectangle 40"/>
                <p:cNvSpPr>
                  <a:spLocks noChangeArrowheads="1"/>
                </p:cNvSpPr>
                <p:nvPr/>
              </p:nvSpPr>
              <p:spPr bwMode="auto">
                <a:xfrm>
                  <a:off x="43" y="1842"/>
                  <a:ext cx="7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传输层（</a:t>
                  </a:r>
                  <a:r>
                    <a:rPr kumimoji="1" lang="en-US" altLang="zh-CN" sz="1800">
                      <a:solidFill>
                        <a:srgbClr val="085D9C"/>
                      </a:solidFill>
                      <a:latin typeface="微软雅黑" panose="020B0503020204020204" pitchFamily="34" charset="-122"/>
                      <a:ea typeface="微软雅黑" panose="020B0503020204020204" pitchFamily="34" charset="-122"/>
                    </a:rPr>
                    <a:t>T</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44" name="Rectangle 41"/>
                <p:cNvSpPr>
                  <a:spLocks noChangeArrowheads="1"/>
                </p:cNvSpPr>
                <p:nvPr/>
              </p:nvSpPr>
              <p:spPr bwMode="auto">
                <a:xfrm>
                  <a:off x="0" y="1842"/>
                  <a:ext cx="7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0" name="Group 42"/>
              <p:cNvGrpSpPr>
                <a:grpSpLocks/>
              </p:cNvGrpSpPr>
              <p:nvPr/>
            </p:nvGrpSpPr>
            <p:grpSpPr bwMode="auto">
              <a:xfrm>
                <a:off x="791" y="1842"/>
                <a:ext cx="791" cy="403"/>
                <a:chOff x="791" y="1842"/>
                <a:chExt cx="791" cy="403"/>
              </a:xfrm>
            </p:grpSpPr>
            <p:sp>
              <p:nvSpPr>
                <p:cNvPr id="33841" name="Rectangle 43"/>
                <p:cNvSpPr>
                  <a:spLocks noChangeArrowheads="1"/>
                </p:cNvSpPr>
                <p:nvPr/>
              </p:nvSpPr>
              <p:spPr bwMode="auto">
                <a:xfrm>
                  <a:off x="834" y="1842"/>
                  <a:ext cx="7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solidFill>
                        <a:srgbClr val="085D9C"/>
                      </a:solidFill>
                      <a:latin typeface="微软雅黑" panose="020B0503020204020204" pitchFamily="34" charset="-122"/>
                      <a:ea typeface="微软雅黑" panose="020B0503020204020204" pitchFamily="34" charset="-122"/>
                    </a:rPr>
                    <a:t>传输层</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42" name="Rectangle 44"/>
                <p:cNvSpPr>
                  <a:spLocks noChangeArrowheads="1"/>
                </p:cNvSpPr>
                <p:nvPr/>
              </p:nvSpPr>
              <p:spPr bwMode="auto">
                <a:xfrm>
                  <a:off x="791" y="1842"/>
                  <a:ext cx="7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1" name="Group 45"/>
              <p:cNvGrpSpPr>
                <a:grpSpLocks/>
              </p:cNvGrpSpPr>
              <p:nvPr/>
            </p:nvGrpSpPr>
            <p:grpSpPr bwMode="auto">
              <a:xfrm>
                <a:off x="1582" y="1842"/>
                <a:ext cx="982" cy="403"/>
                <a:chOff x="1582" y="1842"/>
                <a:chExt cx="982" cy="403"/>
              </a:xfrm>
            </p:grpSpPr>
            <p:sp>
              <p:nvSpPr>
                <p:cNvPr id="33839" name="Rectangle 46"/>
                <p:cNvSpPr>
                  <a:spLocks noChangeArrowheads="1"/>
                </p:cNvSpPr>
                <p:nvPr/>
              </p:nvSpPr>
              <p:spPr bwMode="auto">
                <a:xfrm>
                  <a:off x="1625" y="1842"/>
                  <a:ext cx="89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TCP/UDP</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40" name="Rectangle 47"/>
                <p:cNvSpPr>
                  <a:spLocks noChangeArrowheads="1"/>
                </p:cNvSpPr>
                <p:nvPr/>
              </p:nvSpPr>
              <p:spPr bwMode="auto">
                <a:xfrm>
                  <a:off x="1582" y="1842"/>
                  <a:ext cx="98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2" name="Group 48"/>
              <p:cNvGrpSpPr>
                <a:grpSpLocks/>
              </p:cNvGrpSpPr>
              <p:nvPr/>
            </p:nvGrpSpPr>
            <p:grpSpPr bwMode="auto">
              <a:xfrm>
                <a:off x="0" y="2245"/>
                <a:ext cx="791" cy="806"/>
                <a:chOff x="0" y="2245"/>
                <a:chExt cx="791" cy="806"/>
              </a:xfrm>
            </p:grpSpPr>
            <p:sp>
              <p:nvSpPr>
                <p:cNvPr id="33837" name="Rectangle 49"/>
                <p:cNvSpPr>
                  <a:spLocks noChangeArrowheads="1"/>
                </p:cNvSpPr>
                <p:nvPr/>
              </p:nvSpPr>
              <p:spPr bwMode="auto">
                <a:xfrm>
                  <a:off x="43" y="2245"/>
                  <a:ext cx="705"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网络层（</a:t>
                  </a:r>
                  <a:r>
                    <a:rPr kumimoji="1" lang="en-US" altLang="zh-CN" sz="1800">
                      <a:solidFill>
                        <a:srgbClr val="085D9C"/>
                      </a:solidFill>
                      <a:latin typeface="微软雅黑" panose="020B0503020204020204" pitchFamily="34" charset="-122"/>
                      <a:ea typeface="微软雅黑" panose="020B0503020204020204" pitchFamily="34" charset="-122"/>
                    </a:rPr>
                    <a:t>N</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38" name="Rectangle 50"/>
                <p:cNvSpPr>
                  <a:spLocks noChangeArrowheads="1"/>
                </p:cNvSpPr>
                <p:nvPr/>
              </p:nvSpPr>
              <p:spPr bwMode="auto">
                <a:xfrm>
                  <a:off x="0" y="2245"/>
                  <a:ext cx="791" cy="80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3" name="Group 51"/>
              <p:cNvGrpSpPr>
                <a:grpSpLocks/>
              </p:cNvGrpSpPr>
              <p:nvPr/>
            </p:nvGrpSpPr>
            <p:grpSpPr bwMode="auto">
              <a:xfrm>
                <a:off x="791" y="2245"/>
                <a:ext cx="791" cy="806"/>
                <a:chOff x="791" y="2245"/>
                <a:chExt cx="791" cy="806"/>
              </a:xfrm>
            </p:grpSpPr>
            <p:sp>
              <p:nvSpPr>
                <p:cNvPr id="33835" name="Rectangle 52"/>
                <p:cNvSpPr>
                  <a:spLocks noChangeArrowheads="1"/>
                </p:cNvSpPr>
                <p:nvPr/>
              </p:nvSpPr>
              <p:spPr bwMode="auto">
                <a:xfrm>
                  <a:off x="834" y="2245"/>
                  <a:ext cx="705"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IP</a:t>
                  </a:r>
                  <a:r>
                    <a:rPr kumimoji="1" lang="zh-CN" altLang="en-US" sz="1800">
                      <a:solidFill>
                        <a:srgbClr val="085D9C"/>
                      </a:solidFill>
                      <a:latin typeface="微软雅黑" panose="020B0503020204020204" pitchFamily="34" charset="-122"/>
                      <a:ea typeface="微软雅黑" panose="020B0503020204020204" pitchFamily="34" charset="-122"/>
                    </a:rPr>
                    <a:t>层</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36" name="Rectangle 53"/>
                <p:cNvSpPr>
                  <a:spLocks noChangeArrowheads="1"/>
                </p:cNvSpPr>
                <p:nvPr/>
              </p:nvSpPr>
              <p:spPr bwMode="auto">
                <a:xfrm>
                  <a:off x="791" y="2245"/>
                  <a:ext cx="791" cy="80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4" name="Group 54"/>
              <p:cNvGrpSpPr>
                <a:grpSpLocks/>
              </p:cNvGrpSpPr>
              <p:nvPr/>
            </p:nvGrpSpPr>
            <p:grpSpPr bwMode="auto">
              <a:xfrm>
                <a:off x="1582" y="2245"/>
                <a:ext cx="491" cy="403"/>
                <a:chOff x="1582" y="2245"/>
                <a:chExt cx="491" cy="403"/>
              </a:xfrm>
            </p:grpSpPr>
            <p:sp>
              <p:nvSpPr>
                <p:cNvPr id="33833" name="Rectangle 55"/>
                <p:cNvSpPr>
                  <a:spLocks noChangeArrowheads="1"/>
                </p:cNvSpPr>
                <p:nvPr/>
              </p:nvSpPr>
              <p:spPr bwMode="auto">
                <a:xfrm>
                  <a:off x="1625" y="2245"/>
                  <a:ext cx="4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IP</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34" name="Rectangle 56"/>
                <p:cNvSpPr>
                  <a:spLocks noChangeArrowheads="1"/>
                </p:cNvSpPr>
                <p:nvPr/>
              </p:nvSpPr>
              <p:spPr bwMode="auto">
                <a:xfrm>
                  <a:off x="1582" y="2245"/>
                  <a:ext cx="4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5" name="Group 57"/>
              <p:cNvGrpSpPr>
                <a:grpSpLocks/>
              </p:cNvGrpSpPr>
              <p:nvPr/>
            </p:nvGrpSpPr>
            <p:grpSpPr bwMode="auto">
              <a:xfrm>
                <a:off x="2073" y="2245"/>
                <a:ext cx="491" cy="403"/>
                <a:chOff x="2073" y="2245"/>
                <a:chExt cx="491" cy="403"/>
              </a:xfrm>
            </p:grpSpPr>
            <p:sp>
              <p:nvSpPr>
                <p:cNvPr id="33831" name="Rectangle 58"/>
                <p:cNvSpPr>
                  <a:spLocks noChangeArrowheads="1"/>
                </p:cNvSpPr>
                <p:nvPr/>
              </p:nvSpPr>
              <p:spPr bwMode="auto">
                <a:xfrm>
                  <a:off x="2116" y="2245"/>
                  <a:ext cx="4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ICMP</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32" name="Rectangle 59"/>
                <p:cNvSpPr>
                  <a:spLocks noChangeArrowheads="1"/>
                </p:cNvSpPr>
                <p:nvPr/>
              </p:nvSpPr>
              <p:spPr bwMode="auto">
                <a:xfrm>
                  <a:off x="2073" y="2245"/>
                  <a:ext cx="4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6" name="Group 60"/>
              <p:cNvGrpSpPr>
                <a:grpSpLocks/>
              </p:cNvGrpSpPr>
              <p:nvPr/>
            </p:nvGrpSpPr>
            <p:grpSpPr bwMode="auto">
              <a:xfrm>
                <a:off x="1582" y="2648"/>
                <a:ext cx="982" cy="403"/>
                <a:chOff x="1582" y="2648"/>
                <a:chExt cx="982" cy="403"/>
              </a:xfrm>
            </p:grpSpPr>
            <p:sp>
              <p:nvSpPr>
                <p:cNvPr id="33829" name="Rectangle 61"/>
                <p:cNvSpPr>
                  <a:spLocks noChangeArrowheads="1"/>
                </p:cNvSpPr>
                <p:nvPr/>
              </p:nvSpPr>
              <p:spPr bwMode="auto">
                <a:xfrm>
                  <a:off x="1625" y="2648"/>
                  <a:ext cx="89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solidFill>
                        <a:srgbClr val="085D9C"/>
                      </a:solidFill>
                      <a:latin typeface="微软雅黑" panose="020B0503020204020204" pitchFamily="34" charset="-122"/>
                      <a:ea typeface="微软雅黑" panose="020B0503020204020204" pitchFamily="34" charset="-122"/>
                    </a:rPr>
                    <a:t>ARP</a:t>
                  </a:r>
                  <a:r>
                    <a:rPr kumimoji="1" lang="zh-CN" altLang="en-US" sz="1800">
                      <a:solidFill>
                        <a:srgbClr val="085D9C"/>
                      </a:solidFill>
                      <a:latin typeface="微软雅黑" panose="020B0503020204020204" pitchFamily="34" charset="-122"/>
                      <a:ea typeface="微软雅黑" panose="020B0503020204020204" pitchFamily="34" charset="-122"/>
                    </a:rPr>
                    <a:t>、</a:t>
                  </a:r>
                  <a:r>
                    <a:rPr kumimoji="1" lang="en-US" altLang="zh-CN" sz="1800">
                      <a:solidFill>
                        <a:srgbClr val="085D9C"/>
                      </a:solidFill>
                      <a:latin typeface="微软雅黑" panose="020B0503020204020204" pitchFamily="34" charset="-122"/>
                      <a:ea typeface="微软雅黑" panose="020B0503020204020204" pitchFamily="34" charset="-122"/>
                    </a:rPr>
                    <a:t>RARP</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30" name="Rectangle 62"/>
                <p:cNvSpPr>
                  <a:spLocks noChangeArrowheads="1"/>
                </p:cNvSpPr>
                <p:nvPr/>
              </p:nvSpPr>
              <p:spPr bwMode="auto">
                <a:xfrm>
                  <a:off x="1582" y="2648"/>
                  <a:ext cx="98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7" name="Group 63"/>
              <p:cNvGrpSpPr>
                <a:grpSpLocks/>
              </p:cNvGrpSpPr>
              <p:nvPr/>
            </p:nvGrpSpPr>
            <p:grpSpPr bwMode="auto">
              <a:xfrm>
                <a:off x="0" y="3051"/>
                <a:ext cx="791" cy="518"/>
                <a:chOff x="0" y="3051"/>
                <a:chExt cx="791" cy="518"/>
              </a:xfrm>
            </p:grpSpPr>
            <p:sp>
              <p:nvSpPr>
                <p:cNvPr id="33827" name="Rectangle 64"/>
                <p:cNvSpPr>
                  <a:spLocks noChangeArrowheads="1"/>
                </p:cNvSpPr>
                <p:nvPr/>
              </p:nvSpPr>
              <p:spPr bwMode="auto">
                <a:xfrm>
                  <a:off x="43" y="3051"/>
                  <a:ext cx="70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数据链路层（</a:t>
                  </a:r>
                  <a:r>
                    <a:rPr kumimoji="1" lang="en-US" altLang="zh-CN" sz="1800">
                      <a:solidFill>
                        <a:srgbClr val="085D9C"/>
                      </a:solidFill>
                      <a:latin typeface="微软雅黑" panose="020B0503020204020204" pitchFamily="34" charset="-122"/>
                      <a:ea typeface="微软雅黑" panose="020B0503020204020204" pitchFamily="34" charset="-122"/>
                    </a:rPr>
                    <a:t>DL</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28" name="Rectangle 65"/>
                <p:cNvSpPr>
                  <a:spLocks noChangeArrowheads="1"/>
                </p:cNvSpPr>
                <p:nvPr/>
              </p:nvSpPr>
              <p:spPr bwMode="auto">
                <a:xfrm>
                  <a:off x="0" y="3051"/>
                  <a:ext cx="791"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8" name="Group 66"/>
              <p:cNvGrpSpPr>
                <a:grpSpLocks/>
              </p:cNvGrpSpPr>
              <p:nvPr/>
            </p:nvGrpSpPr>
            <p:grpSpPr bwMode="auto">
              <a:xfrm>
                <a:off x="791" y="3051"/>
                <a:ext cx="791" cy="921"/>
                <a:chOff x="791" y="3051"/>
                <a:chExt cx="791" cy="921"/>
              </a:xfrm>
            </p:grpSpPr>
            <p:sp>
              <p:nvSpPr>
                <p:cNvPr id="33825" name="Rectangle 67"/>
                <p:cNvSpPr>
                  <a:spLocks noChangeArrowheads="1"/>
                </p:cNvSpPr>
                <p:nvPr/>
              </p:nvSpPr>
              <p:spPr bwMode="auto">
                <a:xfrm>
                  <a:off x="834" y="3051"/>
                  <a:ext cx="705" cy="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solidFill>
                        <a:srgbClr val="085D9C"/>
                      </a:solidFill>
                      <a:latin typeface="微软雅黑" panose="020B0503020204020204" pitchFamily="34" charset="-122"/>
                      <a:ea typeface="微软雅黑" panose="020B0503020204020204" pitchFamily="34" charset="-122"/>
                    </a:rPr>
                    <a:t>网络接口层</a:t>
                  </a:r>
                </a:p>
                <a:p>
                  <a:pPr algn="ctr"/>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26" name="Rectangle 68"/>
                <p:cNvSpPr>
                  <a:spLocks noChangeArrowheads="1"/>
                </p:cNvSpPr>
                <p:nvPr/>
              </p:nvSpPr>
              <p:spPr bwMode="auto">
                <a:xfrm>
                  <a:off x="791" y="3051"/>
                  <a:ext cx="791" cy="92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19" name="Group 69"/>
              <p:cNvGrpSpPr>
                <a:grpSpLocks/>
              </p:cNvGrpSpPr>
              <p:nvPr/>
            </p:nvGrpSpPr>
            <p:grpSpPr bwMode="auto">
              <a:xfrm>
                <a:off x="1582" y="3051"/>
                <a:ext cx="982" cy="921"/>
                <a:chOff x="1582" y="3051"/>
                <a:chExt cx="982" cy="921"/>
              </a:xfrm>
            </p:grpSpPr>
            <p:sp>
              <p:nvSpPr>
                <p:cNvPr id="33823" name="Rectangle 70"/>
                <p:cNvSpPr>
                  <a:spLocks noChangeArrowheads="1"/>
                </p:cNvSpPr>
                <p:nvPr/>
              </p:nvSpPr>
              <p:spPr bwMode="auto">
                <a:xfrm>
                  <a:off x="1625" y="3051"/>
                  <a:ext cx="896" cy="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a:solidFill>
                        <a:srgbClr val="085D9C"/>
                      </a:solidFill>
                      <a:latin typeface="微软雅黑" panose="020B0503020204020204" pitchFamily="34" charset="-122"/>
                      <a:ea typeface="微软雅黑" panose="020B0503020204020204" pitchFamily="34" charset="-122"/>
                    </a:rPr>
                    <a:t> </a:t>
                  </a:r>
                </a:p>
                <a:p>
                  <a:pPr algn="just"/>
                  <a:r>
                    <a:rPr kumimoji="1" lang="zh-CN" altLang="en-US" sz="1800">
                      <a:solidFill>
                        <a:srgbClr val="085D9C"/>
                      </a:solidFill>
                      <a:latin typeface="微软雅黑" panose="020B0503020204020204" pitchFamily="34" charset="-122"/>
                      <a:ea typeface="微软雅黑" panose="020B0503020204020204" pitchFamily="34" charset="-122"/>
                    </a:rPr>
                    <a:t>硬件协议</a:t>
                  </a:r>
                </a:p>
                <a:p>
                  <a:pPr algn="just"/>
                  <a:r>
                    <a:rPr kumimoji="1" lang="zh-CN" altLang="en-US" sz="1800">
                      <a:solidFill>
                        <a:srgbClr val="085D9C"/>
                      </a:solidFill>
                      <a:latin typeface="微软雅黑" panose="020B0503020204020204" pitchFamily="34" charset="-122"/>
                      <a:ea typeface="微软雅黑" panose="020B0503020204020204" pitchFamily="34" charset="-122"/>
                    </a:rPr>
                    <a:t>（不指定）</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24" name="Rectangle 71"/>
                <p:cNvSpPr>
                  <a:spLocks noChangeArrowheads="1"/>
                </p:cNvSpPr>
                <p:nvPr/>
              </p:nvSpPr>
              <p:spPr bwMode="auto">
                <a:xfrm>
                  <a:off x="1582" y="3051"/>
                  <a:ext cx="982" cy="92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3820" name="Group 72"/>
              <p:cNvGrpSpPr>
                <a:grpSpLocks/>
              </p:cNvGrpSpPr>
              <p:nvPr/>
            </p:nvGrpSpPr>
            <p:grpSpPr bwMode="auto">
              <a:xfrm>
                <a:off x="0" y="3569"/>
                <a:ext cx="791" cy="403"/>
                <a:chOff x="0" y="3569"/>
                <a:chExt cx="791" cy="403"/>
              </a:xfrm>
            </p:grpSpPr>
            <p:sp>
              <p:nvSpPr>
                <p:cNvPr id="33821" name="Rectangle 73"/>
                <p:cNvSpPr>
                  <a:spLocks noChangeArrowheads="1"/>
                </p:cNvSpPr>
                <p:nvPr/>
              </p:nvSpPr>
              <p:spPr bwMode="auto">
                <a:xfrm>
                  <a:off x="43" y="3569"/>
                  <a:ext cx="70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solidFill>
                        <a:srgbClr val="085D9C"/>
                      </a:solidFill>
                      <a:latin typeface="微软雅黑" panose="020B0503020204020204" pitchFamily="34" charset="-122"/>
                      <a:ea typeface="微软雅黑" panose="020B0503020204020204" pitchFamily="34" charset="-122"/>
                    </a:rPr>
                    <a:t>物理层（</a:t>
                  </a:r>
                  <a:r>
                    <a:rPr kumimoji="1" lang="en-US" altLang="zh-CN" sz="1800">
                      <a:solidFill>
                        <a:srgbClr val="085D9C"/>
                      </a:solidFill>
                      <a:latin typeface="微软雅黑" panose="020B0503020204020204" pitchFamily="34" charset="-122"/>
                      <a:ea typeface="微软雅黑" panose="020B0503020204020204" pitchFamily="34" charset="-122"/>
                    </a:rPr>
                    <a:t>PH</a:t>
                  </a:r>
                  <a:r>
                    <a:rPr kumimoji="1" lang="zh-CN" altLang="en-US" sz="1800">
                      <a:solidFill>
                        <a:srgbClr val="085D9C"/>
                      </a:solidFill>
                      <a:latin typeface="微软雅黑" panose="020B0503020204020204" pitchFamily="34" charset="-122"/>
                      <a:ea typeface="微软雅黑" panose="020B0503020204020204" pitchFamily="34" charset="-122"/>
                    </a:rPr>
                    <a:t>）</a:t>
                  </a:r>
                </a:p>
                <a:p>
                  <a:pPr algn="just"/>
                  <a:endParaRPr kumimoji="1" lang="en-US" altLang="zh-CN" sz="1800">
                    <a:solidFill>
                      <a:srgbClr val="085D9C"/>
                    </a:solidFill>
                    <a:latin typeface="微软雅黑" panose="020B0503020204020204" pitchFamily="34" charset="-122"/>
                    <a:ea typeface="微软雅黑" panose="020B0503020204020204" pitchFamily="34" charset="-122"/>
                  </a:endParaRPr>
                </a:p>
              </p:txBody>
            </p:sp>
            <p:sp>
              <p:nvSpPr>
                <p:cNvPr id="33822" name="Rectangle 74"/>
                <p:cNvSpPr>
                  <a:spLocks noChangeArrowheads="1"/>
                </p:cNvSpPr>
                <p:nvPr/>
              </p:nvSpPr>
              <p:spPr bwMode="auto">
                <a:xfrm>
                  <a:off x="0" y="3569"/>
                  <a:ext cx="791"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sp>
          <p:nvSpPr>
            <p:cNvPr id="33797" name="Rectangle 75"/>
            <p:cNvSpPr>
              <a:spLocks noChangeArrowheads="1"/>
            </p:cNvSpPr>
            <p:nvPr/>
          </p:nvSpPr>
          <p:spPr bwMode="auto">
            <a:xfrm>
              <a:off x="-3" y="-3"/>
              <a:ext cx="2570" cy="3978"/>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sp>
        <p:nvSpPr>
          <p:cNvPr id="33795" name="Rectangle 76"/>
          <p:cNvSpPr>
            <a:spLocks noGrp="1" noChangeArrowheads="1"/>
          </p:cNvSpPr>
          <p:nvPr>
            <p:ph type="title"/>
          </p:nvPr>
        </p:nvSpPr>
        <p:spPr>
          <a:xfrm>
            <a:off x="0" y="0"/>
            <a:ext cx="7793038" cy="575002"/>
          </a:xfrm>
          <a:noFill/>
        </p:spPr>
        <p:txBody>
          <a:bodyPr/>
          <a:lstStyle/>
          <a:p>
            <a:pPr eaLnBrk="1" hangingPunct="1"/>
            <a:r>
              <a:rPr lang="en-US" altLang="zh-CN" dirty="0" smtClean="0"/>
              <a:t>11.1 TCP/IP</a:t>
            </a:r>
            <a:r>
              <a:rPr lang="zh-CN" altLang="en-US" dirty="0" smtClean="0"/>
              <a:t>安全协议体系概述</a:t>
            </a:r>
          </a:p>
        </p:txBody>
      </p:sp>
      <p:sp>
        <p:nvSpPr>
          <p:cNvPr id="75" name="Rectangle 11"/>
          <p:cNvSpPr txBox="1">
            <a:spLocks noChangeArrowheads="1"/>
          </p:cNvSpPr>
          <p:nvPr/>
        </p:nvSpPr>
        <p:spPr bwMode="auto">
          <a:xfrm>
            <a:off x="1543238" y="4945422"/>
            <a:ext cx="8229600" cy="9903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marL="0" indent="0" eaLnBrk="1" hangingPunct="1">
              <a:lnSpc>
                <a:spcPct val="130000"/>
              </a:lnSpc>
              <a:buNone/>
            </a:pPr>
            <a:r>
              <a:rPr lang="ru-RU" altLang="zh-CN" kern="0" smtClean="0"/>
              <a:t>TCP/IP</a:t>
            </a:r>
            <a:r>
              <a:rPr lang="zh-CN" altLang="ru-RU" kern="0" smtClean="0"/>
              <a:t>协议簇是因特网的基础协议，是一组协议的集合，包括传输层的</a:t>
            </a:r>
            <a:r>
              <a:rPr lang="ru-RU" altLang="zh-CN" kern="0" smtClean="0"/>
              <a:t>TCP</a:t>
            </a:r>
            <a:r>
              <a:rPr lang="zh-CN" altLang="ru-RU" kern="0" smtClean="0"/>
              <a:t>协议和</a:t>
            </a:r>
            <a:r>
              <a:rPr lang="ru-RU" altLang="zh-CN" kern="0" smtClean="0"/>
              <a:t>UDP</a:t>
            </a:r>
            <a:r>
              <a:rPr lang="zh-CN" altLang="ru-RU" kern="0" smtClean="0"/>
              <a:t>协议等，网络层的</a:t>
            </a:r>
            <a:r>
              <a:rPr lang="ru-RU" altLang="zh-CN" kern="0" smtClean="0"/>
              <a:t>IP</a:t>
            </a:r>
            <a:r>
              <a:rPr lang="zh-CN" altLang="ru-RU" kern="0" smtClean="0"/>
              <a:t>协议、</a:t>
            </a:r>
            <a:r>
              <a:rPr lang="ru-RU" altLang="zh-CN" kern="0" smtClean="0"/>
              <a:t>ICMP</a:t>
            </a:r>
            <a:r>
              <a:rPr lang="zh-CN" altLang="ru-RU" kern="0" smtClean="0"/>
              <a:t>协议和</a:t>
            </a:r>
            <a:r>
              <a:rPr lang="ru-RU" altLang="zh-CN" kern="0" smtClean="0"/>
              <a:t>IGMP</a:t>
            </a:r>
            <a:r>
              <a:rPr lang="zh-CN" altLang="ru-RU" kern="0" smtClean="0"/>
              <a:t>协议等以及数据链路层和应用层的若干协议。</a:t>
            </a:r>
            <a:endParaRPr lang="zh-CN" altLang="ru-RU" kern="0"/>
          </a:p>
        </p:txBody>
      </p:sp>
    </p:spTree>
    <p:extLst>
      <p:ext uri="{BB962C8B-B14F-4D97-AF65-F5344CB8AC3E}">
        <p14:creationId xmlns:p14="http://schemas.microsoft.com/office/powerpoint/2010/main" val="32187091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5" name="Rectangle 87"/>
          <p:cNvSpPr>
            <a:spLocks noGrp="1" noChangeArrowheads="1"/>
          </p:cNvSpPr>
          <p:nvPr>
            <p:ph type="title" idx="4294967295"/>
          </p:nvPr>
        </p:nvSpPr>
        <p:spPr>
          <a:xfrm>
            <a:off x="50800" y="68094"/>
            <a:ext cx="9676860" cy="564203"/>
          </a:xfrm>
          <a:ln/>
        </p:spPr>
        <p:txBody>
          <a:bodyPr/>
          <a:lstStyle/>
          <a:p>
            <a:pPr eaLnBrk="1" hangingPunct="1">
              <a:lnSpc>
                <a:spcPct val="130000"/>
              </a:lnSpc>
            </a:pPr>
            <a:r>
              <a:rPr lang="en-US" altLang="zh-CN" sz="3200" smtClean="0"/>
              <a:t>TCP/IP</a:t>
            </a:r>
            <a:r>
              <a:rPr lang="zh-CN" altLang="en-US" sz="3200"/>
              <a:t>协议的安全性</a:t>
            </a:r>
            <a:r>
              <a:rPr lang="zh-CN" altLang="en-US" sz="3200" smtClean="0"/>
              <a:t>分析</a:t>
            </a:r>
            <a:endParaRPr lang="zh-CN" altLang="ru-RU" sz="3200"/>
          </a:p>
        </p:txBody>
      </p:sp>
      <p:sp>
        <p:nvSpPr>
          <p:cNvPr id="6" name="Rectangle 84"/>
          <p:cNvSpPr>
            <a:spLocks noChangeArrowheads="1"/>
          </p:cNvSpPr>
          <p:nvPr/>
        </p:nvSpPr>
        <p:spPr bwMode="auto">
          <a:xfrm>
            <a:off x="194552" y="769465"/>
            <a:ext cx="11235447" cy="64290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20000"/>
              </a:spcBef>
              <a:buFont typeface="Wingdings" panose="05000000000000000000" pitchFamily="2" charset="2"/>
              <a:buChar char="n"/>
            </a:pPr>
            <a:r>
              <a:rPr lang="zh-CN" altLang="ru-RU" sz="1600">
                <a:latin typeface="微软雅黑" panose="020B0503020204020204" pitchFamily="34" charset="-122"/>
                <a:ea typeface="微软雅黑" panose="020B0503020204020204" pitchFamily="34" charset="-122"/>
              </a:rPr>
              <a:t>由于</a:t>
            </a:r>
            <a:r>
              <a:rPr lang="ru-RU" altLang="zh-CN" sz="1600">
                <a:latin typeface="微软雅黑" panose="020B0503020204020204" pitchFamily="34" charset="-122"/>
                <a:ea typeface="微软雅黑" panose="020B0503020204020204" pitchFamily="34" charset="-122"/>
              </a:rPr>
              <a:t>TCP/IP</a:t>
            </a:r>
            <a:r>
              <a:rPr lang="zh-CN" altLang="ru-RU" sz="1600">
                <a:latin typeface="微软雅黑" panose="020B0503020204020204" pitchFamily="34" charset="-122"/>
                <a:ea typeface="微软雅黑" panose="020B0503020204020204" pitchFamily="34" charset="-122"/>
              </a:rPr>
              <a:t>协议在最初设计时是基于一种可信环境的，没有考虑安全性问题，因此它自身存在许多固有的安全</a:t>
            </a:r>
            <a:r>
              <a:rPr lang="zh-CN" altLang="ru-RU" sz="1600" smtClean="0">
                <a:latin typeface="微软雅黑" panose="020B0503020204020204" pitchFamily="34" charset="-122"/>
                <a:ea typeface="微软雅黑" panose="020B0503020204020204" pitchFamily="34" charset="-122"/>
              </a:rPr>
              <a:t>缺陷</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eaLnBrk="1" hangingPunct="1">
              <a:lnSpc>
                <a:spcPct val="130000"/>
              </a:lnSpc>
              <a:spcBef>
                <a:spcPct val="20000"/>
              </a:spcBef>
              <a:buFont typeface="Wingdings" panose="05000000000000000000" pitchFamily="2" charset="2"/>
              <a:buChar char="n"/>
            </a:pPr>
            <a:r>
              <a:rPr lang="en-US" altLang="zh-CN" sz="1600" b="1">
                <a:solidFill>
                  <a:srgbClr val="FF0000"/>
                </a:solidFill>
                <a:latin typeface="微软雅黑" panose="020B0503020204020204" pitchFamily="34" charset="-122"/>
                <a:ea typeface="微软雅黑" panose="020B0503020204020204" pitchFamily="34" charset="-122"/>
              </a:rPr>
              <a:t>TCP/IP</a:t>
            </a:r>
            <a:r>
              <a:rPr lang="zh-CN" altLang="en-US" sz="1600" b="1">
                <a:solidFill>
                  <a:srgbClr val="FF0000"/>
                </a:solidFill>
                <a:latin typeface="微软雅黑" panose="020B0503020204020204" pitchFamily="34" charset="-122"/>
                <a:ea typeface="微软雅黑" panose="020B0503020204020204" pitchFamily="34" charset="-122"/>
              </a:rPr>
              <a:t>脆弱性</a:t>
            </a:r>
            <a:endParaRPr lang="zh-CN" altLang="ru-RU" sz="1600" b="1">
              <a:solidFill>
                <a:srgbClr val="FF0000"/>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en-US" altLang="zh-CN" sz="1600">
                <a:latin typeface="微软雅黑" panose="020B0503020204020204" pitchFamily="34" charset="-122"/>
                <a:ea typeface="微软雅黑" panose="020B0503020204020204" pitchFamily="34" charset="-122"/>
              </a:rPr>
              <a:t>TCP</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协议没有验证通信双方真实性的能力，</a:t>
            </a:r>
            <a:r>
              <a:rPr lang="zh-CN" altLang="en-US" sz="1600">
                <a:solidFill>
                  <a:srgbClr val="FF0000"/>
                </a:solidFill>
                <a:latin typeface="微软雅黑" panose="020B0503020204020204" pitchFamily="34" charset="-122"/>
                <a:ea typeface="微软雅黑" panose="020B0503020204020204" pitchFamily="34" charset="-122"/>
              </a:rPr>
              <a:t>缺乏有效的认证</a:t>
            </a:r>
            <a:r>
              <a:rPr lang="zh-CN" altLang="en-US" sz="1600" smtClean="0">
                <a:solidFill>
                  <a:srgbClr val="FF0000"/>
                </a:solidFill>
                <a:latin typeface="微软雅黑" panose="020B0503020204020204" pitchFamily="34" charset="-122"/>
                <a:ea typeface="微软雅黑" panose="020B0503020204020204" pitchFamily="34" charset="-122"/>
              </a:rPr>
              <a:t>机制</a:t>
            </a:r>
            <a:endParaRPr lang="zh-CN" altLang="en-US" sz="160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en-US" altLang="zh-CN" sz="1600">
                <a:latin typeface="微软雅黑" panose="020B0503020204020204" pitchFamily="34" charset="-122"/>
                <a:ea typeface="微软雅黑" panose="020B0503020204020204" pitchFamily="34" charset="-122"/>
              </a:rPr>
              <a:t>TCP</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协议没有能力保护网上数据的隐私性，</a:t>
            </a:r>
            <a:r>
              <a:rPr lang="zh-CN" altLang="en-US" sz="1600">
                <a:solidFill>
                  <a:srgbClr val="FF0000"/>
                </a:solidFill>
                <a:latin typeface="微软雅黑" panose="020B0503020204020204" pitchFamily="34" charset="-122"/>
                <a:ea typeface="微软雅黑" panose="020B0503020204020204" pitchFamily="34" charset="-122"/>
              </a:rPr>
              <a:t>缺乏保密</a:t>
            </a:r>
            <a:r>
              <a:rPr lang="zh-CN" altLang="en-US" sz="1600" smtClean="0">
                <a:solidFill>
                  <a:srgbClr val="FF0000"/>
                </a:solidFill>
                <a:latin typeface="微软雅黑" panose="020B0503020204020204" pitchFamily="34" charset="-122"/>
                <a:ea typeface="微软雅黑" panose="020B0503020204020204" pitchFamily="34" charset="-122"/>
              </a:rPr>
              <a:t>机制</a:t>
            </a:r>
            <a:endParaRPr lang="zh-CN" altLang="en-US" sz="160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en-US" altLang="zh-CN" sz="1600">
                <a:latin typeface="微软雅黑" panose="020B0503020204020204" pitchFamily="34" charset="-122"/>
                <a:ea typeface="微软雅黑" panose="020B0503020204020204" pitchFamily="34" charset="-122"/>
              </a:rPr>
              <a:t>TCP</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协议自身设计的某些细节和实现中的一些安全漏洞，</a:t>
            </a:r>
            <a:r>
              <a:rPr lang="zh-CN" altLang="en-US" sz="1600">
                <a:solidFill>
                  <a:srgbClr val="FF0000"/>
                </a:solidFill>
                <a:latin typeface="微软雅黑" panose="020B0503020204020204" pitchFamily="34" charset="-122"/>
                <a:ea typeface="微软雅黑" panose="020B0503020204020204" pitchFamily="34" charset="-122"/>
              </a:rPr>
              <a:t>容易引发各种安全</a:t>
            </a:r>
            <a:r>
              <a:rPr lang="zh-CN" altLang="en-US" sz="1600" smtClean="0">
                <a:solidFill>
                  <a:srgbClr val="FF0000"/>
                </a:solidFill>
                <a:latin typeface="微软雅黑" panose="020B0503020204020204" pitchFamily="34" charset="-122"/>
                <a:ea typeface="微软雅黑" panose="020B0503020204020204" pitchFamily="34" charset="-122"/>
              </a:rPr>
              <a:t>攻击</a:t>
            </a:r>
            <a:endParaRPr lang="zh-CN" altLang="en-US" sz="1600">
              <a:latin typeface="微软雅黑" panose="020B0503020204020204" pitchFamily="34" charset="-122"/>
              <a:ea typeface="微软雅黑" panose="020B0503020204020204" pitchFamily="34" charset="-122"/>
            </a:endParaRPr>
          </a:p>
          <a:p>
            <a:pPr eaLnBrk="1" hangingPunct="1">
              <a:lnSpc>
                <a:spcPct val="130000"/>
              </a:lnSpc>
              <a:spcBef>
                <a:spcPct val="20000"/>
              </a:spcBef>
              <a:buFont typeface="Wingdings" panose="05000000000000000000" pitchFamily="2" charset="2"/>
              <a:buChar char="n"/>
            </a:pPr>
            <a:r>
              <a:rPr lang="zh-CN" altLang="en-US" sz="1600" b="1">
                <a:solidFill>
                  <a:srgbClr val="FF0000"/>
                </a:solidFill>
                <a:latin typeface="微软雅黑" panose="020B0503020204020204" pitchFamily="34" charset="-122"/>
                <a:ea typeface="微软雅黑" panose="020B0503020204020204" pitchFamily="34" charset="-122"/>
              </a:rPr>
              <a:t>针对</a:t>
            </a:r>
            <a:r>
              <a:rPr lang="en-US" altLang="zh-CN" sz="1600" b="1">
                <a:solidFill>
                  <a:srgbClr val="FF0000"/>
                </a:solidFill>
                <a:latin typeface="微软雅黑" panose="020B0503020204020204" pitchFamily="34" charset="-122"/>
                <a:ea typeface="微软雅黑" panose="020B0503020204020204" pitchFamily="34" charset="-122"/>
              </a:rPr>
              <a:t>TCP/IP</a:t>
            </a:r>
            <a:r>
              <a:rPr lang="zh-CN" altLang="en-US" sz="1600" b="1">
                <a:solidFill>
                  <a:srgbClr val="FF0000"/>
                </a:solidFill>
                <a:latin typeface="微软雅黑" panose="020B0503020204020204" pitchFamily="34" charset="-122"/>
                <a:ea typeface="微软雅黑" panose="020B0503020204020204" pitchFamily="34" charset="-122"/>
              </a:rPr>
              <a:t>的攻击</a:t>
            </a:r>
            <a:endParaRPr lang="en-US" altLang="zh-CN" sz="1600" b="1">
              <a:solidFill>
                <a:srgbClr val="FF0000"/>
              </a:solidFill>
              <a:latin typeface="微软雅黑" panose="020B0503020204020204" pitchFamily="34" charset="-122"/>
              <a:ea typeface="微软雅黑" panose="020B0503020204020204" pitchFamily="34" charset="-122"/>
            </a:endParaRPr>
          </a:p>
          <a:p>
            <a:pPr lvl="1" eaLnBrk="1" hangingPunct="1">
              <a:lnSpc>
                <a:spcPct val="100000"/>
              </a:lnSpc>
              <a:spcBef>
                <a:spcPct val="50000"/>
              </a:spcBef>
              <a:buClr>
                <a:schemeClr val="accent1"/>
              </a:buClr>
              <a:buFont typeface="Wingdings" panose="05000000000000000000" pitchFamily="2" charset="2"/>
              <a:buChar char="ü"/>
            </a:pPr>
            <a:r>
              <a:rPr lang="zh-CN" altLang="en-US" sz="1600">
                <a:solidFill>
                  <a:srgbClr val="FF0000"/>
                </a:solidFill>
                <a:latin typeface="微软雅黑" panose="020B0503020204020204" pitchFamily="34" charset="-122"/>
                <a:ea typeface="微软雅黑" panose="020B0503020204020204" pitchFamily="34" charset="-122"/>
              </a:rPr>
              <a:t>窃取</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TCP</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协议数据流采用明文传输，因此数据信息很容易被在线窃听、篡改和伪造。 </a:t>
            </a:r>
          </a:p>
          <a:p>
            <a:pPr lvl="1" eaLnBrk="1" hangingPunct="1">
              <a:lnSpc>
                <a:spcPct val="100000"/>
              </a:lnSpc>
              <a:spcBef>
                <a:spcPct val="50000"/>
              </a:spcBef>
              <a:buClr>
                <a:schemeClr val="accent1"/>
              </a:buClr>
              <a:buFont typeface="Wingdings" panose="05000000000000000000" pitchFamily="2" charset="2"/>
              <a:buChar char="ü"/>
            </a:pPr>
            <a:r>
              <a:rPr lang="zh-CN" altLang="en-US" sz="1600">
                <a:solidFill>
                  <a:srgbClr val="FF0000"/>
                </a:solidFill>
                <a:latin typeface="微软雅黑" panose="020B0503020204020204" pitchFamily="34" charset="-122"/>
                <a:ea typeface="微软雅黑" panose="020B0503020204020204" pitchFamily="34" charset="-122"/>
              </a:rPr>
              <a:t>欺骗</a:t>
            </a:r>
            <a:r>
              <a:rPr lang="zh-CN" altLang="en-US" sz="1600">
                <a:latin typeface="微软雅黑" panose="020B0503020204020204" pitchFamily="34" charset="-122"/>
                <a:ea typeface="微软雅黑" panose="020B0503020204020204" pitchFamily="34" charset="-122"/>
              </a:rPr>
              <a:t>：欺骗（</a:t>
            </a:r>
            <a:r>
              <a:rPr lang="en-US" altLang="zh-CN" sz="1600">
                <a:latin typeface="微软雅黑" panose="020B0503020204020204" pitchFamily="34" charset="-122"/>
                <a:ea typeface="微软雅黑" panose="020B0503020204020204" pitchFamily="34" charset="-122"/>
              </a:rPr>
              <a:t>Spoofing</a:t>
            </a:r>
            <a:r>
              <a:rPr lang="zh-CN" altLang="en-US" sz="1600">
                <a:latin typeface="微软雅黑" panose="020B0503020204020204" pitchFamily="34" charset="-122"/>
                <a:ea typeface="微软雅黑" panose="020B0503020204020204" pitchFamily="34" charset="-122"/>
              </a:rPr>
              <a:t>）可发生在</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系统的所有层次上，物理层、数据链路层、</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层、传输层及应用层都容易受到影响。</a:t>
            </a:r>
            <a:endParaRPr lang="en-US" altLang="zh-CN" sz="1600">
              <a:latin typeface="微软雅黑" panose="020B0503020204020204" pitchFamily="34" charset="-122"/>
              <a:ea typeface="微软雅黑" panose="020B0503020204020204" pitchFamily="34" charset="-122"/>
            </a:endParaRPr>
          </a:p>
          <a:p>
            <a:pPr marL="1428750" lvl="2" indent="-285750">
              <a:lnSpc>
                <a:spcPct val="100000"/>
              </a:lnSpc>
              <a:spcBef>
                <a:spcPct val="50000"/>
              </a:spcBef>
              <a:buClr>
                <a:schemeClr val="accent1"/>
              </a:buClr>
            </a:pP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地址欺骗</a:t>
            </a:r>
          </a:p>
          <a:p>
            <a:pPr marL="1428750" lvl="2" indent="-285750">
              <a:lnSpc>
                <a:spcPct val="100000"/>
              </a:lnSpc>
              <a:spcBef>
                <a:spcPct val="50000"/>
              </a:spcBef>
              <a:buClr>
                <a:schemeClr val="accent1"/>
              </a:buClr>
            </a:pPr>
            <a:r>
              <a:rPr lang="zh-CN" altLang="en-US" sz="1600">
                <a:latin typeface="微软雅黑" panose="020B0503020204020204" pitchFamily="34" charset="-122"/>
                <a:ea typeface="微软雅黑" panose="020B0503020204020204" pitchFamily="34" charset="-122"/>
              </a:rPr>
              <a:t>针对</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协议的攻击</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源路由选项攻击</a:t>
            </a:r>
          </a:p>
          <a:p>
            <a:pPr marL="1428750" lvl="2" indent="-285750">
              <a:lnSpc>
                <a:spcPct val="100000"/>
              </a:lnSpc>
              <a:spcBef>
                <a:spcPct val="50000"/>
              </a:spcBef>
              <a:buClr>
                <a:schemeClr val="accent1"/>
              </a:buClr>
            </a:pPr>
            <a:r>
              <a:rPr lang="zh-CN" altLang="en-US" sz="1600">
                <a:latin typeface="微软雅黑" panose="020B0503020204020204" pitchFamily="34" charset="-122"/>
                <a:ea typeface="微软雅黑" panose="020B0503020204020204" pitchFamily="34" charset="-122"/>
              </a:rPr>
              <a:t>针对</a:t>
            </a:r>
            <a:r>
              <a:rPr lang="en-US" altLang="zh-CN" sz="1600">
                <a:latin typeface="微软雅黑" panose="020B0503020204020204" pitchFamily="34" charset="-122"/>
                <a:ea typeface="微软雅黑" panose="020B0503020204020204" pitchFamily="34" charset="-122"/>
              </a:rPr>
              <a:t>ARP</a:t>
            </a:r>
            <a:r>
              <a:rPr lang="zh-CN" altLang="en-US" sz="1600">
                <a:latin typeface="微软雅黑" panose="020B0503020204020204" pitchFamily="34" charset="-122"/>
                <a:ea typeface="微软雅黑" panose="020B0503020204020204" pitchFamily="34" charset="-122"/>
              </a:rPr>
              <a:t>协议的攻击</a:t>
            </a:r>
            <a:r>
              <a:rPr lang="en-US" altLang="zh-CN" sz="1600">
                <a:latin typeface="微软雅黑" panose="020B0503020204020204" pitchFamily="34" charset="-122"/>
                <a:ea typeface="微软雅黑" panose="020B0503020204020204" pitchFamily="34" charset="-122"/>
              </a:rPr>
              <a:t>——ARP</a:t>
            </a:r>
            <a:r>
              <a:rPr lang="zh-CN" altLang="en-US" sz="1600">
                <a:latin typeface="微软雅黑" panose="020B0503020204020204" pitchFamily="34" charset="-122"/>
                <a:ea typeface="微软雅黑" panose="020B0503020204020204" pitchFamily="34" charset="-122"/>
              </a:rPr>
              <a:t>欺骗攻击</a:t>
            </a:r>
          </a:p>
          <a:p>
            <a:pPr marL="1428750" lvl="2" indent="-285750">
              <a:lnSpc>
                <a:spcPct val="100000"/>
              </a:lnSpc>
              <a:spcBef>
                <a:spcPct val="50000"/>
              </a:spcBef>
              <a:buClr>
                <a:schemeClr val="accent1"/>
              </a:buClr>
            </a:pPr>
            <a:r>
              <a:rPr lang="zh-CN" altLang="en-US" sz="1600">
                <a:latin typeface="微软雅黑" panose="020B0503020204020204" pitchFamily="34" charset="-122"/>
                <a:ea typeface="微软雅黑" panose="020B0503020204020204" pitchFamily="34" charset="-122"/>
              </a:rPr>
              <a:t>针对</a:t>
            </a:r>
            <a:r>
              <a:rPr lang="en-US" altLang="zh-CN" sz="1600">
                <a:latin typeface="微软雅黑" panose="020B0503020204020204" pitchFamily="34" charset="-122"/>
                <a:ea typeface="微软雅黑" panose="020B0503020204020204" pitchFamily="34" charset="-122"/>
              </a:rPr>
              <a:t>TCP </a:t>
            </a:r>
            <a:r>
              <a:rPr lang="zh-CN" altLang="en-US" sz="1600">
                <a:latin typeface="微软雅黑" panose="020B0503020204020204" pitchFamily="34" charset="-122"/>
                <a:ea typeface="微软雅黑" panose="020B0503020204020204" pitchFamily="34" charset="-122"/>
              </a:rPr>
              <a:t>协议的攻击</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序列号猜测攻击</a:t>
            </a:r>
            <a:endParaRPr lang="en-US" altLang="zh-CN" sz="1600">
              <a:latin typeface="微软雅黑" panose="020B0503020204020204" pitchFamily="34" charset="-122"/>
              <a:ea typeface="微软雅黑" panose="020B0503020204020204" pitchFamily="34" charset="-122"/>
            </a:endParaRPr>
          </a:p>
          <a:p>
            <a:pPr marL="1428750" lvl="2" indent="-285750">
              <a:lnSpc>
                <a:spcPct val="100000"/>
              </a:lnSpc>
              <a:spcBef>
                <a:spcPct val="50000"/>
              </a:spcBef>
              <a:buClr>
                <a:schemeClr val="accent1"/>
              </a:buClr>
            </a:pPr>
            <a:r>
              <a:rPr lang="zh-CN" altLang="en-US" sz="1600">
                <a:latin typeface="微软雅黑" panose="020B0503020204020204" pitchFamily="34" charset="-122"/>
                <a:ea typeface="微软雅黑" panose="020B0503020204020204" pitchFamily="34" charset="-122"/>
              </a:rPr>
              <a:t>针对</a:t>
            </a:r>
            <a:r>
              <a:rPr lang="en-US" altLang="zh-CN" sz="1600">
                <a:latin typeface="微软雅黑" panose="020B0503020204020204" pitchFamily="34" charset="-122"/>
                <a:ea typeface="微软雅黑" panose="020B0503020204020204" pitchFamily="34" charset="-122"/>
              </a:rPr>
              <a:t>DNS</a:t>
            </a:r>
            <a:r>
              <a:rPr lang="zh-CN" altLang="en-US" sz="1600">
                <a:latin typeface="微软雅黑" panose="020B0503020204020204" pitchFamily="34" charset="-122"/>
                <a:ea typeface="微软雅黑" panose="020B0503020204020204" pitchFamily="34" charset="-122"/>
              </a:rPr>
              <a:t>协议的攻击</a:t>
            </a:r>
            <a:r>
              <a:rPr lang="en-US" altLang="zh-CN" sz="1600">
                <a:latin typeface="微软雅黑" panose="020B0503020204020204" pitchFamily="34" charset="-122"/>
                <a:ea typeface="微软雅黑" panose="020B0503020204020204" pitchFamily="34" charset="-122"/>
              </a:rPr>
              <a:t>——DNS</a:t>
            </a:r>
            <a:r>
              <a:rPr lang="zh-CN" altLang="en-US" sz="1600">
                <a:latin typeface="微软雅黑" panose="020B0503020204020204" pitchFamily="34" charset="-122"/>
                <a:ea typeface="微软雅黑" panose="020B0503020204020204" pitchFamily="34" charset="-122"/>
              </a:rPr>
              <a:t>欺骗</a:t>
            </a:r>
          </a:p>
          <a:p>
            <a:pPr lvl="1" eaLnBrk="1" hangingPunct="1">
              <a:lnSpc>
                <a:spcPct val="100000"/>
              </a:lnSpc>
              <a:spcBef>
                <a:spcPct val="50000"/>
              </a:spcBef>
              <a:buClr>
                <a:schemeClr val="accent1"/>
              </a:buClr>
              <a:buFont typeface="Wingdings" panose="05000000000000000000" pitchFamily="2" charset="2"/>
              <a:buChar char="ü"/>
            </a:pPr>
            <a:r>
              <a:rPr lang="zh-CN" altLang="en-US" sz="1600">
                <a:solidFill>
                  <a:srgbClr val="FF0000"/>
                </a:solidFill>
                <a:latin typeface="微软雅黑" panose="020B0503020204020204" pitchFamily="34" charset="-122"/>
                <a:ea typeface="微软雅黑" panose="020B0503020204020204" pitchFamily="34" charset="-122"/>
              </a:rPr>
              <a:t>认证攻击</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TCP</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协议只能以</a:t>
            </a:r>
            <a:r>
              <a:rPr lang="en-US" altLang="zh-CN"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地址进行鉴别，而不能对节点上的用户进行有效的身份认证，因此服务器无法鉴别登录用户的身份有效性。</a:t>
            </a:r>
          </a:p>
          <a:p>
            <a:pPr marL="342900" indent="-342900" eaLnBrk="1" hangingPunct="1">
              <a:lnSpc>
                <a:spcPct val="130000"/>
              </a:lnSpc>
              <a:spcBef>
                <a:spcPct val="20000"/>
              </a:spcBef>
              <a:buAutoNum type="arabicParenBoth"/>
            </a:pPr>
            <a:endParaRPr lang="zh-CN" altLang="ru-RU" sz="16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6801475"/>
      </p:ext>
    </p:extLst>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61785" y="91316"/>
            <a:ext cx="7687733" cy="478895"/>
          </a:xfrm>
          <a:prstGeom prst="rect">
            <a:avLst/>
          </a:prstGeom>
        </p:spPr>
        <p:txBody>
          <a:bodyPr/>
          <a:lstStyle>
            <a:lvl1pPr algn="l" rtl="0" eaLnBrk="0" fontAlgn="base" hangingPunct="0">
              <a:spcBef>
                <a:spcPct val="0"/>
              </a:spcBef>
              <a:spcAft>
                <a:spcPct val="0"/>
              </a:spcAft>
              <a:defRPr sz="2400" b="1">
                <a:solidFill>
                  <a:schemeClr val="bg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3300">
                <a:solidFill>
                  <a:schemeClr val="tx1"/>
                </a:solidFill>
                <a:latin typeface="Calibri" pitchFamily="34" charset="0"/>
                <a:ea typeface="宋体" charset="-122"/>
              </a:defRPr>
            </a:lvl2pPr>
            <a:lvl3pPr algn="ctr" rtl="0" eaLnBrk="0" fontAlgn="base" hangingPunct="0">
              <a:spcBef>
                <a:spcPct val="0"/>
              </a:spcBef>
              <a:spcAft>
                <a:spcPct val="0"/>
              </a:spcAft>
              <a:defRPr sz="3300">
                <a:solidFill>
                  <a:schemeClr val="tx1"/>
                </a:solidFill>
                <a:latin typeface="Calibri" pitchFamily="34" charset="0"/>
                <a:ea typeface="宋体" charset="-122"/>
              </a:defRPr>
            </a:lvl3pPr>
            <a:lvl4pPr algn="ctr" rtl="0" eaLnBrk="0" fontAlgn="base" hangingPunct="0">
              <a:spcBef>
                <a:spcPct val="0"/>
              </a:spcBef>
              <a:spcAft>
                <a:spcPct val="0"/>
              </a:spcAft>
              <a:defRPr sz="3300">
                <a:solidFill>
                  <a:schemeClr val="tx1"/>
                </a:solidFill>
                <a:latin typeface="Calibri" pitchFamily="34" charset="0"/>
                <a:ea typeface="宋体" charset="-122"/>
              </a:defRPr>
            </a:lvl4pPr>
            <a:lvl5pPr algn="ctr" rtl="0" eaLnBrk="0" fontAlgn="base" hangingPunct="0">
              <a:spcBef>
                <a:spcPct val="0"/>
              </a:spcBef>
              <a:spcAft>
                <a:spcPct val="0"/>
              </a:spcAft>
              <a:defRPr sz="3300">
                <a:solidFill>
                  <a:schemeClr val="tx1"/>
                </a:solidFill>
                <a:latin typeface="Calibri" pitchFamily="34" charset="0"/>
                <a:ea typeface="宋体" charset="-122"/>
              </a:defRPr>
            </a:lvl5pPr>
            <a:lvl6pPr marL="342900" algn="ctr" rtl="0" eaLnBrk="0" fontAlgn="base" hangingPunct="0">
              <a:spcBef>
                <a:spcPct val="0"/>
              </a:spcBef>
              <a:spcAft>
                <a:spcPct val="0"/>
              </a:spcAft>
              <a:defRPr sz="3300">
                <a:solidFill>
                  <a:schemeClr val="tx1"/>
                </a:solidFill>
                <a:latin typeface="Calibri" pitchFamily="34" charset="0"/>
                <a:ea typeface="宋体" charset="-122"/>
              </a:defRPr>
            </a:lvl6pPr>
            <a:lvl7pPr marL="685800" algn="ctr" rtl="0" eaLnBrk="0" fontAlgn="base" hangingPunct="0">
              <a:spcBef>
                <a:spcPct val="0"/>
              </a:spcBef>
              <a:spcAft>
                <a:spcPct val="0"/>
              </a:spcAft>
              <a:defRPr sz="3300">
                <a:solidFill>
                  <a:schemeClr val="tx1"/>
                </a:solidFill>
                <a:latin typeface="Calibri" pitchFamily="34" charset="0"/>
                <a:ea typeface="宋体" charset="-122"/>
              </a:defRPr>
            </a:lvl7pPr>
            <a:lvl8pPr marL="1028700" algn="ctr" rtl="0" eaLnBrk="0" fontAlgn="base" hangingPunct="0">
              <a:spcBef>
                <a:spcPct val="0"/>
              </a:spcBef>
              <a:spcAft>
                <a:spcPct val="0"/>
              </a:spcAft>
              <a:defRPr sz="3300">
                <a:solidFill>
                  <a:schemeClr val="tx1"/>
                </a:solidFill>
                <a:latin typeface="Calibri" pitchFamily="34" charset="0"/>
                <a:ea typeface="宋体" charset="-122"/>
              </a:defRPr>
            </a:lvl8pPr>
            <a:lvl9pPr marL="1371600" algn="ctr" rtl="0" eaLnBrk="0" fontAlgn="base" hangingPunct="0">
              <a:spcBef>
                <a:spcPct val="0"/>
              </a:spcBef>
              <a:spcAft>
                <a:spcPct val="0"/>
              </a:spcAft>
              <a:defRPr sz="3300">
                <a:solidFill>
                  <a:schemeClr val="tx1"/>
                </a:solidFill>
                <a:latin typeface="Calibri" pitchFamily="34" charset="0"/>
                <a:ea typeface="宋体" charset="-122"/>
              </a:defRPr>
            </a:lvl9pPr>
          </a:lstStyle>
          <a:p>
            <a:r>
              <a:rPr lang="en-US" altLang="zh-CN" kern="0" smtClean="0"/>
              <a:t>OSI</a:t>
            </a:r>
            <a:r>
              <a:rPr lang="zh-CN" altLang="en-US" kern="0" smtClean="0"/>
              <a:t>安全体系结构的三维空间表示</a:t>
            </a:r>
            <a:endParaRPr lang="zh-CN" altLang="en-US" kern="0"/>
          </a:p>
        </p:txBody>
      </p:sp>
      <p:pic>
        <p:nvPicPr>
          <p:cNvPr id="3"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9329" y="816382"/>
            <a:ext cx="7183268" cy="4749957"/>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217251" y="994080"/>
            <a:ext cx="4111557" cy="4053417"/>
          </a:xfrm>
          <a:prstGeom prst="rect">
            <a:avLst/>
          </a:prstGeom>
        </p:spPr>
        <p:txBody>
          <a:bodyPr wrap="square">
            <a:spAutoFit/>
          </a:bodyPr>
          <a:lstStyle/>
          <a:p>
            <a:pPr marL="285750" indent="-285750" eaLnBrk="1" hangingPunct="1">
              <a:lnSpc>
                <a:spcPct val="130000"/>
              </a:lnSpc>
              <a:spcBef>
                <a:spcPct val="20000"/>
              </a:spcBef>
              <a:buFont typeface="Wingdings" panose="05000000000000000000" pitchFamily="2" charset="2"/>
              <a:buChar char="n"/>
            </a:pPr>
            <a:r>
              <a:rPr lang="zh-CN" altLang="ru-RU">
                <a:latin typeface="微软雅黑" panose="020B0503020204020204" pitchFamily="34" charset="-122"/>
                <a:ea typeface="微软雅黑" panose="020B0503020204020204" pitchFamily="34" charset="-122"/>
              </a:rPr>
              <a:t>为了解决</a:t>
            </a:r>
            <a:r>
              <a:rPr lang="ru-RU" altLang="zh-CN">
                <a:latin typeface="微软雅黑" panose="020B0503020204020204" pitchFamily="34" charset="-122"/>
                <a:ea typeface="微软雅黑" panose="020B0503020204020204" pitchFamily="34" charset="-122"/>
              </a:rPr>
              <a:t>TCP/IP</a:t>
            </a:r>
            <a:r>
              <a:rPr lang="zh-CN" altLang="ru-RU">
                <a:latin typeface="微软雅黑" panose="020B0503020204020204" pitchFamily="34" charset="-122"/>
                <a:ea typeface="微软雅黑" panose="020B0503020204020204" pitchFamily="34" charset="-122"/>
              </a:rPr>
              <a:t>协议簇的安全性问题，弥补</a:t>
            </a:r>
            <a:r>
              <a:rPr lang="ru-RU" altLang="zh-CN">
                <a:latin typeface="微软雅黑" panose="020B0503020204020204" pitchFamily="34" charset="-122"/>
                <a:ea typeface="微软雅黑" panose="020B0503020204020204" pitchFamily="34" charset="-122"/>
              </a:rPr>
              <a:t>TCP/IP</a:t>
            </a:r>
            <a:r>
              <a:rPr lang="zh-CN" altLang="ru-RU">
                <a:latin typeface="微软雅黑" panose="020B0503020204020204" pitchFamily="34" charset="-122"/>
                <a:ea typeface="微软雅黑" panose="020B0503020204020204" pitchFamily="34" charset="-122"/>
              </a:rPr>
              <a:t>协议簇在设计之初对安全功能的考虑不足，以</a:t>
            </a:r>
            <a:r>
              <a:rPr lang="ru-RU" altLang="zh-CN">
                <a:latin typeface="微软雅黑" panose="020B0503020204020204" pitchFamily="34" charset="-122"/>
                <a:ea typeface="微软雅黑" panose="020B0503020204020204" pitchFamily="34" charset="-122"/>
              </a:rPr>
              <a:t>Internet</a:t>
            </a:r>
            <a:r>
              <a:rPr lang="zh-CN" altLang="ru-RU">
                <a:latin typeface="微软雅黑" panose="020B0503020204020204" pitchFamily="34" charset="-122"/>
                <a:ea typeface="微软雅黑" panose="020B0503020204020204" pitchFamily="34" charset="-122"/>
              </a:rPr>
              <a:t>工程任务组</a:t>
            </a:r>
            <a:r>
              <a:rPr lang="ru-RU" altLang="zh-CN">
                <a:latin typeface="微软雅黑" panose="020B0503020204020204" pitchFamily="34" charset="-122"/>
                <a:ea typeface="微软雅黑" panose="020B0503020204020204" pitchFamily="34" charset="-122"/>
              </a:rPr>
              <a:t>(IETF)</a:t>
            </a:r>
            <a:r>
              <a:rPr lang="zh-CN" altLang="ru-RU">
                <a:latin typeface="微软雅黑" panose="020B0503020204020204" pitchFamily="34" charset="-122"/>
                <a:ea typeface="微软雅黑" panose="020B0503020204020204" pitchFamily="34" charset="-122"/>
              </a:rPr>
              <a:t>为代表的相关组织不断通过对现有协议的改进和设计新的安全通信协议，对现有的</a:t>
            </a:r>
            <a:r>
              <a:rPr lang="ru-RU" altLang="zh-CN">
                <a:latin typeface="微软雅黑" panose="020B0503020204020204" pitchFamily="34" charset="-122"/>
                <a:ea typeface="微软雅黑" panose="020B0503020204020204" pitchFamily="34" charset="-122"/>
              </a:rPr>
              <a:t>TCP/IP</a:t>
            </a:r>
            <a:r>
              <a:rPr lang="zh-CN" altLang="ru-RU">
                <a:latin typeface="微软雅黑" panose="020B0503020204020204" pitchFamily="34" charset="-122"/>
                <a:ea typeface="微软雅黑" panose="020B0503020204020204" pitchFamily="34" charset="-122"/>
              </a:rPr>
              <a:t>协议簇提供相关的安全保证，在协议的不同层次设计了相应的安全通信协议，从而形成了由各层安全通信协议构成的</a:t>
            </a:r>
            <a:r>
              <a:rPr lang="ru-RU" altLang="zh-CN">
                <a:latin typeface="微软雅黑" panose="020B0503020204020204" pitchFamily="34" charset="-122"/>
                <a:ea typeface="微软雅黑" panose="020B0503020204020204" pitchFamily="34" charset="-122"/>
              </a:rPr>
              <a:t>TCP/IP</a:t>
            </a:r>
            <a:r>
              <a:rPr lang="zh-CN" altLang="ru-RU">
                <a:latin typeface="微软雅黑" panose="020B0503020204020204" pitchFamily="34" charset="-122"/>
                <a:ea typeface="微软雅黑" panose="020B0503020204020204" pitchFamily="34" charset="-122"/>
              </a:rPr>
              <a:t>协议簇的安全架构。</a:t>
            </a:r>
          </a:p>
        </p:txBody>
      </p:sp>
    </p:spTree>
    <p:extLst>
      <p:ext uri="{BB962C8B-B14F-4D97-AF65-F5344CB8AC3E}">
        <p14:creationId xmlns:p14="http://schemas.microsoft.com/office/powerpoint/2010/main" val="28136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9" name="Group 5"/>
          <p:cNvGrpSpPr>
            <a:grpSpLocks/>
          </p:cNvGrpSpPr>
          <p:nvPr/>
        </p:nvGrpSpPr>
        <p:grpSpPr bwMode="auto">
          <a:xfrm>
            <a:off x="2256818" y="1526213"/>
            <a:ext cx="8997804" cy="4349271"/>
            <a:chOff x="2108" y="8460"/>
            <a:chExt cx="9260" cy="4679"/>
          </a:xfrm>
        </p:grpSpPr>
        <p:grpSp>
          <p:nvGrpSpPr>
            <p:cNvPr id="34820" name="Group 6"/>
            <p:cNvGrpSpPr>
              <a:grpSpLocks/>
            </p:cNvGrpSpPr>
            <p:nvPr/>
          </p:nvGrpSpPr>
          <p:grpSpPr bwMode="auto">
            <a:xfrm>
              <a:off x="2108" y="8460"/>
              <a:ext cx="9260" cy="4679"/>
              <a:chOff x="2108" y="8460"/>
              <a:chExt cx="9260" cy="4679"/>
            </a:xfrm>
          </p:grpSpPr>
          <p:grpSp>
            <p:nvGrpSpPr>
              <p:cNvPr id="34822" name="Group 7"/>
              <p:cNvGrpSpPr>
                <a:grpSpLocks/>
              </p:cNvGrpSpPr>
              <p:nvPr/>
            </p:nvGrpSpPr>
            <p:grpSpPr bwMode="auto">
              <a:xfrm>
                <a:off x="2108" y="8460"/>
                <a:ext cx="9260" cy="4679"/>
                <a:chOff x="2108" y="8460"/>
                <a:chExt cx="9260" cy="4679"/>
              </a:xfrm>
            </p:grpSpPr>
            <p:sp>
              <p:nvSpPr>
                <p:cNvPr id="34829" name="Line 8"/>
                <p:cNvSpPr>
                  <a:spLocks noChangeShapeType="1"/>
                </p:cNvSpPr>
                <p:nvPr/>
              </p:nvSpPr>
              <p:spPr bwMode="auto">
                <a:xfrm flipV="1">
                  <a:off x="6248" y="8460"/>
                  <a:ext cx="0" cy="2964"/>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30" name="Text Box 9"/>
                <p:cNvSpPr txBox="1">
                  <a:spLocks noChangeArrowheads="1"/>
                </p:cNvSpPr>
                <p:nvPr/>
              </p:nvSpPr>
              <p:spPr bwMode="auto">
                <a:xfrm>
                  <a:off x="4321" y="12671"/>
                  <a:ext cx="1440" cy="468"/>
                </a:xfrm>
                <a:prstGeom prst="rect">
                  <a:avLst/>
                </a:prstGeom>
                <a:solidFill>
                  <a:srgbClr val="FFFFFF"/>
                </a:solidFill>
                <a:ln w="9525">
                  <a:solidFill>
                    <a:srgbClr val="FFFFFF"/>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600" b="1">
                      <a:solidFill>
                        <a:srgbClr val="FF0000"/>
                      </a:solidFill>
                      <a:latin typeface="微软雅黑" panose="020B0503020204020204" pitchFamily="34" charset="-122"/>
                      <a:ea typeface="微软雅黑" panose="020B0503020204020204" pitchFamily="34" charset="-122"/>
                    </a:rPr>
                    <a:t> </a:t>
                  </a:r>
                  <a:r>
                    <a:rPr lang="zh-CN" altLang="en-US" sz="1600" b="1">
                      <a:solidFill>
                        <a:srgbClr val="FF0000"/>
                      </a:solidFill>
                      <a:latin typeface="微软雅黑" panose="020B0503020204020204" pitchFamily="34" charset="-122"/>
                      <a:ea typeface="微软雅黑" panose="020B0503020204020204" pitchFamily="34" charset="-122"/>
                    </a:rPr>
                    <a:t>实体单元</a:t>
                  </a:r>
                </a:p>
              </p:txBody>
            </p:sp>
            <p:sp>
              <p:nvSpPr>
                <p:cNvPr id="34831" name="Line 10"/>
                <p:cNvSpPr>
                  <a:spLocks noChangeShapeType="1"/>
                </p:cNvSpPr>
                <p:nvPr/>
              </p:nvSpPr>
              <p:spPr bwMode="auto">
                <a:xfrm flipH="1">
                  <a:off x="2474" y="9089"/>
                  <a:ext cx="3771" cy="12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1"/>
                <p:cNvSpPr>
                  <a:spLocks noChangeShapeType="1"/>
                </p:cNvSpPr>
                <p:nvPr/>
              </p:nvSpPr>
              <p:spPr bwMode="auto">
                <a:xfrm flipH="1">
                  <a:off x="3068" y="9560"/>
                  <a:ext cx="3222" cy="10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2"/>
                <p:cNvSpPr>
                  <a:spLocks noChangeShapeType="1"/>
                </p:cNvSpPr>
                <p:nvPr/>
              </p:nvSpPr>
              <p:spPr bwMode="auto">
                <a:xfrm flipH="1">
                  <a:off x="3068" y="10028"/>
                  <a:ext cx="3222" cy="10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4" name="WordArt 13"/>
                <p:cNvSpPr>
                  <a:spLocks noChangeArrowheads="1" noChangeShapeType="1" noTextEdit="1"/>
                </p:cNvSpPr>
                <p:nvPr/>
              </p:nvSpPr>
              <p:spPr bwMode="auto">
                <a:xfrm>
                  <a:off x="4614" y="9493"/>
                  <a:ext cx="855" cy="371"/>
                </a:xfrm>
                <a:prstGeom prst="rect">
                  <a:avLst/>
                </a:prstGeom>
              </p:spPr>
              <p:txBody>
                <a:bodyPr wrap="none" fromWordArt="1">
                  <a:prstTxWarp prst="textSlantUp">
                    <a:avLst>
                      <a:gd name="adj" fmla="val 55556"/>
                    </a:avLst>
                  </a:prstTxWarp>
                </a:bodyPr>
                <a:lstStyle/>
                <a:p>
                  <a:pPr algn="ctr"/>
                  <a:r>
                    <a:rPr lang="zh-CN" altLang="en-US" sz="800" kern="10">
                      <a:ln w="9525">
                        <a:solidFill>
                          <a:srgbClr val="000000"/>
                        </a:solidFill>
                        <a:round/>
                        <a:headEnd/>
                        <a:tailEnd/>
                      </a:ln>
                      <a:solidFill>
                        <a:srgbClr val="000000"/>
                      </a:solidFill>
                      <a:latin typeface="宋体" panose="02010600030101010101" pitchFamily="2" charset="-122"/>
                    </a:rPr>
                    <a:t>应  用  层</a:t>
                  </a:r>
                </a:p>
              </p:txBody>
            </p:sp>
            <p:sp>
              <p:nvSpPr>
                <p:cNvPr id="34835" name="WordArt 14"/>
                <p:cNvSpPr>
                  <a:spLocks noChangeArrowheads="1" noChangeShapeType="1" noTextEdit="1"/>
                </p:cNvSpPr>
                <p:nvPr/>
              </p:nvSpPr>
              <p:spPr bwMode="auto">
                <a:xfrm>
                  <a:off x="4614" y="9961"/>
                  <a:ext cx="855" cy="371"/>
                </a:xfrm>
                <a:prstGeom prst="rect">
                  <a:avLst/>
                </a:prstGeom>
              </p:spPr>
              <p:txBody>
                <a:bodyPr wrap="none" fromWordArt="1">
                  <a:prstTxWarp prst="textSlantUp">
                    <a:avLst>
                      <a:gd name="adj" fmla="val 55556"/>
                    </a:avLst>
                  </a:prstTxWarp>
                </a:bodyPr>
                <a:lstStyle/>
                <a:p>
                  <a:pPr algn="ctr"/>
                  <a:r>
                    <a:rPr lang="zh-CN" altLang="en-US" sz="800" kern="10">
                      <a:ln w="9525">
                        <a:solidFill>
                          <a:srgbClr val="000000"/>
                        </a:solidFill>
                        <a:round/>
                        <a:headEnd/>
                        <a:tailEnd/>
                      </a:ln>
                      <a:solidFill>
                        <a:srgbClr val="000000"/>
                      </a:solidFill>
                      <a:latin typeface="宋体" panose="02010600030101010101" pitchFamily="2" charset="-122"/>
                    </a:rPr>
                    <a:t>传  输  层</a:t>
                  </a:r>
                </a:p>
              </p:txBody>
            </p:sp>
            <p:sp>
              <p:nvSpPr>
                <p:cNvPr id="34836" name="WordArt 15"/>
                <p:cNvSpPr>
                  <a:spLocks noChangeArrowheads="1" noChangeShapeType="1" noTextEdit="1"/>
                </p:cNvSpPr>
                <p:nvPr/>
              </p:nvSpPr>
              <p:spPr bwMode="auto">
                <a:xfrm>
                  <a:off x="4614" y="10429"/>
                  <a:ext cx="855" cy="371"/>
                </a:xfrm>
                <a:prstGeom prst="rect">
                  <a:avLst/>
                </a:prstGeom>
              </p:spPr>
              <p:txBody>
                <a:bodyPr wrap="none" fromWordArt="1">
                  <a:prstTxWarp prst="textSlantUp">
                    <a:avLst>
                      <a:gd name="adj" fmla="val 55556"/>
                    </a:avLst>
                  </a:prstTxWarp>
                </a:bodyPr>
                <a:lstStyle/>
                <a:p>
                  <a:pPr algn="ctr"/>
                  <a:r>
                    <a:rPr lang="zh-CN" altLang="en-US" sz="800" kern="10">
                      <a:ln w="9525">
                        <a:solidFill>
                          <a:srgbClr val="000000"/>
                        </a:solidFill>
                        <a:round/>
                        <a:headEnd/>
                        <a:tailEnd/>
                      </a:ln>
                      <a:solidFill>
                        <a:srgbClr val="000000"/>
                      </a:solidFill>
                      <a:latin typeface="宋体" panose="02010600030101010101" pitchFamily="2" charset="-122"/>
                    </a:rPr>
                    <a:t>网  络  层</a:t>
                  </a:r>
                </a:p>
              </p:txBody>
            </p:sp>
            <p:sp>
              <p:nvSpPr>
                <p:cNvPr id="34837" name="WordArt 16"/>
                <p:cNvSpPr>
                  <a:spLocks noChangeArrowheads="1" noChangeShapeType="1" noTextEdit="1"/>
                </p:cNvSpPr>
                <p:nvPr/>
              </p:nvSpPr>
              <p:spPr bwMode="auto">
                <a:xfrm>
                  <a:off x="4614" y="10897"/>
                  <a:ext cx="855" cy="371"/>
                </a:xfrm>
                <a:prstGeom prst="rect">
                  <a:avLst/>
                </a:prstGeom>
              </p:spPr>
              <p:txBody>
                <a:bodyPr wrap="none" fromWordArt="1">
                  <a:prstTxWarp prst="textSlantUp">
                    <a:avLst>
                      <a:gd name="adj" fmla="val 55556"/>
                    </a:avLst>
                  </a:prstTxWarp>
                </a:bodyPr>
                <a:lstStyle/>
                <a:p>
                  <a:pPr algn="ctr"/>
                  <a:r>
                    <a:rPr lang="zh-CN" altLang="en-US" sz="800" kern="10">
                      <a:ln w="9525">
                        <a:solidFill>
                          <a:srgbClr val="000000"/>
                        </a:solidFill>
                        <a:round/>
                        <a:headEnd/>
                        <a:tailEnd/>
                      </a:ln>
                      <a:solidFill>
                        <a:srgbClr val="000000"/>
                      </a:solidFill>
                      <a:latin typeface="宋体" panose="02010600030101010101" pitchFamily="2" charset="-122"/>
                    </a:rPr>
                    <a:t>链  路  层</a:t>
                  </a:r>
                </a:p>
              </p:txBody>
            </p:sp>
            <p:sp>
              <p:nvSpPr>
                <p:cNvPr id="34838" name="Line 17"/>
                <p:cNvSpPr>
                  <a:spLocks noChangeShapeType="1"/>
                </p:cNvSpPr>
                <p:nvPr/>
              </p:nvSpPr>
              <p:spPr bwMode="auto">
                <a:xfrm flipH="1">
                  <a:off x="3068" y="10496"/>
                  <a:ext cx="3222" cy="10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Line 18"/>
                <p:cNvSpPr>
                  <a:spLocks noChangeShapeType="1"/>
                </p:cNvSpPr>
                <p:nvPr/>
              </p:nvSpPr>
              <p:spPr bwMode="auto">
                <a:xfrm flipH="1">
                  <a:off x="3071" y="10959"/>
                  <a:ext cx="3219" cy="10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0" name="WordArt 19"/>
                <p:cNvSpPr>
                  <a:spLocks noChangeArrowheads="1" noChangeShapeType="1" noTextEdit="1"/>
                </p:cNvSpPr>
                <p:nvPr/>
              </p:nvSpPr>
              <p:spPr bwMode="auto">
                <a:xfrm>
                  <a:off x="4614" y="11365"/>
                  <a:ext cx="855" cy="371"/>
                </a:xfrm>
                <a:prstGeom prst="rect">
                  <a:avLst/>
                </a:prstGeom>
              </p:spPr>
              <p:txBody>
                <a:bodyPr wrap="none" fromWordArt="1">
                  <a:prstTxWarp prst="textSlantUp">
                    <a:avLst>
                      <a:gd name="adj" fmla="val 55556"/>
                    </a:avLst>
                  </a:prstTxWarp>
                </a:bodyPr>
                <a:lstStyle/>
                <a:p>
                  <a:pPr algn="ctr"/>
                  <a:r>
                    <a:rPr lang="zh-CN" altLang="en-US" sz="800" kern="10">
                      <a:ln w="9525">
                        <a:solidFill>
                          <a:srgbClr val="000000"/>
                        </a:solidFill>
                        <a:round/>
                        <a:headEnd/>
                        <a:tailEnd/>
                      </a:ln>
                      <a:solidFill>
                        <a:srgbClr val="000000"/>
                      </a:solidFill>
                      <a:latin typeface="宋体" panose="02010600030101010101" pitchFamily="2" charset="-122"/>
                    </a:rPr>
                    <a:t>物 理  层</a:t>
                  </a:r>
                </a:p>
              </p:txBody>
            </p:sp>
            <p:sp>
              <p:nvSpPr>
                <p:cNvPr id="34841" name="Line 20"/>
                <p:cNvSpPr>
                  <a:spLocks noChangeShapeType="1"/>
                </p:cNvSpPr>
                <p:nvPr/>
              </p:nvSpPr>
              <p:spPr bwMode="auto">
                <a:xfrm>
                  <a:off x="3071" y="10176"/>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2" name="Text Box 21"/>
                <p:cNvSpPr txBox="1">
                  <a:spLocks noChangeArrowheads="1"/>
                </p:cNvSpPr>
                <p:nvPr/>
              </p:nvSpPr>
              <p:spPr bwMode="auto">
                <a:xfrm>
                  <a:off x="2474" y="10492"/>
                  <a:ext cx="360" cy="1872"/>
                </a:xfrm>
                <a:prstGeom prst="rect">
                  <a:avLst/>
                </a:prstGeom>
                <a:solidFill>
                  <a:srgbClr val="FFFFFF"/>
                </a:solidFill>
                <a:ln w="9525">
                  <a:solidFill>
                    <a:srgbClr val="FFFFFF"/>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200" b="1">
                      <a:solidFill>
                        <a:srgbClr val="FF0000"/>
                      </a:solidFill>
                      <a:latin typeface="微软雅黑" panose="020B0503020204020204" pitchFamily="34" charset="-122"/>
                      <a:ea typeface="微软雅黑" panose="020B0503020204020204" pitchFamily="34" charset="-122"/>
                    </a:rPr>
                    <a:t>分</a:t>
                  </a:r>
                </a:p>
                <a:p>
                  <a:pPr algn="ctr"/>
                  <a:r>
                    <a:rPr lang="zh-CN" altLang="en-US" sz="1200" b="1">
                      <a:solidFill>
                        <a:srgbClr val="FF0000"/>
                      </a:solidFill>
                      <a:latin typeface="微软雅黑" panose="020B0503020204020204" pitchFamily="34" charset="-122"/>
                      <a:ea typeface="微软雅黑" panose="020B0503020204020204" pitchFamily="34" charset="-122"/>
                    </a:rPr>
                    <a:t>层</a:t>
                  </a:r>
                </a:p>
                <a:p>
                  <a:pPr algn="ctr"/>
                  <a:r>
                    <a:rPr lang="zh-CN" altLang="en-US" sz="1200" b="1">
                      <a:solidFill>
                        <a:srgbClr val="FF0000"/>
                      </a:solidFill>
                      <a:latin typeface="微软雅黑" panose="020B0503020204020204" pitchFamily="34" charset="-122"/>
                      <a:ea typeface="微软雅黑" panose="020B0503020204020204" pitchFamily="34" charset="-122"/>
                    </a:rPr>
                    <a:t>安</a:t>
                  </a:r>
                </a:p>
                <a:p>
                  <a:pPr algn="ctr"/>
                  <a:r>
                    <a:rPr lang="zh-CN" altLang="en-US" sz="1200" b="1">
                      <a:solidFill>
                        <a:srgbClr val="FF0000"/>
                      </a:solidFill>
                      <a:latin typeface="微软雅黑" panose="020B0503020204020204" pitchFamily="34" charset="-122"/>
                      <a:ea typeface="微软雅黑" panose="020B0503020204020204" pitchFamily="34" charset="-122"/>
                    </a:rPr>
                    <a:t>全</a:t>
                  </a:r>
                </a:p>
                <a:p>
                  <a:pPr algn="ctr"/>
                  <a:r>
                    <a:rPr lang="zh-CN" altLang="en-US" sz="1200" b="1">
                      <a:solidFill>
                        <a:srgbClr val="FF0000"/>
                      </a:solidFill>
                      <a:latin typeface="微软雅黑" panose="020B0503020204020204" pitchFamily="34" charset="-122"/>
                      <a:ea typeface="微软雅黑" panose="020B0503020204020204" pitchFamily="34" charset="-122"/>
                    </a:rPr>
                    <a:t>管</a:t>
                  </a:r>
                </a:p>
                <a:p>
                  <a:pPr algn="ctr"/>
                  <a:r>
                    <a:rPr lang="zh-CN" altLang="en-US" sz="1200" b="1">
                      <a:solidFill>
                        <a:srgbClr val="FF0000"/>
                      </a:solidFill>
                      <a:latin typeface="微软雅黑" panose="020B0503020204020204" pitchFamily="34" charset="-122"/>
                      <a:ea typeface="微软雅黑" panose="020B0503020204020204" pitchFamily="34" charset="-122"/>
                    </a:rPr>
                    <a:t>理</a:t>
                  </a:r>
                </a:p>
              </p:txBody>
            </p:sp>
            <p:sp>
              <p:nvSpPr>
                <p:cNvPr id="34843" name="Line 22"/>
                <p:cNvSpPr>
                  <a:spLocks noChangeShapeType="1"/>
                </p:cNvSpPr>
                <p:nvPr/>
              </p:nvSpPr>
              <p:spPr bwMode="auto">
                <a:xfrm>
                  <a:off x="2468" y="10336"/>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4" name="Line 23"/>
                <p:cNvSpPr>
                  <a:spLocks noChangeShapeType="1"/>
                </p:cNvSpPr>
                <p:nvPr/>
              </p:nvSpPr>
              <p:spPr bwMode="auto">
                <a:xfrm flipH="1">
                  <a:off x="2108" y="11424"/>
                  <a:ext cx="4140" cy="1404"/>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45" name="Line 24"/>
                <p:cNvSpPr>
                  <a:spLocks noChangeShapeType="1"/>
                </p:cNvSpPr>
                <p:nvPr/>
              </p:nvSpPr>
              <p:spPr bwMode="auto">
                <a:xfrm>
                  <a:off x="5243" y="11796"/>
                  <a:ext cx="3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6" name="Line 25"/>
                <p:cNvSpPr>
                  <a:spLocks noChangeShapeType="1"/>
                </p:cNvSpPr>
                <p:nvPr/>
              </p:nvSpPr>
              <p:spPr bwMode="auto">
                <a:xfrm flipH="1">
                  <a:off x="6968" y="11428"/>
                  <a:ext cx="2522" cy="10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7" name="Line 26"/>
                <p:cNvSpPr>
                  <a:spLocks noChangeShapeType="1"/>
                </p:cNvSpPr>
                <p:nvPr/>
              </p:nvSpPr>
              <p:spPr bwMode="auto">
                <a:xfrm>
                  <a:off x="6248" y="11424"/>
                  <a:ext cx="468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48" name="Line 27"/>
                <p:cNvSpPr>
                  <a:spLocks noChangeShapeType="1"/>
                </p:cNvSpPr>
                <p:nvPr/>
              </p:nvSpPr>
              <p:spPr bwMode="auto">
                <a:xfrm flipH="1">
                  <a:off x="8239" y="11432"/>
                  <a:ext cx="2345" cy="10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9" name="Line 28"/>
                <p:cNvSpPr>
                  <a:spLocks noChangeShapeType="1"/>
                </p:cNvSpPr>
                <p:nvPr/>
              </p:nvSpPr>
              <p:spPr bwMode="auto">
                <a:xfrm>
                  <a:off x="4178" y="12129"/>
                  <a:ext cx="35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0" name="WordArt 29"/>
                <p:cNvSpPr>
                  <a:spLocks noChangeArrowheads="1" noChangeShapeType="1" noTextEdit="1"/>
                </p:cNvSpPr>
                <p:nvPr/>
              </p:nvSpPr>
              <p:spPr bwMode="auto">
                <a:xfrm>
                  <a:off x="8405" y="11736"/>
                  <a:ext cx="723" cy="623"/>
                </a:xfrm>
                <a:prstGeom prst="rect">
                  <a:avLst/>
                </a:prstGeom>
              </p:spPr>
              <p:txBody>
                <a:bodyPr wrap="none" fromWordArt="1">
                  <a:prstTxWarp prst="textSlantUp">
                    <a:avLst>
                      <a:gd name="adj" fmla="val 71431"/>
                    </a:avLst>
                  </a:prstTxWarp>
                </a:bodyPr>
                <a:lstStyle/>
                <a:p>
                  <a:pPr algn="ctr"/>
                  <a:r>
                    <a:rPr lang="zh-CN" altLang="en-US" sz="800" kern="10">
                      <a:ln w="9525">
                        <a:solidFill>
                          <a:srgbClr val="000000"/>
                        </a:solidFill>
                        <a:round/>
                        <a:headEnd/>
                        <a:tailEnd/>
                      </a:ln>
                      <a:solidFill>
                        <a:srgbClr val="000000"/>
                      </a:solidFill>
                      <a:latin typeface="宋体" panose="02010600030101010101" pitchFamily="2" charset="-122"/>
                    </a:rPr>
                    <a:t>理 管 全 安</a:t>
                  </a:r>
                </a:p>
              </p:txBody>
            </p:sp>
            <p:sp>
              <p:nvSpPr>
                <p:cNvPr id="34851" name="Text Box 30"/>
                <p:cNvSpPr txBox="1">
                  <a:spLocks noChangeArrowheads="1"/>
                </p:cNvSpPr>
                <p:nvPr/>
              </p:nvSpPr>
              <p:spPr bwMode="auto">
                <a:xfrm>
                  <a:off x="8768" y="9708"/>
                  <a:ext cx="2600" cy="468"/>
                </a:xfrm>
                <a:prstGeom prst="rect">
                  <a:avLst/>
                </a:prstGeom>
                <a:solidFill>
                  <a:srgbClr val="FFFFFF"/>
                </a:solidFill>
                <a:ln w="9525">
                  <a:solidFill>
                    <a:srgbClr val="FFFFFF"/>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600" b="1" smtClean="0">
                      <a:solidFill>
                        <a:srgbClr val="FF0000"/>
                      </a:solidFill>
                      <a:latin typeface="微软雅黑" panose="020B0503020204020204" pitchFamily="34" charset="-122"/>
                      <a:ea typeface="微软雅黑" panose="020B0503020204020204" pitchFamily="34" charset="-122"/>
                    </a:rPr>
                    <a:t>  安全</a:t>
                  </a:r>
                  <a:r>
                    <a:rPr lang="zh-CN" altLang="en-US" sz="1600" b="1">
                      <a:solidFill>
                        <a:srgbClr val="FF0000"/>
                      </a:solidFill>
                      <a:latin typeface="微软雅黑" panose="020B0503020204020204" pitchFamily="34" charset="-122"/>
                      <a:ea typeface="微软雅黑" panose="020B0503020204020204" pitchFamily="34" charset="-122"/>
                    </a:rPr>
                    <a:t>属性</a:t>
                  </a:r>
                </a:p>
                <a:p>
                  <a:pPr algn="just"/>
                  <a:r>
                    <a:rPr lang="zh-CN" altLang="en-US" sz="1600" b="1">
                      <a:solidFill>
                        <a:srgbClr val="FF0000"/>
                      </a:solidFill>
                      <a:latin typeface="微软雅黑" panose="020B0503020204020204" pitchFamily="34" charset="-122"/>
                      <a:ea typeface="微软雅黑" panose="020B0503020204020204" pitchFamily="34" charset="-122"/>
                    </a:rPr>
                    <a:t>（安全服务</a:t>
                  </a:r>
                  <a:r>
                    <a:rPr lang="en-US" altLang="zh-CN" sz="1600" b="1">
                      <a:solidFill>
                        <a:srgbClr val="FF0000"/>
                      </a:solidFill>
                      <a:latin typeface="微软雅黑" panose="020B0503020204020204" pitchFamily="34" charset="-122"/>
                      <a:ea typeface="微软雅黑" panose="020B0503020204020204" pitchFamily="34" charset="-122"/>
                    </a:rPr>
                    <a:t>/</a:t>
                  </a:r>
                  <a:r>
                    <a:rPr lang="zh-CN" altLang="en-US" sz="1600" b="1">
                      <a:solidFill>
                        <a:srgbClr val="FF0000"/>
                      </a:solidFill>
                      <a:latin typeface="微软雅黑" panose="020B0503020204020204" pitchFamily="34" charset="-122"/>
                      <a:ea typeface="微软雅黑" panose="020B0503020204020204" pitchFamily="34" charset="-122"/>
                    </a:rPr>
                    <a:t>安全机制）</a:t>
                  </a:r>
                </a:p>
              </p:txBody>
            </p:sp>
            <p:sp>
              <p:nvSpPr>
                <p:cNvPr id="34852" name="Text Box 31"/>
                <p:cNvSpPr txBox="1">
                  <a:spLocks noChangeArrowheads="1"/>
                </p:cNvSpPr>
                <p:nvPr/>
              </p:nvSpPr>
              <p:spPr bwMode="auto">
                <a:xfrm>
                  <a:off x="4916" y="12206"/>
                  <a:ext cx="1213" cy="310"/>
                </a:xfrm>
                <a:prstGeom prst="rect">
                  <a:avLst/>
                </a:prstGeom>
                <a:solidFill>
                  <a:srgbClr val="FFFFFF"/>
                </a:solidFill>
                <a:ln w="9525">
                  <a:solidFill>
                    <a:srgbClr val="FFFFFF"/>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200">
                      <a:solidFill>
                        <a:srgbClr val="085D9C"/>
                      </a:solidFill>
                      <a:latin typeface="Times New Roman" panose="02020603050405020304" pitchFamily="18" charset="0"/>
                    </a:rPr>
                    <a:t>应用系统安全</a:t>
                  </a:r>
                </a:p>
              </p:txBody>
            </p:sp>
            <p:sp>
              <p:nvSpPr>
                <p:cNvPr id="34853" name="Line 32"/>
                <p:cNvSpPr>
                  <a:spLocks noChangeShapeType="1"/>
                </p:cNvSpPr>
                <p:nvPr/>
              </p:nvSpPr>
              <p:spPr bwMode="auto">
                <a:xfrm>
                  <a:off x="3023" y="12521"/>
                  <a:ext cx="5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4" name="Text Box 33"/>
                <p:cNvSpPr txBox="1">
                  <a:spLocks noChangeArrowheads="1"/>
                </p:cNvSpPr>
                <p:nvPr/>
              </p:nvSpPr>
              <p:spPr bwMode="auto">
                <a:xfrm>
                  <a:off x="5888" y="11810"/>
                  <a:ext cx="1213" cy="255"/>
                </a:xfrm>
                <a:prstGeom prst="rect">
                  <a:avLst/>
                </a:prstGeom>
                <a:solidFill>
                  <a:srgbClr val="FFFFFF"/>
                </a:solidFill>
                <a:ln w="9525">
                  <a:solidFill>
                    <a:srgbClr val="FFFFFF"/>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200">
                      <a:solidFill>
                        <a:srgbClr val="085D9C"/>
                      </a:solidFill>
                      <a:latin typeface="Times New Roman" panose="02020603050405020304" pitchFamily="18" charset="0"/>
                    </a:rPr>
                    <a:t>计算机网络安全</a:t>
                  </a:r>
                </a:p>
              </p:txBody>
            </p:sp>
            <p:sp>
              <p:nvSpPr>
                <p:cNvPr id="34855" name="Text Box 34"/>
                <p:cNvSpPr txBox="1">
                  <a:spLocks noChangeArrowheads="1"/>
                </p:cNvSpPr>
                <p:nvPr/>
              </p:nvSpPr>
              <p:spPr bwMode="auto">
                <a:xfrm>
                  <a:off x="6134" y="11489"/>
                  <a:ext cx="360" cy="255"/>
                </a:xfrm>
                <a:prstGeom prst="rect">
                  <a:avLst/>
                </a:prstGeom>
                <a:solidFill>
                  <a:srgbClr val="FFFFFF"/>
                </a:solidFill>
                <a:ln w="9525">
                  <a:solidFill>
                    <a:srgbClr val="FFFFFF"/>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200">
                      <a:solidFill>
                        <a:srgbClr val="085D9C"/>
                      </a:solidFill>
                      <a:latin typeface="Times New Roman" panose="02020603050405020304" pitchFamily="18" charset="0"/>
                    </a:rPr>
                    <a:t>0</a:t>
                  </a:r>
                </a:p>
              </p:txBody>
            </p:sp>
            <p:sp>
              <p:nvSpPr>
                <p:cNvPr id="34856" name="Text Box 35"/>
                <p:cNvSpPr txBox="1">
                  <a:spLocks noChangeArrowheads="1"/>
                </p:cNvSpPr>
                <p:nvPr/>
              </p:nvSpPr>
              <p:spPr bwMode="auto">
                <a:xfrm>
                  <a:off x="6440" y="11458"/>
                  <a:ext cx="1980" cy="255"/>
                </a:xfrm>
                <a:prstGeom prst="rect">
                  <a:avLst/>
                </a:prstGeom>
                <a:solidFill>
                  <a:srgbClr val="FFFFFF"/>
                </a:solidFill>
                <a:ln w="9525">
                  <a:solidFill>
                    <a:srgbClr val="FFFFFF"/>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200">
                      <a:solidFill>
                        <a:srgbClr val="085D9C"/>
                      </a:solidFill>
                      <a:latin typeface="Times New Roman" panose="02020603050405020304" pitchFamily="18" charset="0"/>
                    </a:rPr>
                    <a:t>终端系统安全</a:t>
                  </a:r>
                  <a:r>
                    <a:rPr lang="en-US" altLang="zh-CN" sz="1200">
                      <a:solidFill>
                        <a:srgbClr val="085D9C"/>
                      </a:solidFill>
                      <a:latin typeface="Times New Roman" panose="02020603050405020304" pitchFamily="18" charset="0"/>
                    </a:rPr>
                    <a:t>(</a:t>
                  </a:r>
                  <a:r>
                    <a:rPr lang="zh-CN" altLang="en-US" sz="1200">
                      <a:solidFill>
                        <a:srgbClr val="085D9C"/>
                      </a:solidFill>
                      <a:latin typeface="Times New Roman" panose="02020603050405020304" pitchFamily="18" charset="0"/>
                    </a:rPr>
                    <a:t>计算机</a:t>
                  </a:r>
                  <a:r>
                    <a:rPr lang="en-US" altLang="zh-CN" sz="1200">
                      <a:solidFill>
                        <a:srgbClr val="085D9C"/>
                      </a:solidFill>
                      <a:latin typeface="Times New Roman" panose="02020603050405020304" pitchFamily="18" charset="0"/>
                    </a:rPr>
                    <a:t>+OS)</a:t>
                  </a:r>
                </a:p>
              </p:txBody>
            </p:sp>
          </p:grpSp>
          <p:sp>
            <p:nvSpPr>
              <p:cNvPr id="34823" name="Text Box 36"/>
              <p:cNvSpPr txBox="1">
                <a:spLocks noChangeArrowheads="1"/>
              </p:cNvSpPr>
              <p:nvPr/>
            </p:nvSpPr>
            <p:spPr bwMode="auto">
              <a:xfrm>
                <a:off x="6256" y="9073"/>
                <a:ext cx="363" cy="2353"/>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endParaRPr lang="en-US" altLang="zh-CN" sz="1200">
                  <a:solidFill>
                    <a:srgbClr val="085D9C"/>
                  </a:solidFill>
                  <a:latin typeface="Times New Roman" panose="02020603050405020304" pitchFamily="18" charset="0"/>
                </a:endParaRPr>
              </a:p>
              <a:p>
                <a:pPr algn="ctr"/>
                <a:endParaRPr lang="en-US" altLang="zh-CN" sz="1200">
                  <a:solidFill>
                    <a:srgbClr val="085D9C"/>
                  </a:solidFill>
                  <a:latin typeface="Times New Roman" panose="02020603050405020304" pitchFamily="18" charset="0"/>
                </a:endParaRPr>
              </a:p>
              <a:p>
                <a:pPr algn="ctr"/>
                <a:r>
                  <a:rPr lang="zh-CN" altLang="en-US" sz="1200">
                    <a:solidFill>
                      <a:srgbClr val="085D9C"/>
                    </a:solidFill>
                    <a:latin typeface="Times New Roman" panose="02020603050405020304" pitchFamily="18" charset="0"/>
                  </a:rPr>
                  <a:t>认</a:t>
                </a:r>
              </a:p>
              <a:p>
                <a:pPr algn="ctr"/>
                <a:endParaRPr lang="zh-CN" altLang="en-US" sz="1200">
                  <a:solidFill>
                    <a:srgbClr val="085D9C"/>
                  </a:solidFill>
                  <a:latin typeface="Times New Roman" panose="02020603050405020304" pitchFamily="18" charset="0"/>
                </a:endParaRPr>
              </a:p>
              <a:p>
                <a:pPr algn="ctr"/>
                <a:r>
                  <a:rPr lang="zh-CN" altLang="en-US" sz="1200">
                    <a:solidFill>
                      <a:srgbClr val="085D9C"/>
                    </a:solidFill>
                    <a:latin typeface="Times New Roman" panose="02020603050405020304" pitchFamily="18" charset="0"/>
                  </a:rPr>
                  <a:t>证</a:t>
                </a:r>
              </a:p>
            </p:txBody>
          </p:sp>
          <p:sp>
            <p:nvSpPr>
              <p:cNvPr id="34824" name="Text Box 37"/>
              <p:cNvSpPr txBox="1">
                <a:spLocks noChangeArrowheads="1"/>
              </p:cNvSpPr>
              <p:nvPr/>
            </p:nvSpPr>
            <p:spPr bwMode="auto">
              <a:xfrm>
                <a:off x="6601" y="9073"/>
                <a:ext cx="363" cy="2353"/>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endParaRPr lang="en-US" altLang="zh-CN" sz="1200">
                  <a:solidFill>
                    <a:srgbClr val="085D9C"/>
                  </a:solidFill>
                  <a:latin typeface="Times New Roman" panose="02020603050405020304" pitchFamily="18" charset="0"/>
                </a:endParaRPr>
              </a:p>
              <a:p>
                <a:pPr algn="ctr"/>
                <a:r>
                  <a:rPr lang="zh-CN" altLang="en-US" sz="1200">
                    <a:solidFill>
                      <a:srgbClr val="085D9C"/>
                    </a:solidFill>
                    <a:latin typeface="Times New Roman" panose="02020603050405020304" pitchFamily="18" charset="0"/>
                  </a:rPr>
                  <a:t>访</a:t>
                </a:r>
              </a:p>
              <a:p>
                <a:pPr algn="ctr"/>
                <a:r>
                  <a:rPr lang="zh-CN" altLang="en-US" sz="1200">
                    <a:solidFill>
                      <a:srgbClr val="085D9C"/>
                    </a:solidFill>
                    <a:latin typeface="Times New Roman" panose="02020603050405020304" pitchFamily="18" charset="0"/>
                  </a:rPr>
                  <a:t>问</a:t>
                </a:r>
              </a:p>
              <a:p>
                <a:pPr algn="ctr"/>
                <a:r>
                  <a:rPr lang="zh-CN" altLang="en-US" sz="1200">
                    <a:solidFill>
                      <a:srgbClr val="085D9C"/>
                    </a:solidFill>
                    <a:latin typeface="Times New Roman" panose="02020603050405020304" pitchFamily="18" charset="0"/>
                  </a:rPr>
                  <a:t>控</a:t>
                </a:r>
              </a:p>
              <a:p>
                <a:pPr algn="ctr"/>
                <a:r>
                  <a:rPr lang="zh-CN" altLang="en-US" sz="1200">
                    <a:solidFill>
                      <a:srgbClr val="085D9C"/>
                    </a:solidFill>
                    <a:latin typeface="Times New Roman" panose="02020603050405020304" pitchFamily="18" charset="0"/>
                  </a:rPr>
                  <a:t>制</a:t>
                </a:r>
              </a:p>
            </p:txBody>
          </p:sp>
          <p:sp>
            <p:nvSpPr>
              <p:cNvPr id="34825" name="Text Box 38"/>
              <p:cNvSpPr txBox="1">
                <a:spLocks noChangeArrowheads="1"/>
              </p:cNvSpPr>
              <p:nvPr/>
            </p:nvSpPr>
            <p:spPr bwMode="auto">
              <a:xfrm>
                <a:off x="6966" y="9073"/>
                <a:ext cx="363" cy="2353"/>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endParaRPr lang="en-US" altLang="zh-CN" sz="1200">
                  <a:solidFill>
                    <a:srgbClr val="085D9C"/>
                  </a:solidFill>
                  <a:latin typeface="Times New Roman" panose="02020603050405020304" pitchFamily="18" charset="0"/>
                </a:endParaRPr>
              </a:p>
              <a:p>
                <a:pPr algn="ctr"/>
                <a:r>
                  <a:rPr lang="zh-CN" altLang="en-US" sz="1200">
                    <a:solidFill>
                      <a:srgbClr val="085D9C"/>
                    </a:solidFill>
                    <a:latin typeface="Times New Roman" panose="02020603050405020304" pitchFamily="18" charset="0"/>
                  </a:rPr>
                  <a:t>数</a:t>
                </a:r>
              </a:p>
              <a:p>
                <a:pPr algn="ctr"/>
                <a:r>
                  <a:rPr lang="zh-CN" altLang="en-US" sz="1200">
                    <a:solidFill>
                      <a:srgbClr val="085D9C"/>
                    </a:solidFill>
                    <a:latin typeface="Times New Roman" panose="02020603050405020304" pitchFamily="18" charset="0"/>
                  </a:rPr>
                  <a:t>据</a:t>
                </a:r>
              </a:p>
              <a:p>
                <a:pPr algn="ctr"/>
                <a:r>
                  <a:rPr lang="zh-CN" altLang="en-US" sz="1200">
                    <a:solidFill>
                      <a:srgbClr val="085D9C"/>
                    </a:solidFill>
                    <a:latin typeface="Times New Roman" panose="02020603050405020304" pitchFamily="18" charset="0"/>
                  </a:rPr>
                  <a:t>完</a:t>
                </a:r>
              </a:p>
              <a:p>
                <a:pPr algn="ctr"/>
                <a:r>
                  <a:rPr lang="zh-CN" altLang="en-US" sz="1200">
                    <a:solidFill>
                      <a:srgbClr val="085D9C"/>
                    </a:solidFill>
                    <a:latin typeface="Times New Roman" panose="02020603050405020304" pitchFamily="18" charset="0"/>
                  </a:rPr>
                  <a:t>整</a:t>
                </a:r>
              </a:p>
              <a:p>
                <a:pPr algn="ctr"/>
                <a:r>
                  <a:rPr lang="zh-CN" altLang="en-US" sz="1200">
                    <a:solidFill>
                      <a:srgbClr val="085D9C"/>
                    </a:solidFill>
                    <a:latin typeface="Times New Roman" panose="02020603050405020304" pitchFamily="18" charset="0"/>
                  </a:rPr>
                  <a:t>性</a:t>
                </a:r>
              </a:p>
            </p:txBody>
          </p:sp>
          <p:sp>
            <p:nvSpPr>
              <p:cNvPr id="34826" name="Text Box 39"/>
              <p:cNvSpPr txBox="1">
                <a:spLocks noChangeArrowheads="1"/>
              </p:cNvSpPr>
              <p:nvPr/>
            </p:nvSpPr>
            <p:spPr bwMode="auto">
              <a:xfrm>
                <a:off x="7332" y="9073"/>
                <a:ext cx="363" cy="2353"/>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endParaRPr lang="en-US" altLang="zh-CN" sz="1200">
                  <a:solidFill>
                    <a:srgbClr val="085D9C"/>
                  </a:solidFill>
                  <a:latin typeface="Times New Roman" panose="02020603050405020304" pitchFamily="18" charset="0"/>
                </a:endParaRPr>
              </a:p>
              <a:p>
                <a:pPr algn="ctr"/>
                <a:endParaRPr lang="en-US" altLang="zh-CN" sz="1200">
                  <a:solidFill>
                    <a:srgbClr val="085D9C"/>
                  </a:solidFill>
                  <a:latin typeface="Times New Roman" panose="02020603050405020304" pitchFamily="18" charset="0"/>
                </a:endParaRPr>
              </a:p>
              <a:p>
                <a:pPr algn="ctr"/>
                <a:r>
                  <a:rPr lang="zh-CN" altLang="en-US" sz="1200">
                    <a:solidFill>
                      <a:srgbClr val="085D9C"/>
                    </a:solidFill>
                    <a:latin typeface="Times New Roman" panose="02020603050405020304" pitchFamily="18" charset="0"/>
                  </a:rPr>
                  <a:t>抗</a:t>
                </a:r>
              </a:p>
              <a:p>
                <a:pPr algn="ctr"/>
                <a:r>
                  <a:rPr lang="zh-CN" altLang="en-US" sz="1200">
                    <a:solidFill>
                      <a:srgbClr val="085D9C"/>
                    </a:solidFill>
                    <a:latin typeface="Times New Roman" panose="02020603050405020304" pitchFamily="18" charset="0"/>
                  </a:rPr>
                  <a:t>抵</a:t>
                </a:r>
              </a:p>
              <a:p>
                <a:pPr algn="ctr"/>
                <a:r>
                  <a:rPr lang="zh-CN" altLang="en-US" sz="1200">
                    <a:solidFill>
                      <a:srgbClr val="085D9C"/>
                    </a:solidFill>
                    <a:latin typeface="Times New Roman" panose="02020603050405020304" pitchFamily="18" charset="0"/>
                  </a:rPr>
                  <a:t>赖</a:t>
                </a:r>
              </a:p>
              <a:p>
                <a:pPr algn="ctr"/>
                <a:endParaRPr lang="en-US" altLang="zh-CN" sz="1200">
                  <a:solidFill>
                    <a:srgbClr val="085D9C"/>
                  </a:solidFill>
                  <a:latin typeface="Times New Roman" panose="02020603050405020304" pitchFamily="18" charset="0"/>
                </a:endParaRPr>
              </a:p>
            </p:txBody>
          </p:sp>
          <p:sp>
            <p:nvSpPr>
              <p:cNvPr id="34827" name="Text Box 40"/>
              <p:cNvSpPr txBox="1">
                <a:spLocks noChangeArrowheads="1"/>
              </p:cNvSpPr>
              <p:nvPr/>
            </p:nvSpPr>
            <p:spPr bwMode="auto">
              <a:xfrm>
                <a:off x="7698" y="9073"/>
                <a:ext cx="363" cy="2353"/>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200">
                    <a:solidFill>
                      <a:srgbClr val="085D9C"/>
                    </a:solidFill>
                    <a:latin typeface="Times New Roman" panose="02020603050405020304" pitchFamily="18" charset="0"/>
                  </a:rPr>
                  <a:t>可</a:t>
                </a:r>
              </a:p>
              <a:p>
                <a:pPr algn="ctr"/>
                <a:r>
                  <a:rPr lang="zh-CN" altLang="en-US" sz="1200">
                    <a:solidFill>
                      <a:srgbClr val="085D9C"/>
                    </a:solidFill>
                    <a:latin typeface="Times New Roman" panose="02020603050405020304" pitchFamily="18" charset="0"/>
                  </a:rPr>
                  <a:t>用</a:t>
                </a:r>
              </a:p>
              <a:p>
                <a:pPr algn="ctr"/>
                <a:r>
                  <a:rPr lang="zh-CN" altLang="en-US" sz="1200">
                    <a:solidFill>
                      <a:srgbClr val="085D9C"/>
                    </a:solidFill>
                    <a:latin typeface="Times New Roman" panose="02020603050405020304" pitchFamily="18" charset="0"/>
                  </a:rPr>
                  <a:t>性</a:t>
                </a:r>
              </a:p>
              <a:p>
                <a:pPr algn="ctr"/>
                <a:r>
                  <a:rPr lang="zh-CN" altLang="en-US" sz="1200">
                    <a:solidFill>
                      <a:srgbClr val="085D9C"/>
                    </a:solidFill>
                    <a:latin typeface="Times New Roman" panose="02020603050405020304" pitchFamily="18" charset="0"/>
                  </a:rPr>
                  <a:t>、</a:t>
                </a:r>
              </a:p>
              <a:p>
                <a:pPr algn="ctr"/>
                <a:r>
                  <a:rPr lang="zh-CN" altLang="en-US" sz="1200">
                    <a:solidFill>
                      <a:srgbClr val="085D9C"/>
                    </a:solidFill>
                    <a:latin typeface="Times New Roman" panose="02020603050405020304" pitchFamily="18" charset="0"/>
                  </a:rPr>
                  <a:t>可</a:t>
                </a:r>
              </a:p>
              <a:p>
                <a:pPr algn="ctr"/>
                <a:r>
                  <a:rPr lang="zh-CN" altLang="en-US" sz="1200">
                    <a:solidFill>
                      <a:srgbClr val="085D9C"/>
                    </a:solidFill>
                    <a:latin typeface="Times New Roman" panose="02020603050405020304" pitchFamily="18" charset="0"/>
                  </a:rPr>
                  <a:t>控</a:t>
                </a:r>
              </a:p>
              <a:p>
                <a:pPr algn="ctr"/>
                <a:r>
                  <a:rPr lang="zh-CN" altLang="en-US" sz="1200">
                    <a:solidFill>
                      <a:srgbClr val="085D9C"/>
                    </a:solidFill>
                    <a:latin typeface="Times New Roman" panose="02020603050405020304" pitchFamily="18" charset="0"/>
                  </a:rPr>
                  <a:t>性</a:t>
                </a:r>
              </a:p>
            </p:txBody>
          </p:sp>
          <p:sp>
            <p:nvSpPr>
              <p:cNvPr id="34828" name="Text Box 41"/>
              <p:cNvSpPr txBox="1">
                <a:spLocks noChangeArrowheads="1"/>
              </p:cNvSpPr>
              <p:nvPr/>
            </p:nvSpPr>
            <p:spPr bwMode="auto">
              <a:xfrm>
                <a:off x="8049" y="9073"/>
                <a:ext cx="363" cy="2353"/>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endParaRPr lang="en-US" altLang="zh-CN" sz="1200">
                  <a:solidFill>
                    <a:srgbClr val="085D9C"/>
                  </a:solidFill>
                  <a:latin typeface="Times New Roman" panose="02020603050405020304" pitchFamily="18" charset="0"/>
                </a:endParaRPr>
              </a:p>
              <a:p>
                <a:pPr algn="ctr"/>
                <a:r>
                  <a:rPr lang="zh-CN" altLang="en-US" sz="1200">
                    <a:solidFill>
                      <a:srgbClr val="085D9C"/>
                    </a:solidFill>
                    <a:latin typeface="Times New Roman" panose="02020603050405020304" pitchFamily="18" charset="0"/>
                  </a:rPr>
                  <a:t>可</a:t>
                </a:r>
              </a:p>
              <a:p>
                <a:pPr algn="ctr"/>
                <a:r>
                  <a:rPr lang="zh-CN" altLang="en-US" sz="1200">
                    <a:solidFill>
                      <a:srgbClr val="085D9C"/>
                    </a:solidFill>
                    <a:latin typeface="Times New Roman" panose="02020603050405020304" pitchFamily="18" charset="0"/>
                  </a:rPr>
                  <a:t>审</a:t>
                </a:r>
              </a:p>
              <a:p>
                <a:pPr algn="ctr"/>
                <a:r>
                  <a:rPr lang="zh-CN" altLang="en-US" sz="1200">
                    <a:solidFill>
                      <a:srgbClr val="085D9C"/>
                    </a:solidFill>
                    <a:latin typeface="Times New Roman" panose="02020603050405020304" pitchFamily="18" charset="0"/>
                  </a:rPr>
                  <a:t>计</a:t>
                </a:r>
              </a:p>
              <a:p>
                <a:pPr algn="ctr"/>
                <a:r>
                  <a:rPr lang="zh-CN" altLang="en-US" sz="1200">
                    <a:solidFill>
                      <a:srgbClr val="085D9C"/>
                    </a:solidFill>
                    <a:latin typeface="Times New Roman" panose="02020603050405020304" pitchFamily="18" charset="0"/>
                  </a:rPr>
                  <a:t>性</a:t>
                </a:r>
              </a:p>
            </p:txBody>
          </p:sp>
        </p:grpSp>
        <p:sp>
          <p:nvSpPr>
            <p:cNvPr id="34821" name="Text Box 42"/>
            <p:cNvSpPr txBox="1">
              <a:spLocks noChangeArrowheads="1"/>
            </p:cNvSpPr>
            <p:nvPr/>
          </p:nvSpPr>
          <p:spPr bwMode="auto">
            <a:xfrm>
              <a:off x="6248" y="8772"/>
              <a:ext cx="2160" cy="312"/>
            </a:xfrm>
            <a:prstGeom prst="rect">
              <a:avLst/>
            </a:prstGeom>
            <a:solidFill>
              <a:srgbClr val="FFFFFF"/>
            </a:solidFill>
            <a:ln w="9525">
              <a:solidFill>
                <a:srgbClr val="000000"/>
              </a:solidFill>
              <a:miter lim="800000"/>
              <a:headEnd/>
              <a:tailEnd/>
            </a:ln>
          </p:spPr>
          <p:txBody>
            <a:bodyPr lIns="0" tIns="0" rIns="0" bIns="0"/>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200">
                  <a:solidFill>
                    <a:srgbClr val="085D9C"/>
                  </a:solidFill>
                  <a:latin typeface="Times New Roman" panose="02020603050405020304" pitchFamily="18" charset="0"/>
                </a:rPr>
                <a:t>安 全 管 理</a:t>
              </a:r>
            </a:p>
          </p:txBody>
        </p:sp>
      </p:grpSp>
      <p:sp>
        <p:nvSpPr>
          <p:cNvPr id="41" name="Rectangle 76"/>
          <p:cNvSpPr txBox="1">
            <a:spLocks noChangeArrowheads="1"/>
          </p:cNvSpPr>
          <p:nvPr/>
        </p:nvSpPr>
        <p:spPr bwMode="auto">
          <a:xfrm>
            <a:off x="40973" y="0"/>
            <a:ext cx="7793038" cy="65802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algn="l" eaLnBrk="1" hangingPunct="1"/>
            <a:r>
              <a:rPr lang="en-US" altLang="zh-CN" sz="3200" b="1">
                <a:solidFill>
                  <a:schemeClr val="bg1"/>
                </a:solidFill>
                <a:latin typeface="微软雅黑" panose="020B0503020204020204" pitchFamily="34" charset="-122"/>
                <a:ea typeface="微软雅黑" panose="020B0503020204020204" pitchFamily="34" charset="-122"/>
              </a:rPr>
              <a:t>TCP/IP</a:t>
            </a:r>
            <a:r>
              <a:rPr lang="zh-CN" altLang="en-US" sz="3200" b="1">
                <a:solidFill>
                  <a:schemeClr val="bg1"/>
                </a:solidFill>
                <a:latin typeface="微软雅黑" panose="020B0503020204020204" pitchFamily="34" charset="-122"/>
                <a:ea typeface="微软雅黑" panose="020B0503020204020204" pitchFamily="34" charset="-122"/>
              </a:rPr>
              <a:t>安全体系的三维框架结构</a:t>
            </a:r>
            <a:endParaRPr lang="zh-CN" altLang="en-US" sz="3200" b="1" kern="0" dirty="0">
              <a:solidFill>
                <a:schemeClr val="bg1"/>
              </a:solidFill>
              <a:latin typeface="微软雅黑" panose="020B0503020204020204" pitchFamily="34" charset="-122"/>
              <a:ea typeface="微软雅黑" panose="020B0503020204020204" pitchFamily="34" charset="-122"/>
            </a:endParaRPr>
          </a:p>
        </p:txBody>
      </p:sp>
      <p:sp>
        <p:nvSpPr>
          <p:cNvPr id="34818" name="Rectangle 4"/>
          <p:cNvSpPr>
            <a:spLocks noGrp="1" noChangeArrowheads="1"/>
          </p:cNvSpPr>
          <p:nvPr>
            <p:ph type="title"/>
          </p:nvPr>
        </p:nvSpPr>
        <p:spPr>
          <a:xfrm>
            <a:off x="4499362" y="6078185"/>
            <a:ext cx="5365750" cy="457200"/>
          </a:xfrm>
          <a:noFill/>
        </p:spPr>
        <p:txBody>
          <a:bodyPr/>
          <a:lstStyle/>
          <a:p>
            <a:pPr eaLnBrk="1" hangingPunct="1"/>
            <a:r>
              <a:rPr lang="en-US" altLang="zh-CN" sz="2000" dirty="0">
                <a:solidFill>
                  <a:schemeClr val="tx1"/>
                </a:solidFill>
              </a:rPr>
              <a:t>TCP/IP</a:t>
            </a:r>
            <a:r>
              <a:rPr lang="zh-CN" altLang="en-US" sz="2000" dirty="0">
                <a:solidFill>
                  <a:schemeClr val="tx1"/>
                </a:solidFill>
                <a:latin typeface="宋体" panose="02010600030101010101" pitchFamily="2" charset="-122"/>
              </a:rPr>
              <a:t>网络安全体系的三维框架结构</a:t>
            </a:r>
            <a:r>
              <a:rPr lang="zh-CN" altLang="en-US" sz="2000" dirty="0">
                <a:solidFill>
                  <a:schemeClr val="tx1"/>
                </a:solidFill>
              </a:rPr>
              <a:t> </a:t>
            </a:r>
          </a:p>
        </p:txBody>
      </p:sp>
      <p:sp>
        <p:nvSpPr>
          <p:cNvPr id="6" name="矩形 5"/>
          <p:cNvSpPr/>
          <p:nvPr/>
        </p:nvSpPr>
        <p:spPr>
          <a:xfrm>
            <a:off x="150231" y="717171"/>
            <a:ext cx="9947273" cy="646331"/>
          </a:xfrm>
          <a:prstGeom prst="rect">
            <a:avLst/>
          </a:prstGeom>
        </p:spPr>
        <p:txBody>
          <a:bodyPr wrap="square">
            <a:spAutoFit/>
          </a:bodyPr>
          <a:lstStyle/>
          <a:p>
            <a:r>
              <a:rPr lang="en-US" altLang="zh-CN" smtClean="0">
                <a:latin typeface="微软雅黑" panose="020B0503020204020204" pitchFamily="34" charset="-122"/>
                <a:ea typeface="微软雅黑" panose="020B0503020204020204" pitchFamily="34" charset="-122"/>
              </a:rPr>
              <a:t>TCP/IP</a:t>
            </a:r>
            <a:r>
              <a:rPr lang="zh-CN" altLang="en-US" smtClean="0">
                <a:latin typeface="微软雅黑" panose="020B0503020204020204" pitchFamily="34" charset="-122"/>
                <a:ea typeface="微软雅黑" panose="020B0503020204020204" pitchFamily="34" charset="-122"/>
              </a:rPr>
              <a:t>安全体系的三维</a:t>
            </a:r>
            <a:r>
              <a:rPr lang="zh-CN" altLang="en-US">
                <a:latin typeface="微软雅黑" panose="020B0503020204020204" pitchFamily="34" charset="-122"/>
                <a:ea typeface="微软雅黑" panose="020B0503020204020204" pitchFamily="34" charset="-122"/>
              </a:rPr>
              <a:t>框架结构</a:t>
            </a:r>
            <a:r>
              <a:rPr lang="zh-CN" altLang="en-US" smtClean="0">
                <a:latin typeface="微软雅黑" panose="020B0503020204020204" pitchFamily="34" charset="-122"/>
                <a:ea typeface="微软雅黑" panose="020B0503020204020204" pitchFamily="34" charset="-122"/>
              </a:rPr>
              <a:t>，从</a:t>
            </a:r>
            <a:r>
              <a:rPr lang="zh-CN" altLang="en-US">
                <a:latin typeface="微软雅黑" panose="020B0503020204020204" pitchFamily="34" charset="-122"/>
                <a:ea typeface="微软雅黑" panose="020B0503020204020204" pitchFamily="34" charset="-122"/>
              </a:rPr>
              <a:t>不同的角度考虑安全问题，制定相应的安全策略和措施，以保障网络的安全性、可靠性和可用性。</a:t>
            </a:r>
            <a:endParaRPr lang="zh-CN" altLang="en-US"/>
          </a:p>
        </p:txBody>
      </p:sp>
    </p:spTree>
    <p:extLst>
      <p:ext uri="{BB962C8B-B14F-4D97-AF65-F5344CB8AC3E}">
        <p14:creationId xmlns:p14="http://schemas.microsoft.com/office/powerpoint/2010/main" val="13355407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76"/>
          <p:cNvSpPr txBox="1">
            <a:spLocks noGrp="1" noChangeArrowheads="1"/>
          </p:cNvSpPr>
          <p:nvPr>
            <p:ph type="title"/>
          </p:nvPr>
        </p:nvSpPr>
        <p:spPr bwMode="auto">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algn="l" eaLnBrk="1" hangingPunct="1"/>
            <a:r>
              <a:rPr lang="en-US" altLang="zh-CN" sz="3200" b="1" kern="0" dirty="0">
                <a:solidFill>
                  <a:schemeClr val="bg1"/>
                </a:solidFill>
                <a:latin typeface="微软雅黑" panose="020B0503020204020204" pitchFamily="34" charset="-122"/>
                <a:ea typeface="微软雅黑" panose="020B0503020204020204" pitchFamily="34" charset="-122"/>
              </a:rPr>
              <a:t>11.1 TCP/IP</a:t>
            </a:r>
            <a:r>
              <a:rPr lang="zh-CN" altLang="en-US" sz="3200" b="1" kern="0" dirty="0">
                <a:solidFill>
                  <a:schemeClr val="bg1"/>
                </a:solidFill>
                <a:latin typeface="微软雅黑" panose="020B0503020204020204" pitchFamily="34" charset="-122"/>
                <a:ea typeface="微软雅黑" panose="020B0503020204020204" pitchFamily="34" charset="-122"/>
              </a:rPr>
              <a:t>安全协议体系概述</a:t>
            </a:r>
          </a:p>
        </p:txBody>
      </p:sp>
      <p:sp>
        <p:nvSpPr>
          <p:cNvPr id="3" name="矩形 2"/>
          <p:cNvSpPr/>
          <p:nvPr/>
        </p:nvSpPr>
        <p:spPr>
          <a:xfrm>
            <a:off x="158884" y="758756"/>
            <a:ext cx="10483175" cy="4403065"/>
          </a:xfrm>
          <a:prstGeom prst="rect">
            <a:avLst/>
          </a:prstGeom>
        </p:spPr>
        <p:txBody>
          <a:bodyPr wrap="square">
            <a:spAutoFit/>
          </a:bodyPr>
          <a:lstStyle/>
          <a:p>
            <a:pPr marL="285750" indent="-285750">
              <a:lnSpc>
                <a:spcPct val="130000"/>
              </a:lnSpc>
              <a:spcBef>
                <a:spcPts val="600"/>
              </a:spcBef>
              <a:buFont typeface="Wingdings" panose="05000000000000000000" pitchFamily="2" charset="2"/>
              <a:buChar char="n"/>
            </a:pPr>
            <a:r>
              <a:rPr lang="zh-CN" altLang="en-US" b="1" smtClean="0">
                <a:latin typeface="微软雅黑" panose="020B0503020204020204" pitchFamily="34" charset="-122"/>
                <a:ea typeface="微软雅黑" panose="020B0503020204020204" pitchFamily="34" charset="-122"/>
              </a:rPr>
              <a:t>安全属性</a:t>
            </a:r>
            <a:endParaRPr lang="en-US" altLang="zh-CN" b="1" smtClean="0">
              <a:latin typeface="微软雅黑" panose="020B0503020204020204" pitchFamily="34" charset="-122"/>
              <a:ea typeface="微软雅黑" panose="020B0503020204020204" pitchFamily="34" charset="-122"/>
            </a:endParaRPr>
          </a:p>
          <a:p>
            <a:pPr>
              <a:lnSpc>
                <a:spcPct val="130000"/>
              </a:lnSpc>
              <a:spcBef>
                <a:spcPts val="600"/>
              </a:spcBef>
            </a:pPr>
            <a:r>
              <a:rPr lang="zh-CN" altLang="en-US" smtClean="0">
                <a:latin typeface="微软雅黑" panose="020B0503020204020204" pitchFamily="34" charset="-122"/>
                <a:ea typeface="微软雅黑" panose="020B0503020204020204" pitchFamily="34" charset="-122"/>
              </a:rPr>
              <a:t>也</a:t>
            </a:r>
            <a:r>
              <a:rPr lang="zh-CN" altLang="en-US">
                <a:latin typeface="微软雅黑" panose="020B0503020204020204" pitchFamily="34" charset="-122"/>
                <a:ea typeface="微软雅黑" panose="020B0503020204020204" pitchFamily="34" charset="-122"/>
              </a:rPr>
              <a:t>称为安全服务 </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安全机制，包括认证、访问控制、数据完整性、抗抵赖、可用性、可控性和可审计性等。这些属性是网络安全的核心目标，用于确保网络中的数据和资源得到保护。</a:t>
            </a:r>
          </a:p>
          <a:p>
            <a:pPr marL="285750" indent="-285750">
              <a:lnSpc>
                <a:spcPct val="130000"/>
              </a:lnSpc>
              <a:spcBef>
                <a:spcPts val="600"/>
              </a:spcBef>
              <a:buFont typeface="Wingdings" panose="05000000000000000000" pitchFamily="2" charset="2"/>
              <a:buChar char="n"/>
            </a:pPr>
            <a:r>
              <a:rPr lang="zh-CN" altLang="en-US" b="1">
                <a:latin typeface="微软雅黑" panose="020B0503020204020204" pitchFamily="34" charset="-122"/>
                <a:ea typeface="微软雅黑" panose="020B0503020204020204" pitchFamily="34" charset="-122"/>
              </a:rPr>
              <a:t>实体单元</a:t>
            </a:r>
            <a:endParaRPr lang="en-US" altLang="zh-CN" b="1">
              <a:latin typeface="微软雅黑" panose="020B0503020204020204" pitchFamily="34" charset="-122"/>
              <a:ea typeface="微软雅黑" panose="020B0503020204020204" pitchFamily="34" charset="-122"/>
            </a:endParaRPr>
          </a:p>
          <a:p>
            <a:pPr marL="285750" indent="-285750">
              <a:lnSpc>
                <a:spcPct val="130000"/>
              </a:lnSpc>
              <a:spcBef>
                <a:spcPts val="600"/>
              </a:spcBef>
              <a:buFont typeface="Wingdings" panose="05000000000000000000" pitchFamily="2" charset="2"/>
              <a:buChar char="ü"/>
            </a:pPr>
            <a:r>
              <a:rPr lang="zh-CN" altLang="en-US" b="1" smtClean="0">
                <a:latin typeface="微软雅黑" panose="020B0503020204020204" pitchFamily="34" charset="-122"/>
                <a:ea typeface="微软雅黑" panose="020B0503020204020204" pitchFamily="34" charset="-122"/>
              </a:rPr>
              <a:t>应用</a:t>
            </a:r>
            <a:r>
              <a:rPr lang="zh-CN" altLang="en-US" b="1">
                <a:latin typeface="微软雅黑" panose="020B0503020204020204" pitchFamily="34" charset="-122"/>
                <a:ea typeface="微软雅黑" panose="020B0503020204020204" pitchFamily="34" charset="-122"/>
              </a:rPr>
              <a:t>系统安全</a:t>
            </a:r>
            <a:r>
              <a:rPr lang="zh-CN" altLang="en-US">
                <a:latin typeface="微软雅黑" panose="020B0503020204020204" pitchFamily="34" charset="-122"/>
                <a:ea typeface="微软雅黑" panose="020B0503020204020204" pitchFamily="34" charset="-122"/>
              </a:rPr>
              <a:t>：指网络中各种应用程序和服务的安全性，如 </a:t>
            </a:r>
            <a:r>
              <a:rPr lang="en-US" altLang="zh-CN">
                <a:latin typeface="微软雅黑" panose="020B0503020204020204" pitchFamily="34" charset="-122"/>
                <a:ea typeface="微软雅黑" panose="020B0503020204020204" pitchFamily="34" charset="-122"/>
              </a:rPr>
              <a:t>Web </a:t>
            </a:r>
            <a:r>
              <a:rPr lang="zh-CN" altLang="en-US">
                <a:latin typeface="微软雅黑" panose="020B0503020204020204" pitchFamily="34" charset="-122"/>
                <a:ea typeface="微软雅黑" panose="020B0503020204020204" pitchFamily="34" charset="-122"/>
              </a:rPr>
              <a:t>应用、电子邮件系统、文件传输服务等。需要针对不同的应用制定相应的安全策略和措施，防止应用层的漏洞被攻击者利用。</a:t>
            </a:r>
          </a:p>
          <a:p>
            <a:pPr marL="285750" indent="-285750">
              <a:lnSpc>
                <a:spcPct val="130000"/>
              </a:lnSpc>
              <a:spcBef>
                <a:spcPts val="600"/>
              </a:spcBef>
              <a:buFont typeface="Wingdings" panose="05000000000000000000" pitchFamily="2" charset="2"/>
              <a:buChar char="ü"/>
            </a:pPr>
            <a:r>
              <a:rPr lang="zh-CN" altLang="en-US" b="1">
                <a:latin typeface="微软雅黑" panose="020B0503020204020204" pitchFamily="34" charset="-122"/>
                <a:ea typeface="微软雅黑" panose="020B0503020204020204" pitchFamily="34" charset="-122"/>
              </a:rPr>
              <a:t>计算机网络安全</a:t>
            </a:r>
            <a:r>
              <a:rPr lang="zh-CN" altLang="en-US">
                <a:latin typeface="微软雅黑" panose="020B0503020204020204" pitchFamily="34" charset="-122"/>
                <a:ea typeface="微软雅黑" panose="020B0503020204020204" pitchFamily="34" charset="-122"/>
              </a:rPr>
              <a:t>：涉及网络基础设施（如路由器、交换机、防火墙等）的安全，以及网络通信过程中的数据保护。包括网络层的加密、认证和访问控制等措施，以确保网络的正常运行和数据的安全传输。</a:t>
            </a:r>
          </a:p>
          <a:p>
            <a:pPr marL="285750" indent="-285750">
              <a:lnSpc>
                <a:spcPct val="130000"/>
              </a:lnSpc>
              <a:spcBef>
                <a:spcPts val="600"/>
              </a:spcBef>
              <a:buFont typeface="Wingdings" panose="05000000000000000000" pitchFamily="2" charset="2"/>
              <a:buChar char="ü"/>
            </a:pPr>
            <a:r>
              <a:rPr lang="zh-CN" altLang="en-US" b="1">
                <a:latin typeface="微软雅黑" panose="020B0503020204020204" pitchFamily="34" charset="-122"/>
                <a:ea typeface="微软雅黑" panose="020B0503020204020204" pitchFamily="34" charset="-122"/>
              </a:rPr>
              <a:t>终端系统安全</a:t>
            </a:r>
            <a:r>
              <a:rPr lang="zh-CN" altLang="en-US">
                <a:latin typeface="微软雅黑" panose="020B0503020204020204" pitchFamily="34" charset="-122"/>
                <a:ea typeface="微软雅黑" panose="020B0503020204020204" pitchFamily="34" charset="-122"/>
              </a:rPr>
              <a:t>：主要关注用户使用的计算机设备及其操作系统的安全性。包括终端设备的身份认证、访问控制、防病毒保护、系统更新和补丁管理等，以防止终端成为攻击者进入网络的入口</a:t>
            </a:r>
            <a:r>
              <a:rPr lang="zh-CN" altLang="en-US" smtClean="0">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2893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76"/>
          <p:cNvSpPr txBox="1">
            <a:spLocks noGrp="1" noChangeArrowheads="1"/>
          </p:cNvSpPr>
          <p:nvPr>
            <p:ph type="title"/>
          </p:nvPr>
        </p:nvSpPr>
        <p:spPr bwMode="auto">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algn="l" eaLnBrk="1" hangingPunct="1"/>
            <a:r>
              <a:rPr lang="en-US" altLang="zh-CN" sz="3200" b="1" kern="0" dirty="0">
                <a:solidFill>
                  <a:schemeClr val="bg1"/>
                </a:solidFill>
                <a:latin typeface="微软雅黑" panose="020B0503020204020204" pitchFamily="34" charset="-122"/>
                <a:ea typeface="微软雅黑" panose="020B0503020204020204" pitchFamily="34" charset="-122"/>
              </a:rPr>
              <a:t>11.1 TCP/IP</a:t>
            </a:r>
            <a:r>
              <a:rPr lang="zh-CN" altLang="en-US" sz="3200" b="1" kern="0" dirty="0">
                <a:solidFill>
                  <a:schemeClr val="bg1"/>
                </a:solidFill>
                <a:latin typeface="微软雅黑" panose="020B0503020204020204" pitchFamily="34" charset="-122"/>
                <a:ea typeface="微软雅黑" panose="020B0503020204020204" pitchFamily="34" charset="-122"/>
              </a:rPr>
              <a:t>安全协议体系概述</a:t>
            </a:r>
          </a:p>
        </p:txBody>
      </p:sp>
      <p:sp>
        <p:nvSpPr>
          <p:cNvPr id="3" name="矩形 2"/>
          <p:cNvSpPr/>
          <p:nvPr/>
        </p:nvSpPr>
        <p:spPr>
          <a:xfrm>
            <a:off x="158884" y="758756"/>
            <a:ext cx="10483175" cy="5955476"/>
          </a:xfrm>
          <a:prstGeom prst="rect">
            <a:avLst/>
          </a:prstGeom>
        </p:spPr>
        <p:txBody>
          <a:bodyPr wrap="square">
            <a:spAutoFit/>
          </a:bodyPr>
          <a:lstStyle/>
          <a:p>
            <a:pPr marL="285750" indent="-285750">
              <a:lnSpc>
                <a:spcPct val="130000"/>
              </a:lnSpc>
              <a:spcBef>
                <a:spcPts val="600"/>
              </a:spcBef>
              <a:buFont typeface="Wingdings" panose="05000000000000000000" pitchFamily="2" charset="2"/>
              <a:buChar char="n"/>
            </a:pPr>
            <a:r>
              <a:rPr lang="zh-CN" altLang="en-US" b="1" smtClean="0">
                <a:latin typeface="微软雅黑" panose="020B0503020204020204" pitchFamily="34" charset="-122"/>
                <a:ea typeface="微软雅黑" panose="020B0503020204020204" pitchFamily="34" charset="-122"/>
              </a:rPr>
              <a:t>分层</a:t>
            </a:r>
            <a:r>
              <a:rPr lang="zh-CN" altLang="en-US" b="1">
                <a:latin typeface="微软雅黑" panose="020B0503020204020204" pitchFamily="34" charset="-122"/>
                <a:ea typeface="微软雅黑" panose="020B0503020204020204" pitchFamily="34" charset="-122"/>
              </a:rPr>
              <a:t>管理</a:t>
            </a:r>
            <a:endParaRPr lang="en-US" altLang="zh-CN" b="1">
              <a:latin typeface="微软雅黑" panose="020B0503020204020204" pitchFamily="34" charset="-122"/>
              <a:ea typeface="微软雅黑" panose="020B0503020204020204" pitchFamily="34" charset="-122"/>
            </a:endParaRPr>
          </a:p>
          <a:p>
            <a:pPr>
              <a:lnSpc>
                <a:spcPct val="130000"/>
              </a:lnSpc>
              <a:spcBef>
                <a:spcPts val="600"/>
              </a:spcBef>
            </a:pPr>
            <a:r>
              <a:rPr lang="zh-CN" altLang="en-US" smtClean="0">
                <a:latin typeface="微软雅黑" panose="020B0503020204020204" pitchFamily="34" charset="-122"/>
                <a:ea typeface="微软雅黑" panose="020B0503020204020204" pitchFamily="34" charset="-122"/>
              </a:rPr>
              <a:t>对应 </a:t>
            </a:r>
            <a:r>
              <a:rPr lang="en-US" altLang="zh-CN">
                <a:latin typeface="微软雅黑" panose="020B0503020204020204" pitchFamily="34" charset="-122"/>
                <a:ea typeface="微软雅黑" panose="020B0503020204020204" pitchFamily="34" charset="-122"/>
              </a:rPr>
              <a:t>TCP/IP </a:t>
            </a:r>
            <a:r>
              <a:rPr lang="zh-CN" altLang="en-US">
                <a:latin typeface="微软雅黑" panose="020B0503020204020204" pitchFamily="34" charset="-122"/>
                <a:ea typeface="微软雅黑" panose="020B0503020204020204" pitchFamily="34" charset="-122"/>
              </a:rPr>
              <a:t>协议栈的不同</a:t>
            </a:r>
            <a:r>
              <a:rPr lang="zh-CN" altLang="en-US" smtClean="0">
                <a:latin typeface="微软雅黑" panose="020B0503020204020204" pitchFamily="34" charset="-122"/>
                <a:ea typeface="微软雅黑" panose="020B0503020204020204" pitchFamily="34" charset="-122"/>
              </a:rPr>
              <a:t>层次，提供</a:t>
            </a:r>
            <a:r>
              <a:rPr lang="zh-CN" altLang="en-US">
                <a:latin typeface="微软雅黑" panose="020B0503020204020204" pitchFamily="34" charset="-122"/>
                <a:ea typeface="微软雅黑" panose="020B0503020204020204" pitchFamily="34" charset="-122"/>
              </a:rPr>
              <a:t>不同的安全功能和服务，通过各层次的协同工作来实现整体的网络安全。</a:t>
            </a:r>
          </a:p>
          <a:p>
            <a:pPr marL="285750" indent="-285750">
              <a:lnSpc>
                <a:spcPct val="130000"/>
              </a:lnSpc>
              <a:spcBef>
                <a:spcPts val="600"/>
              </a:spcBef>
              <a:buFont typeface="Wingdings" panose="05000000000000000000" pitchFamily="2" charset="2"/>
              <a:buChar char="ü"/>
            </a:pPr>
            <a:r>
              <a:rPr lang="zh-CN" altLang="en-US" b="1">
                <a:latin typeface="微软雅黑" panose="020B0503020204020204" pitchFamily="34" charset="-122"/>
                <a:ea typeface="微软雅黑" panose="020B0503020204020204" pitchFamily="34" charset="-122"/>
              </a:rPr>
              <a:t>数据链路层安全：</a:t>
            </a:r>
            <a:r>
              <a:rPr lang="zh-CN" altLang="en-US">
                <a:latin typeface="微软雅黑" panose="020B0503020204020204" pitchFamily="34" charset="-122"/>
                <a:ea typeface="微软雅黑" panose="020B0503020204020204" pitchFamily="34" charset="-122"/>
              </a:rPr>
              <a:t>主要用于链路层连接的认证与保密，常见的协议有隧道协议（如 </a:t>
            </a:r>
            <a:r>
              <a:rPr lang="en-US" altLang="zh-CN">
                <a:latin typeface="微软雅黑" panose="020B0503020204020204" pitchFamily="34" charset="-122"/>
                <a:ea typeface="微软雅黑" panose="020B0503020204020204" pitchFamily="34" charset="-122"/>
              </a:rPr>
              <a:t>PPTP</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L2TP</a:t>
            </a:r>
            <a:r>
              <a:rPr lang="zh-CN" altLang="en-US">
                <a:latin typeface="微软雅黑" panose="020B0503020204020204" pitchFamily="34" charset="-122"/>
                <a:ea typeface="微软雅黑" panose="020B0503020204020204" pitchFamily="34" charset="-122"/>
              </a:rPr>
              <a:t>）、口令认证协议（</a:t>
            </a:r>
            <a:r>
              <a:rPr lang="en-US" altLang="zh-CN">
                <a:latin typeface="微软雅黑" panose="020B0503020204020204" pitchFamily="34" charset="-122"/>
                <a:ea typeface="微软雅黑" panose="020B0503020204020204" pitchFamily="34" charset="-122"/>
              </a:rPr>
              <a:t>PAP</a:t>
            </a:r>
            <a:r>
              <a:rPr lang="zh-CN" altLang="en-US">
                <a:latin typeface="微软雅黑" panose="020B0503020204020204" pitchFamily="34" charset="-122"/>
                <a:ea typeface="微软雅黑" panose="020B0503020204020204" pitchFamily="34" charset="-122"/>
              </a:rPr>
              <a:t>）、挑战握手认证协议（</a:t>
            </a:r>
            <a:r>
              <a:rPr lang="en-US" altLang="zh-CN">
                <a:latin typeface="微软雅黑" panose="020B0503020204020204" pitchFamily="34" charset="-122"/>
                <a:ea typeface="微软雅黑" panose="020B0503020204020204" pitchFamily="34" charset="-122"/>
              </a:rPr>
              <a:t>CHAP</a:t>
            </a:r>
            <a:r>
              <a:rPr lang="zh-CN" altLang="en-US">
                <a:latin typeface="微软雅黑" panose="020B0503020204020204" pitchFamily="34" charset="-122"/>
                <a:ea typeface="微软雅黑" panose="020B0503020204020204" pitchFamily="34" charset="-122"/>
              </a:rPr>
              <a:t>）等。</a:t>
            </a:r>
          </a:p>
          <a:p>
            <a:pPr marL="285750" indent="-285750">
              <a:lnSpc>
                <a:spcPct val="130000"/>
              </a:lnSpc>
              <a:spcBef>
                <a:spcPts val="600"/>
              </a:spcBef>
              <a:buFont typeface="Wingdings" panose="05000000000000000000" pitchFamily="2" charset="2"/>
              <a:buChar char="ü"/>
            </a:pPr>
            <a:r>
              <a:rPr lang="zh-CN" altLang="en-US" b="1">
                <a:latin typeface="微软雅黑" panose="020B0503020204020204" pitchFamily="34" charset="-122"/>
                <a:ea typeface="微软雅黑" panose="020B0503020204020204" pitchFamily="34" charset="-122"/>
              </a:rPr>
              <a:t>网络层安全：</a:t>
            </a:r>
            <a:r>
              <a:rPr lang="zh-CN" altLang="en-US">
                <a:latin typeface="微软雅黑" panose="020B0503020204020204" pitchFamily="34" charset="-122"/>
                <a:ea typeface="微软雅黑" panose="020B0503020204020204" pitchFamily="34" charset="-122"/>
              </a:rPr>
              <a:t>可以提供 </a:t>
            </a:r>
            <a:r>
              <a:rPr lang="en-US" altLang="zh-CN">
                <a:latin typeface="微软雅黑" panose="020B0503020204020204" pitchFamily="34" charset="-122"/>
                <a:ea typeface="微软雅黑" panose="020B0503020204020204" pitchFamily="34" charset="-122"/>
              </a:rPr>
              <a:t>ISO </a:t>
            </a:r>
            <a:r>
              <a:rPr lang="zh-CN" altLang="en-US">
                <a:latin typeface="微软雅黑" panose="020B0503020204020204" pitchFamily="34" charset="-122"/>
                <a:ea typeface="微软雅黑" panose="020B0503020204020204" pitchFamily="34" charset="-122"/>
              </a:rPr>
              <a:t>安全体系结构中所定义的所有安全服务，如 </a:t>
            </a:r>
            <a:r>
              <a:rPr lang="en-US" altLang="zh-CN">
                <a:latin typeface="微软雅黑" panose="020B0503020204020204" pitchFamily="34" charset="-122"/>
                <a:ea typeface="微软雅黑" panose="020B0503020204020204" pitchFamily="34" charset="-122"/>
              </a:rPr>
              <a:t>IPSec </a:t>
            </a:r>
            <a:r>
              <a:rPr lang="zh-CN" altLang="en-US">
                <a:latin typeface="微软雅黑" panose="020B0503020204020204" pitchFamily="34" charset="-122"/>
                <a:ea typeface="微软雅黑" panose="020B0503020204020204" pitchFamily="34" charset="-122"/>
              </a:rPr>
              <a:t>协议，包括认证头（</a:t>
            </a:r>
            <a:r>
              <a:rPr lang="en-US" altLang="zh-CN">
                <a:latin typeface="微软雅黑" panose="020B0503020204020204" pitchFamily="34" charset="-122"/>
                <a:ea typeface="微软雅黑" panose="020B0503020204020204" pitchFamily="34" charset="-122"/>
              </a:rPr>
              <a:t>AH</a:t>
            </a:r>
            <a:r>
              <a:rPr lang="zh-CN" altLang="en-US">
                <a:latin typeface="微软雅黑" panose="020B0503020204020204" pitchFamily="34" charset="-122"/>
                <a:ea typeface="微软雅黑" panose="020B0503020204020204" pitchFamily="34" charset="-122"/>
              </a:rPr>
              <a:t>）、封装安全有效负载（</a:t>
            </a:r>
            <a:r>
              <a:rPr lang="en-US" altLang="zh-CN">
                <a:latin typeface="微软雅黑" panose="020B0503020204020204" pitchFamily="34" charset="-122"/>
                <a:ea typeface="微软雅黑" panose="020B0503020204020204" pitchFamily="34" charset="-122"/>
              </a:rPr>
              <a:t>ESP</a:t>
            </a:r>
            <a:r>
              <a:rPr lang="zh-CN" altLang="en-US">
                <a:latin typeface="微软雅黑" panose="020B0503020204020204" pitchFamily="34" charset="-122"/>
                <a:ea typeface="微软雅黑" panose="020B0503020204020204" pitchFamily="34" charset="-122"/>
              </a:rPr>
              <a:t>）和 </a:t>
            </a:r>
            <a:r>
              <a:rPr lang="en-US" altLang="zh-CN">
                <a:latin typeface="微软雅黑" panose="020B0503020204020204" pitchFamily="34" charset="-122"/>
                <a:ea typeface="微软雅黑" panose="020B0503020204020204" pitchFamily="34" charset="-122"/>
              </a:rPr>
              <a:t>Internet </a:t>
            </a:r>
            <a:r>
              <a:rPr lang="zh-CN" altLang="en-US">
                <a:latin typeface="微软雅黑" panose="020B0503020204020204" pitchFamily="34" charset="-122"/>
                <a:ea typeface="微软雅黑" panose="020B0503020204020204" pitchFamily="34" charset="-122"/>
              </a:rPr>
              <a:t>密钥交换协议（</a:t>
            </a:r>
            <a:r>
              <a:rPr lang="en-US" altLang="zh-CN">
                <a:latin typeface="微软雅黑" panose="020B0503020204020204" pitchFamily="34" charset="-122"/>
                <a:ea typeface="微软雅黑" panose="020B0503020204020204" pitchFamily="34" charset="-122"/>
              </a:rPr>
              <a:t>IKE</a:t>
            </a:r>
            <a:r>
              <a:rPr lang="zh-CN" altLang="en-US">
                <a:latin typeface="微软雅黑" panose="020B0503020204020204" pitchFamily="34" charset="-122"/>
                <a:ea typeface="微软雅黑" panose="020B0503020204020204" pitchFamily="34" charset="-122"/>
              </a:rPr>
              <a:t>）等，主要用于保护网络层的数据包传输安全，提供保密性、完整性和认证等功能。</a:t>
            </a:r>
          </a:p>
          <a:p>
            <a:pPr marL="285750" indent="-285750">
              <a:lnSpc>
                <a:spcPct val="130000"/>
              </a:lnSpc>
              <a:spcBef>
                <a:spcPts val="600"/>
              </a:spcBef>
              <a:buFont typeface="Wingdings" panose="05000000000000000000" pitchFamily="2" charset="2"/>
              <a:buChar char="ü"/>
            </a:pPr>
            <a:r>
              <a:rPr lang="zh-CN" altLang="en-US" b="1">
                <a:latin typeface="微软雅黑" panose="020B0503020204020204" pitchFamily="34" charset="-122"/>
                <a:ea typeface="微软雅黑" panose="020B0503020204020204" pitchFamily="34" charset="-122"/>
              </a:rPr>
              <a:t>传输层安全：</a:t>
            </a:r>
            <a:r>
              <a:rPr lang="zh-CN" altLang="en-US">
                <a:latin typeface="微软雅黑" panose="020B0503020204020204" pitchFamily="34" charset="-122"/>
                <a:ea typeface="微软雅黑" panose="020B0503020204020204" pitchFamily="34" charset="-122"/>
              </a:rPr>
              <a:t>如安全套接字层（</a:t>
            </a: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）、传输层安全协议（</a:t>
            </a:r>
            <a:r>
              <a:rPr lang="en-US" altLang="zh-CN">
                <a:latin typeface="微软雅黑" panose="020B0503020204020204" pitchFamily="34" charset="-122"/>
                <a:ea typeface="微软雅黑" panose="020B0503020204020204" pitchFamily="34" charset="-122"/>
              </a:rPr>
              <a:t>TLS</a:t>
            </a:r>
            <a:r>
              <a:rPr lang="zh-CN" altLang="en-US">
                <a:latin typeface="微软雅黑" panose="020B0503020204020204" pitchFamily="34" charset="-122"/>
                <a:ea typeface="微软雅黑" panose="020B0503020204020204" pitchFamily="34" charset="-122"/>
              </a:rPr>
              <a:t>）等，主要为传输层的通信提供安全保障，确保数据在端到端之间的安全传输，常用于保护 </a:t>
            </a:r>
            <a:r>
              <a:rPr lang="en-US" altLang="zh-CN">
                <a:latin typeface="微软雅黑" panose="020B0503020204020204" pitchFamily="34" charset="-122"/>
                <a:ea typeface="微软雅黑" panose="020B0503020204020204" pitchFamily="34" charset="-122"/>
              </a:rPr>
              <a:t>Web </a:t>
            </a:r>
            <a:r>
              <a:rPr lang="zh-CN" altLang="en-US">
                <a:latin typeface="微软雅黑" panose="020B0503020204020204" pitchFamily="34" charset="-122"/>
                <a:ea typeface="微软雅黑" panose="020B0503020204020204" pitchFamily="34" charset="-122"/>
              </a:rPr>
              <a:t>应用、电子邮件等基于传输层协议的服务。</a:t>
            </a:r>
          </a:p>
          <a:p>
            <a:pPr marL="285750" indent="-285750">
              <a:lnSpc>
                <a:spcPct val="130000"/>
              </a:lnSpc>
              <a:spcBef>
                <a:spcPts val="600"/>
              </a:spcBef>
              <a:buFont typeface="Wingdings" panose="05000000000000000000" pitchFamily="2" charset="2"/>
              <a:buChar char="ü"/>
            </a:pPr>
            <a:r>
              <a:rPr lang="zh-CN" altLang="en-US" b="1">
                <a:latin typeface="微软雅黑" panose="020B0503020204020204" pitchFamily="34" charset="-122"/>
                <a:ea typeface="微软雅黑" panose="020B0503020204020204" pitchFamily="34" charset="-122"/>
              </a:rPr>
              <a:t>应用层安全：</a:t>
            </a:r>
            <a:r>
              <a:rPr lang="zh-CN" altLang="en-US">
                <a:latin typeface="微软雅黑" panose="020B0503020204020204" pitchFamily="34" charset="-122"/>
                <a:ea typeface="微软雅黑" panose="020B0503020204020204" pitchFamily="34" charset="-122"/>
              </a:rPr>
              <a:t>包括安全增强的应用协议（如安全的远程终端访问 </a:t>
            </a:r>
            <a:r>
              <a:rPr lang="en-US" altLang="zh-CN">
                <a:latin typeface="微软雅黑" panose="020B0503020204020204" pitchFamily="34" charset="-122"/>
                <a:ea typeface="微软雅黑" panose="020B0503020204020204" pitchFamily="34" charset="-122"/>
              </a:rPr>
              <a:t>STel</a:t>
            </a:r>
            <a:r>
              <a:rPr lang="zh-CN" altLang="en-US">
                <a:latin typeface="微软雅黑" panose="020B0503020204020204" pitchFamily="34" charset="-122"/>
                <a:ea typeface="微软雅黑" panose="020B0503020204020204" pitchFamily="34" charset="-122"/>
              </a:rPr>
              <a:t>、安全 </a:t>
            </a:r>
            <a:r>
              <a:rPr lang="en-US" altLang="zh-CN">
                <a:latin typeface="微软雅黑" panose="020B0503020204020204" pitchFamily="34" charset="-122"/>
                <a:ea typeface="微软雅黑" panose="020B0503020204020204" pitchFamily="34" charset="-122"/>
              </a:rPr>
              <a:t>RPC </a:t>
            </a:r>
            <a:r>
              <a:rPr lang="zh-CN" altLang="en-US">
                <a:latin typeface="微软雅黑" panose="020B0503020204020204" pitchFamily="34" charset="-122"/>
                <a:ea typeface="微软雅黑" panose="020B0503020204020204" pitchFamily="34" charset="-122"/>
              </a:rPr>
              <a:t>认证 </a:t>
            </a:r>
            <a:r>
              <a:rPr lang="en-US" altLang="zh-CN">
                <a:latin typeface="微软雅黑" panose="020B0503020204020204" pitchFamily="34" charset="-122"/>
                <a:ea typeface="微软雅黑" panose="020B0503020204020204" pitchFamily="34" charset="-122"/>
              </a:rPr>
              <a:t>SRA</a:t>
            </a:r>
            <a:r>
              <a:rPr lang="zh-CN" altLang="en-US">
                <a:latin typeface="微软雅黑" panose="020B0503020204020204" pitchFamily="34" charset="-122"/>
                <a:ea typeface="微软雅黑" panose="020B0503020204020204" pitchFamily="34" charset="-122"/>
              </a:rPr>
              <a:t>）和认证与密钥分发系统（如 </a:t>
            </a:r>
            <a:r>
              <a:rPr lang="en-US" altLang="zh-CN">
                <a:latin typeface="微软雅黑" panose="020B0503020204020204" pitchFamily="34" charset="-122"/>
                <a:ea typeface="微软雅黑" panose="020B0503020204020204" pitchFamily="34" charset="-122"/>
              </a:rPr>
              <a:t>Kerberos</a:t>
            </a:r>
            <a:r>
              <a:rPr lang="zh-CN" altLang="en-US">
                <a:latin typeface="微软雅黑" panose="020B0503020204020204" pitchFamily="34" charset="-122"/>
                <a:ea typeface="微软雅黑" panose="020B0503020204020204" pitchFamily="34" charset="-122"/>
              </a:rPr>
              <a:t>）等，针对具体的应用程序和服务进行安全设计，以满足不同应用场景的安全需求。</a:t>
            </a:r>
          </a:p>
          <a:p>
            <a:pPr>
              <a:lnSpc>
                <a:spcPct val="130000"/>
              </a:lnSpc>
              <a:spcBef>
                <a:spcPts val="600"/>
              </a:spcBef>
            </a:pP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42561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
          <p:cNvSpPr>
            <a:spLocks noGrp="1" noChangeArrowheads="1"/>
          </p:cNvSpPr>
          <p:nvPr>
            <p:ph type="title"/>
          </p:nvPr>
        </p:nvSpPr>
        <p:spPr>
          <a:xfrm>
            <a:off x="2932890" y="6118226"/>
            <a:ext cx="6400800" cy="573932"/>
          </a:xfrm>
          <a:noFill/>
        </p:spPr>
        <p:txBody>
          <a:bodyPr/>
          <a:lstStyle/>
          <a:p>
            <a:pPr algn="ctr" eaLnBrk="1" hangingPunct="1"/>
            <a:r>
              <a:rPr lang="zh-CN" altLang="en-US" sz="1800" dirty="0">
                <a:solidFill>
                  <a:schemeClr val="tx1"/>
                </a:solidFill>
                <a:latin typeface="宋体" panose="02010600030101010101" pitchFamily="2" charset="-122"/>
              </a:rPr>
              <a:t>现有</a:t>
            </a:r>
            <a:r>
              <a:rPr lang="en-US" altLang="zh-CN" sz="1800" dirty="0">
                <a:solidFill>
                  <a:schemeClr val="tx1"/>
                </a:solidFill>
              </a:rPr>
              <a:t>TCP/IP</a:t>
            </a:r>
            <a:r>
              <a:rPr lang="zh-CN" altLang="en-US" sz="1800" dirty="0">
                <a:solidFill>
                  <a:schemeClr val="tx1"/>
                </a:solidFill>
                <a:latin typeface="宋体" panose="02010600030101010101" pitchFamily="2" charset="-122"/>
              </a:rPr>
              <a:t>网络安全技术框架</a:t>
            </a:r>
            <a:r>
              <a:rPr lang="zh-CN" altLang="en-US" sz="1800" dirty="0">
                <a:solidFill>
                  <a:schemeClr val="tx1"/>
                </a:solidFill>
              </a:rPr>
              <a:t> </a:t>
            </a:r>
          </a:p>
        </p:txBody>
      </p:sp>
      <p:graphicFrame>
        <p:nvGraphicFramePr>
          <p:cNvPr id="1026" name="Object 5"/>
          <p:cNvGraphicFramePr>
            <a:graphicFrameLocks noChangeAspect="1"/>
          </p:cNvGraphicFramePr>
          <p:nvPr>
            <p:extLst>
              <p:ext uri="{D42A27DB-BD31-4B8C-83A1-F6EECF244321}">
                <p14:modId xmlns:p14="http://schemas.microsoft.com/office/powerpoint/2010/main" val="1086111873"/>
              </p:ext>
            </p:extLst>
          </p:nvPr>
        </p:nvGraphicFramePr>
        <p:xfrm>
          <a:off x="1892300" y="977901"/>
          <a:ext cx="8305800" cy="5140325"/>
        </p:xfrm>
        <a:graphic>
          <a:graphicData uri="http://schemas.openxmlformats.org/presentationml/2006/ole">
            <mc:AlternateContent xmlns:mc="http://schemas.openxmlformats.org/markup-compatibility/2006">
              <mc:Choice xmlns:v="urn:schemas-microsoft-com:vml" Requires="v">
                <p:oleObj spid="_x0000_s47288" name="Visio" r:id="rId3" imgW="7547136" imgH="4714160" progId="Visio.Drawing.11">
                  <p:embed/>
                </p:oleObj>
              </mc:Choice>
              <mc:Fallback>
                <p:oleObj name="Visio" r:id="rId3" imgW="7547136" imgH="4714160" progId="Visio.Drawing.11">
                  <p:embed/>
                  <p:pic>
                    <p:nvPicPr>
                      <p:cNvPr id="102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2300" y="977901"/>
                        <a:ext cx="8305800" cy="514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76"/>
          <p:cNvSpPr txBox="1">
            <a:spLocks noChangeArrowheads="1"/>
          </p:cNvSpPr>
          <p:nvPr/>
        </p:nvSpPr>
        <p:spPr bwMode="auto">
          <a:xfrm>
            <a:off x="61785" y="91318"/>
            <a:ext cx="7687733" cy="43361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algn="l" eaLnBrk="1" hangingPunct="1"/>
            <a:r>
              <a:rPr lang="en-US" altLang="zh-CN" sz="3200" kern="0" smtClean="0">
                <a:solidFill>
                  <a:schemeClr val="bg1"/>
                </a:solidFill>
                <a:latin typeface="微软雅黑" panose="020B0503020204020204" pitchFamily="34" charset="-122"/>
                <a:ea typeface="微软雅黑" panose="020B0503020204020204" pitchFamily="34" charset="-122"/>
              </a:rPr>
              <a:t>11.1 TCP/IP</a:t>
            </a:r>
            <a:r>
              <a:rPr lang="zh-CN" altLang="en-US" sz="3200" kern="0" smtClean="0">
                <a:solidFill>
                  <a:schemeClr val="bg1"/>
                </a:solidFill>
                <a:latin typeface="微软雅黑" panose="020B0503020204020204" pitchFamily="34" charset="-122"/>
                <a:ea typeface="微软雅黑" panose="020B0503020204020204" pitchFamily="34" charset="-122"/>
              </a:rPr>
              <a:t>安全协议体系概述</a:t>
            </a:r>
            <a:endParaRPr lang="zh-CN" altLang="en-US" sz="3200" kern="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706359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0"/>
            <a:ext cx="7793038" cy="544443"/>
          </a:xfrm>
        </p:spPr>
        <p:txBody>
          <a:bodyPr/>
          <a:lstStyle/>
          <a:p>
            <a:pPr eaLnBrk="1" hangingPunct="1"/>
            <a:r>
              <a:rPr lang="zh-CN" altLang="en-US" dirty="0" smtClean="0"/>
              <a:t>安全协议概述</a:t>
            </a:r>
          </a:p>
        </p:txBody>
      </p:sp>
      <p:sp>
        <p:nvSpPr>
          <p:cNvPr id="39939" name="Rectangle 4"/>
          <p:cNvSpPr>
            <a:spLocks noGrp="1" noChangeArrowheads="1"/>
          </p:cNvSpPr>
          <p:nvPr>
            <p:ph idx="1"/>
          </p:nvPr>
        </p:nvSpPr>
        <p:spPr>
          <a:xfrm>
            <a:off x="344250" y="871707"/>
            <a:ext cx="10852285" cy="5217808"/>
          </a:xfrm>
          <a:solidFill>
            <a:schemeClr val="bg1"/>
          </a:solidFill>
        </p:spPr>
        <p:txBody>
          <a:bodyPr/>
          <a:lstStyle/>
          <a:p>
            <a:pPr marL="457200" indent="-457200" eaLnBrk="1" hangingPunct="1">
              <a:lnSpc>
                <a:spcPct val="125000"/>
              </a:lnSpc>
              <a:buNone/>
            </a:pPr>
            <a:r>
              <a:rPr lang="en-US" altLang="zh-CN" b="1" dirty="0"/>
              <a:t>TCP/IP</a:t>
            </a:r>
            <a:r>
              <a:rPr lang="zh-CN" altLang="en-US" b="1" dirty="0"/>
              <a:t>网络安全协议按层次归类如下： </a:t>
            </a:r>
          </a:p>
          <a:p>
            <a:pPr marL="457200" indent="-457200" eaLnBrk="1" hangingPunct="1">
              <a:lnSpc>
                <a:spcPct val="125000"/>
              </a:lnSpc>
              <a:buNone/>
            </a:pPr>
            <a:r>
              <a:rPr lang="zh-CN" altLang="en-US" b="1" dirty="0">
                <a:solidFill>
                  <a:schemeClr val="hlink"/>
                </a:solidFill>
              </a:rPr>
              <a:t> </a:t>
            </a:r>
            <a:r>
              <a:rPr lang="en-US" altLang="zh-CN" b="1" dirty="0">
                <a:solidFill>
                  <a:schemeClr val="hlink"/>
                </a:solidFill>
              </a:rPr>
              <a:t>1</a:t>
            </a:r>
            <a:r>
              <a:rPr lang="zh-CN" altLang="en-US" b="1" dirty="0">
                <a:solidFill>
                  <a:schemeClr val="hlink"/>
                </a:solidFill>
              </a:rPr>
              <a:t>、网络接口层安全协议</a:t>
            </a:r>
          </a:p>
          <a:p>
            <a:pPr marL="457200" indent="-457200" eaLnBrk="1" hangingPunct="1">
              <a:lnSpc>
                <a:spcPct val="125000"/>
              </a:lnSpc>
              <a:buNone/>
            </a:pPr>
            <a:r>
              <a:rPr lang="zh-CN" altLang="en-US" smtClean="0"/>
              <a:t>      主要用于链路层连接的认证与保密（链路级安全）</a:t>
            </a:r>
            <a:r>
              <a:rPr lang="en-US" altLang="zh-CN" smtClean="0"/>
              <a:t>,</a:t>
            </a:r>
            <a:r>
              <a:rPr lang="zh-CN" altLang="en-US" smtClean="0"/>
              <a:t>已有的安全协议如下：</a:t>
            </a:r>
          </a:p>
          <a:p>
            <a:pPr marL="457200" indent="-457200" eaLnBrk="1" hangingPunct="1">
              <a:lnSpc>
                <a:spcPct val="125000"/>
              </a:lnSpc>
              <a:buNone/>
            </a:pPr>
            <a:r>
              <a:rPr lang="zh-CN" altLang="en-US" smtClean="0"/>
              <a:t>     （</a:t>
            </a:r>
            <a:r>
              <a:rPr lang="en-US" altLang="zh-CN" smtClean="0"/>
              <a:t>1</a:t>
            </a:r>
            <a:r>
              <a:rPr lang="zh-CN" altLang="en-US" smtClean="0"/>
              <a:t>）隧道协议</a:t>
            </a:r>
            <a:r>
              <a:rPr lang="en-US" altLang="zh-CN" smtClean="0"/>
              <a:t>PPTP</a:t>
            </a:r>
            <a:r>
              <a:rPr lang="zh-CN" altLang="en-US" smtClean="0"/>
              <a:t>、</a:t>
            </a:r>
            <a:r>
              <a:rPr lang="en-US" altLang="zh-CN" smtClean="0"/>
              <a:t>L2TP</a:t>
            </a:r>
          </a:p>
          <a:p>
            <a:pPr marL="1057275" lvl="2" indent="-457200" eaLnBrk="1" hangingPunct="1">
              <a:lnSpc>
                <a:spcPct val="125000"/>
              </a:lnSpc>
              <a:buFont typeface="Wingdings" panose="05000000000000000000" pitchFamily="2" charset="2"/>
              <a:buChar char="ü"/>
            </a:pPr>
            <a:r>
              <a:rPr lang="en-US" altLang="zh-CN" sz="1600" smtClean="0"/>
              <a:t>PPTP</a:t>
            </a:r>
            <a:r>
              <a:rPr lang="zh-CN" altLang="en-US" sz="1600" smtClean="0"/>
              <a:t>（</a:t>
            </a:r>
            <a:r>
              <a:rPr lang="en-US" altLang="zh-CN" sz="1600" smtClean="0"/>
              <a:t>Point to Point Tunneling Protocol</a:t>
            </a:r>
            <a:r>
              <a:rPr lang="zh-CN" altLang="en-US" sz="1600" smtClean="0"/>
              <a:t>，点到点隧道协议）。在公用</a:t>
            </a:r>
            <a:r>
              <a:rPr lang="en-US" altLang="zh-CN" sz="1600" smtClean="0"/>
              <a:t>TCP/IP</a:t>
            </a:r>
            <a:r>
              <a:rPr lang="zh-CN" altLang="en-US" sz="1600" smtClean="0"/>
              <a:t>网络上使用</a:t>
            </a:r>
            <a:r>
              <a:rPr lang="en-US" altLang="zh-CN" sz="1600" smtClean="0"/>
              <a:t>PPP</a:t>
            </a:r>
            <a:r>
              <a:rPr lang="zh-CN" altLang="en-US" sz="1600" smtClean="0"/>
              <a:t>（</a:t>
            </a:r>
            <a:r>
              <a:rPr lang="en-US" altLang="zh-CN" sz="1600" smtClean="0"/>
              <a:t>Point to Point Protocol</a:t>
            </a:r>
            <a:r>
              <a:rPr lang="zh-CN" altLang="en-US" sz="1600" smtClean="0"/>
              <a:t>，点对点协议）生成和维护隧道。典型的</a:t>
            </a:r>
            <a:r>
              <a:rPr lang="en-US" altLang="zh-CN" sz="1600" smtClean="0"/>
              <a:t>PPP</a:t>
            </a:r>
            <a:r>
              <a:rPr lang="zh-CN" altLang="en-US" sz="1600" smtClean="0"/>
              <a:t>应用是远程网络连接。</a:t>
            </a:r>
            <a:r>
              <a:rPr lang="en-US" altLang="zh-CN" sz="1600" smtClean="0"/>
              <a:t>PPTP</a:t>
            </a:r>
            <a:r>
              <a:rPr lang="zh-CN" altLang="en-US" sz="1600" smtClean="0"/>
              <a:t>可以实现认证和加密。</a:t>
            </a:r>
          </a:p>
          <a:p>
            <a:pPr marL="1057275" lvl="2" indent="-457200" eaLnBrk="1" hangingPunct="1">
              <a:lnSpc>
                <a:spcPct val="125000"/>
              </a:lnSpc>
              <a:buFont typeface="Wingdings" panose="05000000000000000000" pitchFamily="2" charset="2"/>
              <a:buChar char="ü"/>
            </a:pPr>
            <a:r>
              <a:rPr lang="zh-CN" altLang="en-US" sz="1600" smtClean="0"/>
              <a:t>二层隧道协议（</a:t>
            </a:r>
            <a:r>
              <a:rPr lang="en-US" altLang="zh-CN" sz="1600" smtClean="0"/>
              <a:t>L2TP</a:t>
            </a:r>
            <a:r>
              <a:rPr lang="zh-CN" altLang="en-US" sz="1600" smtClean="0"/>
              <a:t>）。目前，</a:t>
            </a:r>
            <a:r>
              <a:rPr lang="en-US" altLang="zh-CN" sz="1600" smtClean="0"/>
              <a:t>L2TP</a:t>
            </a:r>
            <a:r>
              <a:rPr lang="zh-CN" altLang="en-US" sz="1600" smtClean="0"/>
              <a:t>通常被应用在虚拟专用网的实现中。</a:t>
            </a:r>
            <a:endParaRPr lang="en-US" altLang="zh-CN" sz="1600" smtClean="0"/>
          </a:p>
          <a:p>
            <a:pPr marL="457200" indent="-457200" eaLnBrk="1" hangingPunct="1">
              <a:lnSpc>
                <a:spcPct val="125000"/>
              </a:lnSpc>
              <a:buNone/>
            </a:pPr>
            <a:r>
              <a:rPr lang="en-US" altLang="zh-CN" smtClean="0"/>
              <a:t>     </a:t>
            </a:r>
            <a:r>
              <a:rPr lang="zh-CN" altLang="en-US" smtClean="0"/>
              <a:t>（</a:t>
            </a:r>
            <a:r>
              <a:rPr lang="en-US" altLang="zh-CN" smtClean="0"/>
              <a:t>2</a:t>
            </a:r>
            <a:r>
              <a:rPr lang="zh-CN" altLang="en-US" smtClean="0"/>
              <a:t>）口令认证协议（</a:t>
            </a:r>
            <a:r>
              <a:rPr lang="en-US" altLang="zh-CN" smtClean="0"/>
              <a:t>PAP</a:t>
            </a:r>
            <a:r>
              <a:rPr lang="zh-CN" altLang="en-US" smtClean="0"/>
              <a:t>）</a:t>
            </a:r>
          </a:p>
          <a:p>
            <a:pPr marL="457200" indent="-457200" eaLnBrk="1" hangingPunct="1">
              <a:lnSpc>
                <a:spcPct val="125000"/>
              </a:lnSpc>
              <a:buNone/>
            </a:pPr>
            <a:r>
              <a:rPr lang="zh-CN" altLang="en-US" smtClean="0"/>
              <a:t>     （</a:t>
            </a:r>
            <a:r>
              <a:rPr lang="en-US" altLang="zh-CN" smtClean="0"/>
              <a:t>3</a:t>
            </a:r>
            <a:r>
              <a:rPr lang="zh-CN" altLang="en-US" smtClean="0"/>
              <a:t>）挑战响应认证协议（</a:t>
            </a:r>
            <a:r>
              <a:rPr lang="en-US" altLang="zh-CN" smtClean="0"/>
              <a:t>CHAP</a:t>
            </a:r>
            <a:r>
              <a:rPr lang="zh-CN" altLang="en-US" smtClean="0"/>
              <a:t>）</a:t>
            </a:r>
          </a:p>
          <a:p>
            <a:pPr marL="457200" indent="-457200" eaLnBrk="1" hangingPunct="1">
              <a:lnSpc>
                <a:spcPct val="125000"/>
              </a:lnSpc>
              <a:buNone/>
            </a:pPr>
            <a:r>
              <a:rPr lang="zh-CN" altLang="en-US" smtClean="0"/>
              <a:t>     （</a:t>
            </a:r>
            <a:r>
              <a:rPr lang="en-US" altLang="zh-CN" smtClean="0"/>
              <a:t>4</a:t>
            </a:r>
            <a:r>
              <a:rPr lang="zh-CN" altLang="en-US" smtClean="0"/>
              <a:t>）</a:t>
            </a:r>
            <a:r>
              <a:rPr lang="zh-CN" altLang="en-US" smtClean="0">
                <a:cs typeface="Times New Roman" panose="02020603050405020304" pitchFamily="18" charset="0"/>
              </a:rPr>
              <a:t> </a:t>
            </a:r>
            <a:r>
              <a:rPr lang="en-US" altLang="zh-CN" smtClean="0"/>
              <a:t>Shiva</a:t>
            </a:r>
            <a:r>
              <a:rPr lang="zh-CN" altLang="en-US" smtClean="0"/>
              <a:t>口令认证协议（</a:t>
            </a:r>
            <a:r>
              <a:rPr lang="en-US" altLang="zh-CN" smtClean="0"/>
              <a:t>SPAP</a:t>
            </a:r>
            <a:r>
              <a:rPr lang="zh-CN" altLang="en-US" smtClean="0"/>
              <a:t>）</a:t>
            </a:r>
          </a:p>
          <a:p>
            <a:pPr marL="457200" indent="-457200" eaLnBrk="1" hangingPunct="1">
              <a:lnSpc>
                <a:spcPct val="125000"/>
              </a:lnSpc>
              <a:buNone/>
            </a:pPr>
            <a:r>
              <a:rPr lang="zh-CN" altLang="en-US" smtClean="0"/>
              <a:t>     （</a:t>
            </a:r>
            <a:r>
              <a:rPr lang="en-US" altLang="zh-CN" smtClean="0"/>
              <a:t>5</a:t>
            </a:r>
            <a:r>
              <a:rPr lang="zh-CN" altLang="en-US" smtClean="0"/>
              <a:t>）扩展认证协议（</a:t>
            </a:r>
            <a:r>
              <a:rPr lang="en-US" altLang="zh-CN" smtClean="0"/>
              <a:t>EAP</a:t>
            </a:r>
            <a:r>
              <a:rPr lang="zh-CN" altLang="en-US" smtClean="0"/>
              <a:t>）</a:t>
            </a:r>
          </a:p>
          <a:p>
            <a:pPr marL="457200" indent="-457200" eaLnBrk="1" hangingPunct="1">
              <a:lnSpc>
                <a:spcPct val="125000"/>
              </a:lnSpc>
              <a:buNone/>
            </a:pPr>
            <a:r>
              <a:rPr lang="zh-CN" altLang="en-US" smtClean="0"/>
              <a:t>     （</a:t>
            </a:r>
            <a:r>
              <a:rPr lang="en-US" altLang="zh-CN" smtClean="0"/>
              <a:t>6</a:t>
            </a:r>
            <a:r>
              <a:rPr lang="zh-CN" altLang="en-US" smtClean="0"/>
              <a:t>）微软的挑战</a:t>
            </a:r>
            <a:r>
              <a:rPr lang="en-US" altLang="zh-CN" smtClean="0"/>
              <a:t>/</a:t>
            </a:r>
            <a:r>
              <a:rPr lang="zh-CN" altLang="en-US" smtClean="0"/>
              <a:t>响应握手认证协议（</a:t>
            </a:r>
            <a:r>
              <a:rPr lang="en-US" altLang="zh-CN" smtClean="0"/>
              <a:t>MS-CHAP</a:t>
            </a:r>
            <a:r>
              <a:rPr lang="zh-CN" altLang="en-US" smtClean="0"/>
              <a:t>）</a:t>
            </a:r>
          </a:p>
          <a:p>
            <a:pPr marL="457200" indent="-457200" eaLnBrk="1" hangingPunct="1">
              <a:lnSpc>
                <a:spcPct val="125000"/>
              </a:lnSpc>
              <a:buNone/>
            </a:pPr>
            <a:r>
              <a:rPr lang="zh-CN" altLang="en-US" smtClean="0"/>
              <a:t>    （</a:t>
            </a:r>
            <a:r>
              <a:rPr lang="en-US" altLang="zh-CN" smtClean="0"/>
              <a:t>7</a:t>
            </a:r>
            <a:r>
              <a:rPr lang="zh-CN" altLang="en-US" smtClean="0"/>
              <a:t>）微软的点对点加密协议（</a:t>
            </a:r>
            <a:r>
              <a:rPr lang="en-US" altLang="zh-CN" smtClean="0"/>
              <a:t>MS-MPPE</a:t>
            </a:r>
            <a:r>
              <a:rPr lang="zh-CN" altLang="en-US" smtClean="0"/>
              <a:t>） </a:t>
            </a:r>
            <a:endParaRPr lang="en-US" altLang="zh-CN" smtClean="0"/>
          </a:p>
          <a:p>
            <a:pPr marL="457200" indent="-457200" eaLnBrk="1" hangingPunct="1">
              <a:lnSpc>
                <a:spcPct val="125000"/>
              </a:lnSpc>
              <a:buNone/>
            </a:pPr>
            <a:endParaRPr lang="zh-CN" altLang="en-US" dirty="0"/>
          </a:p>
        </p:txBody>
      </p:sp>
    </p:spTree>
    <p:extLst>
      <p:ext uri="{BB962C8B-B14F-4D97-AF65-F5344CB8AC3E}">
        <p14:creationId xmlns:p14="http://schemas.microsoft.com/office/powerpoint/2010/main" val="7543683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1"/>
            <a:ext cx="7793038" cy="632298"/>
          </a:xfrm>
        </p:spPr>
        <p:txBody>
          <a:bodyPr/>
          <a:lstStyle/>
          <a:p>
            <a:pPr eaLnBrk="1" hangingPunct="1"/>
            <a:r>
              <a:rPr lang="zh-CN" altLang="en-US" dirty="0" smtClean="0"/>
              <a:t>安全协议概述</a:t>
            </a:r>
          </a:p>
        </p:txBody>
      </p:sp>
      <p:sp>
        <p:nvSpPr>
          <p:cNvPr id="40962" name="Rectangle 3"/>
          <p:cNvSpPr>
            <a:spLocks noGrp="1" noChangeArrowheads="1"/>
          </p:cNvSpPr>
          <p:nvPr>
            <p:ph idx="1"/>
          </p:nvPr>
        </p:nvSpPr>
        <p:spPr>
          <a:xfrm>
            <a:off x="260452" y="775240"/>
            <a:ext cx="10187054" cy="4152900"/>
          </a:xfrm>
        </p:spPr>
        <p:txBody>
          <a:bodyPr/>
          <a:lstStyle/>
          <a:p>
            <a:pPr algn="just" eaLnBrk="1" hangingPunct="1">
              <a:lnSpc>
                <a:spcPct val="125000"/>
              </a:lnSpc>
              <a:buFont typeface="Wingdings" panose="05000000000000000000" pitchFamily="2" charset="2"/>
              <a:buNone/>
            </a:pPr>
            <a:r>
              <a:rPr lang="en-US" altLang="zh-CN" b="1" dirty="0">
                <a:solidFill>
                  <a:schemeClr val="hlink"/>
                </a:solidFill>
              </a:rPr>
              <a:t>2</a:t>
            </a:r>
            <a:r>
              <a:rPr lang="zh-CN" altLang="en-US" b="1" dirty="0">
                <a:solidFill>
                  <a:schemeClr val="hlink"/>
                </a:solidFill>
              </a:rPr>
              <a:t>、网络层安全协议</a:t>
            </a:r>
          </a:p>
          <a:p>
            <a:pPr algn="just" eaLnBrk="1" hangingPunct="1">
              <a:lnSpc>
                <a:spcPct val="125000"/>
              </a:lnSpc>
              <a:buFont typeface="Wingdings" panose="05000000000000000000" pitchFamily="2" charset="2"/>
              <a:buChar char="n"/>
            </a:pPr>
            <a:r>
              <a:rPr lang="zh-CN" altLang="en-US"/>
              <a:t>网络层安全协议是在网络层对数据进行加密和认证的协议。</a:t>
            </a:r>
          </a:p>
          <a:p>
            <a:pPr algn="just" eaLnBrk="1" hangingPunct="1">
              <a:lnSpc>
                <a:spcPct val="125000"/>
              </a:lnSpc>
              <a:buFont typeface="Wingdings" panose="05000000000000000000" pitchFamily="2" charset="2"/>
              <a:buChar char="n"/>
            </a:pPr>
            <a:r>
              <a:rPr lang="zh-CN" altLang="en-US"/>
              <a:t>网络层的安全协议可用来在</a:t>
            </a:r>
            <a:r>
              <a:rPr lang="en-US" altLang="zh-CN"/>
              <a:t>Internet</a:t>
            </a:r>
            <a:r>
              <a:rPr lang="zh-CN" altLang="en-US"/>
              <a:t>上建立安全的</a:t>
            </a:r>
            <a:r>
              <a:rPr lang="en-US" altLang="zh-CN"/>
              <a:t>IP</a:t>
            </a:r>
            <a:r>
              <a:rPr lang="zh-CN" altLang="en-US"/>
              <a:t>通道和虚拟专用网</a:t>
            </a:r>
            <a:r>
              <a:rPr lang="zh-CN" altLang="en-US" smtClean="0"/>
              <a:t>。</a:t>
            </a:r>
            <a:endParaRPr lang="en-US" altLang="zh-CN" smtClean="0"/>
          </a:p>
          <a:p>
            <a:pPr algn="just" eaLnBrk="1" hangingPunct="1">
              <a:lnSpc>
                <a:spcPct val="125000"/>
              </a:lnSpc>
              <a:buFont typeface="Wingdings" panose="05000000000000000000" pitchFamily="2" charset="2"/>
              <a:buChar char="n"/>
            </a:pPr>
            <a:r>
              <a:rPr lang="en-US" altLang="zh-CN" smtClean="0"/>
              <a:t>IETF</a:t>
            </a:r>
            <a:r>
              <a:rPr lang="zh-CN" altLang="en-US" smtClean="0"/>
              <a:t>的</a:t>
            </a:r>
            <a:r>
              <a:rPr lang="en-US" altLang="zh-CN" smtClean="0"/>
              <a:t>IPSec WG</a:t>
            </a:r>
            <a:r>
              <a:rPr lang="zh-CN" altLang="en-US" smtClean="0"/>
              <a:t>的</a:t>
            </a:r>
            <a:r>
              <a:rPr lang="en-US" altLang="zh-CN" smtClean="0"/>
              <a:t>IP</a:t>
            </a:r>
            <a:r>
              <a:rPr lang="zh-CN" altLang="en-US" smtClean="0"/>
              <a:t>安全协议（</a:t>
            </a:r>
            <a:r>
              <a:rPr lang="en-US" altLang="zh-CN" smtClean="0"/>
              <a:t>IPSec</a:t>
            </a:r>
            <a:r>
              <a:rPr lang="zh-CN" altLang="en-US" smtClean="0"/>
              <a:t>）</a:t>
            </a:r>
          </a:p>
          <a:p>
            <a:pPr algn="just" eaLnBrk="1" hangingPunct="1">
              <a:lnSpc>
                <a:spcPct val="125000"/>
              </a:lnSpc>
              <a:buFont typeface="Wingdings" panose="05000000000000000000" pitchFamily="2" charset="2"/>
              <a:buNone/>
            </a:pPr>
            <a:r>
              <a:rPr lang="zh-CN" altLang="en-US" smtClean="0"/>
              <a:t>      </a:t>
            </a:r>
            <a:r>
              <a:rPr lang="zh-CN" altLang="en-US" dirty="0"/>
              <a:t>（</a:t>
            </a:r>
            <a:r>
              <a:rPr lang="en-US" altLang="zh-CN" dirty="0"/>
              <a:t>1</a:t>
            </a:r>
            <a:r>
              <a:rPr lang="zh-CN" altLang="en-US" dirty="0"/>
              <a:t>） 认证头（</a:t>
            </a:r>
            <a:r>
              <a:rPr lang="en-US" altLang="zh-CN" dirty="0"/>
              <a:t>AH</a:t>
            </a:r>
            <a:r>
              <a:rPr lang="zh-CN" altLang="en-US" dirty="0"/>
              <a:t>）</a:t>
            </a:r>
          </a:p>
          <a:p>
            <a:pPr algn="just" eaLnBrk="1" hangingPunct="1">
              <a:lnSpc>
                <a:spcPct val="125000"/>
              </a:lnSpc>
              <a:buFont typeface="Wingdings" panose="05000000000000000000" pitchFamily="2" charset="2"/>
              <a:buNone/>
            </a:pPr>
            <a:r>
              <a:rPr lang="zh-CN" altLang="en-US" dirty="0"/>
              <a:t>      （</a:t>
            </a:r>
            <a:r>
              <a:rPr lang="en-US" altLang="zh-CN" dirty="0"/>
              <a:t>2</a:t>
            </a:r>
            <a:r>
              <a:rPr lang="zh-CN" altLang="en-US" dirty="0"/>
              <a:t>） 封装安全有效负载（</a:t>
            </a:r>
            <a:r>
              <a:rPr lang="en-US" altLang="zh-CN" dirty="0"/>
              <a:t>ESP</a:t>
            </a:r>
            <a:r>
              <a:rPr lang="zh-CN" altLang="en-US" dirty="0"/>
              <a:t>）</a:t>
            </a:r>
          </a:p>
          <a:p>
            <a:pPr algn="just" eaLnBrk="1" hangingPunct="1">
              <a:lnSpc>
                <a:spcPct val="125000"/>
              </a:lnSpc>
              <a:buFont typeface="Wingdings" panose="05000000000000000000" pitchFamily="2" charset="2"/>
              <a:buNone/>
            </a:pPr>
            <a:r>
              <a:rPr lang="zh-CN" altLang="en-US" dirty="0"/>
              <a:t>      （</a:t>
            </a:r>
            <a:r>
              <a:rPr lang="en-US" altLang="zh-CN" dirty="0"/>
              <a:t>3</a:t>
            </a:r>
            <a:r>
              <a:rPr lang="zh-CN" altLang="en-US" dirty="0"/>
              <a:t>） </a:t>
            </a:r>
            <a:r>
              <a:rPr lang="en-US" altLang="zh-CN" dirty="0"/>
              <a:t>Internet</a:t>
            </a:r>
            <a:r>
              <a:rPr lang="zh-CN" altLang="en-US" dirty="0"/>
              <a:t>密钥交换协议（</a:t>
            </a:r>
            <a:r>
              <a:rPr lang="en-US" altLang="zh-CN" dirty="0"/>
              <a:t>IKE</a:t>
            </a:r>
            <a:r>
              <a:rPr lang="zh-CN" altLang="en-US" dirty="0"/>
              <a:t>）</a:t>
            </a:r>
            <a:endParaRPr lang="en-US" altLang="zh-CN" dirty="0"/>
          </a:p>
          <a:p>
            <a:pPr algn="just" eaLnBrk="1" hangingPunct="1">
              <a:lnSpc>
                <a:spcPct val="125000"/>
              </a:lnSpc>
              <a:buNone/>
            </a:pPr>
            <a:r>
              <a:rPr lang="en-US" altLang="zh-CN" dirty="0"/>
              <a:t>      </a:t>
            </a:r>
            <a:r>
              <a:rPr lang="zh-CN" altLang="en-US" dirty="0"/>
              <a:t>（</a:t>
            </a:r>
            <a:r>
              <a:rPr lang="en-US" altLang="zh-CN" dirty="0"/>
              <a:t>4</a:t>
            </a:r>
            <a:r>
              <a:rPr lang="zh-CN" altLang="en-US" dirty="0"/>
              <a:t>） </a:t>
            </a:r>
            <a:r>
              <a:rPr lang="en-US" altLang="zh-CN" dirty="0"/>
              <a:t>IETF</a:t>
            </a:r>
            <a:r>
              <a:rPr lang="zh-CN" altLang="en-US" dirty="0"/>
              <a:t>的</a:t>
            </a:r>
            <a:r>
              <a:rPr lang="en-US" altLang="zh-CN" dirty="0"/>
              <a:t>IPSec WG</a:t>
            </a:r>
            <a:r>
              <a:rPr lang="zh-CN" altLang="en-US" dirty="0"/>
              <a:t>的</a:t>
            </a:r>
            <a:r>
              <a:rPr lang="en-US" altLang="zh-CN" dirty="0"/>
              <a:t>Internet</a:t>
            </a:r>
            <a:r>
              <a:rPr lang="zh-CN" altLang="en-US" dirty="0"/>
              <a:t>密钥管理协议（</a:t>
            </a:r>
            <a:r>
              <a:rPr lang="en-US" altLang="zh-CN" dirty="0"/>
              <a:t>IKMP</a:t>
            </a:r>
            <a:r>
              <a:rPr lang="zh-CN" altLang="en-US" dirty="0"/>
              <a:t>）</a:t>
            </a:r>
          </a:p>
          <a:p>
            <a:pPr algn="just" eaLnBrk="1" hangingPunct="1">
              <a:lnSpc>
                <a:spcPct val="125000"/>
              </a:lnSpc>
              <a:buFont typeface="Wingdings" panose="05000000000000000000" pitchFamily="2" charset="2"/>
              <a:buNone/>
            </a:pPr>
            <a:endParaRPr lang="zh-CN" altLang="en-US" dirty="0"/>
          </a:p>
        </p:txBody>
      </p:sp>
    </p:spTree>
    <p:extLst>
      <p:ext uri="{BB962C8B-B14F-4D97-AF65-F5344CB8AC3E}">
        <p14:creationId xmlns:p14="http://schemas.microsoft.com/office/powerpoint/2010/main" val="4106263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1"/>
            <a:ext cx="7793038" cy="632298"/>
          </a:xfrm>
        </p:spPr>
        <p:txBody>
          <a:bodyPr/>
          <a:lstStyle/>
          <a:p>
            <a:pPr eaLnBrk="1" hangingPunct="1"/>
            <a:r>
              <a:rPr lang="zh-CN" altLang="en-US" dirty="0" smtClean="0"/>
              <a:t>安全协议概述</a:t>
            </a:r>
          </a:p>
        </p:txBody>
      </p:sp>
      <p:sp>
        <p:nvSpPr>
          <p:cNvPr id="43010" name="Rectangle 3"/>
          <p:cNvSpPr>
            <a:spLocks noGrp="1" noChangeArrowheads="1"/>
          </p:cNvSpPr>
          <p:nvPr>
            <p:ph idx="1"/>
          </p:nvPr>
        </p:nvSpPr>
        <p:spPr>
          <a:xfrm>
            <a:off x="193472" y="750111"/>
            <a:ext cx="9349361" cy="4419600"/>
          </a:xfrm>
        </p:spPr>
        <p:txBody>
          <a:bodyPr/>
          <a:lstStyle/>
          <a:p>
            <a:pPr marL="457200" indent="-457200" algn="just" eaLnBrk="1" hangingPunct="1">
              <a:lnSpc>
                <a:spcPct val="125000"/>
              </a:lnSpc>
              <a:buNone/>
            </a:pPr>
            <a:r>
              <a:rPr lang="en-US" altLang="zh-CN" b="1" dirty="0">
                <a:solidFill>
                  <a:schemeClr val="hlink"/>
                </a:solidFill>
              </a:rPr>
              <a:t>3</a:t>
            </a:r>
            <a:r>
              <a:rPr lang="zh-CN" altLang="en-US" b="1" dirty="0">
                <a:solidFill>
                  <a:schemeClr val="hlink"/>
                </a:solidFill>
              </a:rPr>
              <a:t>、传输层</a:t>
            </a:r>
            <a:r>
              <a:rPr lang="zh-CN" altLang="en-US" b="1">
                <a:solidFill>
                  <a:schemeClr val="hlink"/>
                </a:solidFill>
              </a:rPr>
              <a:t>安全</a:t>
            </a:r>
            <a:r>
              <a:rPr lang="zh-CN" altLang="en-US" b="1" smtClean="0">
                <a:solidFill>
                  <a:schemeClr val="hlink"/>
                </a:solidFill>
              </a:rPr>
              <a:t>协议</a:t>
            </a:r>
            <a:endParaRPr lang="en-US" altLang="zh-CN" b="1" smtClean="0">
              <a:solidFill>
                <a:schemeClr val="hlink"/>
              </a:solidFill>
            </a:endParaRPr>
          </a:p>
          <a:p>
            <a:pPr marL="457200" indent="-457200" algn="just" eaLnBrk="1" hangingPunct="1">
              <a:lnSpc>
                <a:spcPct val="125000"/>
              </a:lnSpc>
              <a:buNone/>
            </a:pPr>
            <a:r>
              <a:rPr lang="zh-CN" altLang="en-US" b="1"/>
              <a:t>传输层安全协议在传输层上提供实现保密、认证和完整性。</a:t>
            </a:r>
          </a:p>
          <a:p>
            <a:pPr marL="457200" indent="-457200" algn="just" eaLnBrk="1" hangingPunct="1">
              <a:lnSpc>
                <a:spcPct val="125000"/>
              </a:lnSpc>
              <a:buNone/>
            </a:pPr>
            <a:r>
              <a:rPr lang="zh-CN" altLang="en-US" smtClean="0"/>
              <a:t>（</a:t>
            </a:r>
            <a:r>
              <a:rPr lang="en-US" altLang="zh-CN" dirty="0"/>
              <a:t>1</a:t>
            </a:r>
            <a:r>
              <a:rPr lang="zh-CN" altLang="en-US" dirty="0"/>
              <a:t>）安全</a:t>
            </a:r>
            <a:r>
              <a:rPr lang="en-US" altLang="zh-CN" dirty="0"/>
              <a:t>SHELL</a:t>
            </a:r>
            <a:r>
              <a:rPr lang="zh-CN" altLang="en-US" dirty="0"/>
              <a:t>（</a:t>
            </a:r>
            <a:r>
              <a:rPr lang="en-US" altLang="zh-CN" dirty="0"/>
              <a:t>SSH</a:t>
            </a:r>
            <a:r>
              <a:rPr lang="zh-CN" altLang="en-US" dirty="0"/>
              <a:t>）</a:t>
            </a:r>
          </a:p>
          <a:p>
            <a:pPr marL="457200" indent="-457200" algn="just" eaLnBrk="1" hangingPunct="1">
              <a:lnSpc>
                <a:spcPct val="125000"/>
              </a:lnSpc>
              <a:buNone/>
            </a:pPr>
            <a:r>
              <a:rPr lang="zh-CN" altLang="en-US" dirty="0">
                <a:cs typeface="Times New Roman" panose="02020603050405020304" pitchFamily="18" charset="0"/>
              </a:rPr>
              <a:t>        </a:t>
            </a:r>
            <a:r>
              <a:rPr lang="en-US" altLang="zh-CN" dirty="0"/>
              <a:t>SSH</a:t>
            </a:r>
            <a:r>
              <a:rPr lang="zh-CN" altLang="en-US" dirty="0"/>
              <a:t>传输层协议</a:t>
            </a:r>
          </a:p>
          <a:p>
            <a:pPr marL="457200" indent="-457200" algn="just" eaLnBrk="1" hangingPunct="1">
              <a:lnSpc>
                <a:spcPct val="125000"/>
              </a:lnSpc>
              <a:buNone/>
            </a:pPr>
            <a:r>
              <a:rPr lang="zh-CN" altLang="en-US" dirty="0">
                <a:cs typeface="Times New Roman" panose="02020603050405020304" pitchFamily="18" charset="0"/>
              </a:rPr>
              <a:t>        </a:t>
            </a:r>
            <a:r>
              <a:rPr lang="en-US" altLang="zh-CN" dirty="0"/>
              <a:t>SSH</a:t>
            </a:r>
            <a:r>
              <a:rPr lang="zh-CN" altLang="en-US" dirty="0"/>
              <a:t>认证协议</a:t>
            </a:r>
          </a:p>
          <a:p>
            <a:pPr marL="457200" indent="-457200" algn="just" eaLnBrk="1" hangingPunct="1">
              <a:lnSpc>
                <a:spcPct val="125000"/>
              </a:lnSpc>
              <a:buNone/>
            </a:pPr>
            <a:r>
              <a:rPr lang="zh-CN" altLang="en-US" dirty="0"/>
              <a:t>   （</a:t>
            </a:r>
            <a:r>
              <a:rPr lang="en-US" altLang="zh-CN" dirty="0"/>
              <a:t>2</a:t>
            </a:r>
            <a:r>
              <a:rPr lang="zh-CN" altLang="en-US" dirty="0"/>
              <a:t>）安全套接字层（</a:t>
            </a:r>
            <a:r>
              <a:rPr lang="en-US" altLang="zh-CN" dirty="0"/>
              <a:t>SSL</a:t>
            </a:r>
            <a:r>
              <a:rPr lang="zh-CN" altLang="en-US" dirty="0"/>
              <a:t>）</a:t>
            </a:r>
          </a:p>
          <a:p>
            <a:pPr marL="457200" indent="-457200" algn="just" eaLnBrk="1" hangingPunct="1">
              <a:lnSpc>
                <a:spcPct val="125000"/>
              </a:lnSpc>
              <a:buNone/>
            </a:pPr>
            <a:r>
              <a:rPr lang="zh-CN" altLang="en-US" dirty="0">
                <a:cs typeface="Times New Roman" panose="02020603050405020304" pitchFamily="18" charset="0"/>
              </a:rPr>
              <a:t>       	 </a:t>
            </a:r>
            <a:r>
              <a:rPr lang="en-US" altLang="zh-CN" dirty="0"/>
              <a:t>SSL</a:t>
            </a:r>
            <a:r>
              <a:rPr lang="zh-CN" altLang="en-US" dirty="0"/>
              <a:t>记录协议</a:t>
            </a:r>
          </a:p>
          <a:p>
            <a:pPr marL="457200" indent="-457200" algn="just" eaLnBrk="1" hangingPunct="1">
              <a:lnSpc>
                <a:spcPct val="125000"/>
              </a:lnSpc>
              <a:buNone/>
            </a:pPr>
            <a:r>
              <a:rPr lang="zh-CN" altLang="en-US" dirty="0">
                <a:cs typeface="Times New Roman" panose="02020603050405020304" pitchFamily="18" charset="0"/>
              </a:rPr>
              <a:t>       	 </a:t>
            </a:r>
            <a:r>
              <a:rPr lang="en-US" altLang="zh-CN" dirty="0"/>
              <a:t>SSL</a:t>
            </a:r>
            <a:r>
              <a:rPr lang="zh-CN" altLang="en-US" dirty="0"/>
              <a:t>握手协议</a:t>
            </a:r>
          </a:p>
          <a:p>
            <a:pPr marL="457200" indent="-457200" algn="just" eaLnBrk="1" hangingPunct="1">
              <a:lnSpc>
                <a:spcPct val="125000"/>
              </a:lnSpc>
              <a:buNone/>
            </a:pPr>
            <a:r>
              <a:rPr lang="zh-CN" altLang="en-US" dirty="0"/>
              <a:t>   （</a:t>
            </a:r>
            <a:r>
              <a:rPr lang="en-US" altLang="zh-CN" dirty="0"/>
              <a:t>3</a:t>
            </a:r>
            <a:r>
              <a:rPr lang="zh-CN" altLang="en-US" dirty="0"/>
              <a:t>）</a:t>
            </a:r>
            <a:r>
              <a:rPr lang="en-US" altLang="zh-CN" dirty="0"/>
              <a:t>SOCKSv5 </a:t>
            </a:r>
          </a:p>
        </p:txBody>
      </p:sp>
    </p:spTree>
    <p:extLst>
      <p:ext uri="{BB962C8B-B14F-4D97-AF65-F5344CB8AC3E}">
        <p14:creationId xmlns:p14="http://schemas.microsoft.com/office/powerpoint/2010/main" val="23056049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71209"/>
          </a:xfrm>
        </p:spPr>
        <p:txBody>
          <a:bodyPr/>
          <a:lstStyle/>
          <a:p>
            <a:pPr eaLnBrk="1" hangingPunct="1"/>
            <a:r>
              <a:rPr lang="zh-CN" altLang="en-US" dirty="0" smtClean="0"/>
              <a:t>安全协议概述</a:t>
            </a:r>
          </a:p>
        </p:txBody>
      </p:sp>
      <p:sp>
        <p:nvSpPr>
          <p:cNvPr id="44034" name="Rectangle 3"/>
          <p:cNvSpPr>
            <a:spLocks noGrp="1" noChangeArrowheads="1"/>
          </p:cNvSpPr>
          <p:nvPr>
            <p:ph idx="1"/>
          </p:nvPr>
        </p:nvSpPr>
        <p:spPr>
          <a:xfrm>
            <a:off x="162126" y="763891"/>
            <a:ext cx="9828179" cy="928722"/>
          </a:xfrm>
        </p:spPr>
        <p:txBody>
          <a:bodyPr/>
          <a:lstStyle/>
          <a:p>
            <a:pPr marL="457200" indent="-457200" algn="just" eaLnBrk="1" hangingPunct="1">
              <a:lnSpc>
                <a:spcPct val="150000"/>
              </a:lnSpc>
              <a:buNone/>
            </a:pPr>
            <a:r>
              <a:rPr lang="en-US" altLang="zh-CN" b="1" dirty="0">
                <a:solidFill>
                  <a:schemeClr val="hlink"/>
                </a:solidFill>
              </a:rPr>
              <a:t>4</a:t>
            </a:r>
            <a:r>
              <a:rPr lang="zh-CN" altLang="en-US" b="1" dirty="0">
                <a:solidFill>
                  <a:schemeClr val="hlink"/>
                </a:solidFill>
              </a:rPr>
              <a:t>、应用层安全协议</a:t>
            </a:r>
          </a:p>
          <a:p>
            <a:pPr marL="457200" indent="-457200" algn="just" eaLnBrk="1" hangingPunct="1">
              <a:lnSpc>
                <a:spcPct val="130000"/>
              </a:lnSpc>
              <a:buNone/>
            </a:pPr>
            <a:r>
              <a:rPr lang="zh-CN" altLang="en-US"/>
              <a:t>应用层安全协议为不同网络应用提供认证、机密性、完整性等方面的安全保护</a:t>
            </a:r>
            <a:endParaRPr lang="en-US" altLang="zh-CN" dirty="0"/>
          </a:p>
        </p:txBody>
      </p:sp>
      <p:sp>
        <p:nvSpPr>
          <p:cNvPr id="2" name="矩形 1"/>
          <p:cNvSpPr/>
          <p:nvPr/>
        </p:nvSpPr>
        <p:spPr>
          <a:xfrm>
            <a:off x="372894" y="1785295"/>
            <a:ext cx="3946187" cy="3333220"/>
          </a:xfrm>
          <a:prstGeom prst="rect">
            <a:avLst/>
          </a:prstGeom>
        </p:spPr>
        <p:txBody>
          <a:bodyPr wrap="square">
            <a:spAutoFit/>
          </a:bodyPr>
          <a:lstStyle/>
          <a:p>
            <a:pPr algn="just" eaLnBrk="1" hangingPunct="1">
              <a:lnSpc>
                <a:spcPct val="130000"/>
              </a:lnSpc>
              <a:buNone/>
            </a:pPr>
            <a:r>
              <a:rPr lang="zh-CN" altLang="en-US" b="1" smtClean="0">
                <a:latin typeface="微软雅黑" panose="020B0503020204020204" pitchFamily="34" charset="-122"/>
                <a:ea typeface="微软雅黑" panose="020B0503020204020204" pitchFamily="34" charset="-122"/>
              </a:rPr>
              <a:t>（</a:t>
            </a:r>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）安全增强的应用协议</a:t>
            </a:r>
          </a:p>
          <a:p>
            <a:pPr marL="534988" algn="just" eaLnBrk="1" hangingPunct="1">
              <a:lnSpc>
                <a:spcPct val="130000"/>
              </a:lnSpc>
              <a:buNone/>
            </a:pPr>
            <a:r>
              <a:rPr lang="zh-CN" altLang="en-US" smtClean="0">
                <a:latin typeface="微软雅黑" panose="020B0503020204020204" pitchFamily="34" charset="-122"/>
                <a:ea typeface="微软雅黑" panose="020B0503020204020204" pitchFamily="34" charset="-122"/>
              </a:rPr>
              <a:t>远程终端</a:t>
            </a:r>
            <a:r>
              <a:rPr lang="zh-CN" altLang="en-US">
                <a:latin typeface="微软雅黑" panose="020B0503020204020204" pitchFamily="34" charset="-122"/>
                <a:ea typeface="微软雅黑" panose="020B0503020204020204" pitchFamily="34" charset="-122"/>
              </a:rPr>
              <a:t>访问（</a:t>
            </a:r>
            <a:r>
              <a:rPr lang="en-US" altLang="zh-CN">
                <a:latin typeface="微软雅黑" panose="020B0503020204020204" pitchFamily="34" charset="-122"/>
                <a:ea typeface="微软雅黑" panose="020B0503020204020204" pitchFamily="34" charset="-122"/>
              </a:rPr>
              <a:t>STel</a:t>
            </a:r>
            <a:r>
              <a:rPr lang="zh-CN" altLang="en-US">
                <a:latin typeface="微软雅黑" panose="020B0503020204020204" pitchFamily="34" charset="-122"/>
                <a:ea typeface="微软雅黑" panose="020B0503020204020204" pitchFamily="34" charset="-122"/>
              </a:rPr>
              <a:t>）</a:t>
            </a:r>
          </a:p>
          <a:p>
            <a:pPr marL="534988" algn="just" eaLnBrk="1" hangingPunct="1">
              <a:lnSpc>
                <a:spcPct val="130000"/>
              </a:lnSpc>
              <a:buNone/>
            </a:pPr>
            <a:r>
              <a:rPr lang="zh-CN" altLang="en-US" smtClean="0">
                <a:latin typeface="微软雅黑" panose="020B0503020204020204" pitchFamily="34" charset="-122"/>
                <a:ea typeface="微软雅黑" panose="020B0503020204020204" pitchFamily="34" charset="-122"/>
              </a:rPr>
              <a:t>安全</a:t>
            </a:r>
            <a:r>
              <a:rPr lang="en-US" altLang="zh-CN">
                <a:latin typeface="微软雅黑" panose="020B0503020204020204" pitchFamily="34" charset="-122"/>
                <a:ea typeface="微软雅黑" panose="020B0503020204020204" pitchFamily="34" charset="-122"/>
              </a:rPr>
              <a:t>RPC</a:t>
            </a:r>
            <a:r>
              <a:rPr lang="zh-CN" altLang="en-US">
                <a:latin typeface="微软雅黑" panose="020B0503020204020204" pitchFamily="34" charset="-122"/>
                <a:ea typeface="微软雅黑" panose="020B0503020204020204" pitchFamily="34" charset="-122"/>
              </a:rPr>
              <a:t>认证（</a:t>
            </a:r>
            <a:r>
              <a:rPr lang="en-US" altLang="zh-CN">
                <a:latin typeface="微软雅黑" panose="020B0503020204020204" pitchFamily="34" charset="-122"/>
                <a:ea typeface="微软雅黑" panose="020B0503020204020204" pitchFamily="34" charset="-122"/>
              </a:rPr>
              <a:t>SRA</a:t>
            </a:r>
            <a:r>
              <a:rPr lang="zh-CN" altLang="en-US">
                <a:latin typeface="微软雅黑" panose="020B0503020204020204" pitchFamily="34" charset="-122"/>
                <a:ea typeface="微软雅黑" panose="020B0503020204020204" pitchFamily="34" charset="-122"/>
              </a:rPr>
              <a:t>）</a:t>
            </a:r>
          </a:p>
          <a:p>
            <a:pPr marL="534988" algn="just" eaLnBrk="1" hangingPunct="1">
              <a:lnSpc>
                <a:spcPct val="130000"/>
              </a:lnSpc>
              <a:buNone/>
            </a:pPr>
            <a:r>
              <a:rPr lang="en-US" altLang="zh-CN" smtClean="0">
                <a:latin typeface="微软雅黑" panose="020B0503020204020204" pitchFamily="34" charset="-122"/>
                <a:ea typeface="微软雅黑" panose="020B0503020204020204" pitchFamily="34" charset="-122"/>
              </a:rPr>
              <a:t>NATAS</a:t>
            </a:r>
          </a:p>
          <a:p>
            <a:pPr algn="just">
              <a:lnSpc>
                <a:spcPct val="130000"/>
              </a:lnSpc>
              <a:tabLst>
                <a:tab pos="622300" algn="l"/>
              </a:tabLst>
            </a:pPr>
            <a:r>
              <a:rPr lang="zh-CN" altLang="en-US" b="1">
                <a:latin typeface="微软雅黑" panose="020B0503020204020204" pitchFamily="34" charset="-122"/>
                <a:ea typeface="微软雅黑" panose="020B0503020204020204" pitchFamily="34" charset="-122"/>
              </a:rPr>
              <a:t>（</a:t>
            </a:r>
            <a:r>
              <a:rPr lang="en-US" altLang="zh-CN" b="1">
                <a:latin typeface="微软雅黑" panose="020B0503020204020204" pitchFamily="34" charset="-122"/>
                <a:ea typeface="微软雅黑" panose="020B0503020204020204" pitchFamily="34" charset="-122"/>
              </a:rPr>
              <a:t>2</a:t>
            </a:r>
            <a:r>
              <a:rPr lang="zh-CN" altLang="en-US" b="1">
                <a:latin typeface="微软雅黑" panose="020B0503020204020204" pitchFamily="34" charset="-122"/>
                <a:ea typeface="微软雅黑" panose="020B0503020204020204" pitchFamily="34" charset="-122"/>
              </a:rPr>
              <a:t>） 电子邮件（</a:t>
            </a:r>
            <a:r>
              <a:rPr lang="en-US" altLang="zh-CN" b="1">
                <a:latin typeface="微软雅黑" panose="020B0503020204020204" pitchFamily="34" charset="-122"/>
                <a:ea typeface="微软雅黑" panose="020B0503020204020204" pitchFamily="34" charset="-122"/>
              </a:rPr>
              <a:t>SMTP</a:t>
            </a:r>
            <a:r>
              <a:rPr lang="zh-CN" altLang="en-US" b="1">
                <a:latin typeface="微软雅黑" panose="020B0503020204020204" pitchFamily="34" charset="-122"/>
                <a:ea typeface="微软雅黑" panose="020B0503020204020204" pitchFamily="34" charset="-122"/>
              </a:rPr>
              <a:t>）</a:t>
            </a:r>
          </a:p>
          <a:p>
            <a:pPr marL="534988" lvl="2" indent="0" algn="just">
              <a:lnSpc>
                <a:spcPct val="130000"/>
              </a:lnSpc>
            </a:pPr>
            <a:r>
              <a:rPr lang="zh-CN" altLang="en-US" smtClean="0">
                <a:latin typeface="微软雅黑" panose="020B0503020204020204" pitchFamily="34" charset="-122"/>
                <a:ea typeface="微软雅黑" panose="020B0503020204020204" pitchFamily="34" charset="-122"/>
              </a:rPr>
              <a:t>保密</a:t>
            </a:r>
            <a:r>
              <a:rPr lang="zh-CN" altLang="en-US">
                <a:latin typeface="微软雅黑" panose="020B0503020204020204" pitchFamily="34" charset="-122"/>
                <a:ea typeface="微软雅黑" panose="020B0503020204020204" pitchFamily="34" charset="-122"/>
              </a:rPr>
              <a:t>增强邮件（</a:t>
            </a:r>
            <a:r>
              <a:rPr lang="en-US" altLang="zh-CN">
                <a:latin typeface="微软雅黑" panose="020B0503020204020204" pitchFamily="34" charset="-122"/>
                <a:ea typeface="微软雅黑" panose="020B0503020204020204" pitchFamily="34" charset="-122"/>
              </a:rPr>
              <a:t>PEM</a:t>
            </a:r>
            <a:r>
              <a:rPr lang="zh-CN" altLang="en-US">
                <a:latin typeface="微软雅黑" panose="020B0503020204020204" pitchFamily="34" charset="-122"/>
                <a:ea typeface="微软雅黑" panose="020B0503020204020204" pitchFamily="34" charset="-122"/>
              </a:rPr>
              <a:t>）</a:t>
            </a:r>
          </a:p>
          <a:p>
            <a:pPr marL="534988" lvl="2" indent="0" algn="just">
              <a:lnSpc>
                <a:spcPct val="130000"/>
              </a:lnSpc>
            </a:pPr>
            <a:r>
              <a:rPr lang="zh-CN" altLang="en-US" smtClean="0">
                <a:latin typeface="微软雅黑" panose="020B0503020204020204" pitchFamily="34" charset="-122"/>
                <a:ea typeface="微软雅黑" panose="020B0503020204020204" pitchFamily="34" charset="-122"/>
              </a:rPr>
              <a:t>安全</a:t>
            </a:r>
            <a:r>
              <a:rPr lang="en-US" altLang="zh-CN">
                <a:latin typeface="微软雅黑" panose="020B0503020204020204" pitchFamily="34" charset="-122"/>
                <a:ea typeface="微软雅黑" panose="020B0503020204020204" pitchFamily="34" charset="-122"/>
              </a:rPr>
              <a:t>MIME</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S/MIME</a:t>
            </a:r>
            <a:r>
              <a:rPr lang="zh-CN" altLang="en-US">
                <a:latin typeface="微软雅黑" panose="020B0503020204020204" pitchFamily="34" charset="-122"/>
                <a:ea typeface="微软雅黑" panose="020B0503020204020204" pitchFamily="34" charset="-122"/>
              </a:rPr>
              <a:t>）</a:t>
            </a:r>
          </a:p>
          <a:p>
            <a:pPr marL="534988" lvl="2" indent="0" algn="just">
              <a:lnSpc>
                <a:spcPct val="130000"/>
              </a:lnSpc>
            </a:pPr>
            <a:r>
              <a:rPr lang="en-US" altLang="zh-CN" smtClean="0">
                <a:latin typeface="微软雅黑" panose="020B0503020204020204" pitchFamily="34" charset="-122"/>
                <a:ea typeface="微软雅黑" panose="020B0503020204020204" pitchFamily="34" charset="-122"/>
              </a:rPr>
              <a:t>MIME</a:t>
            </a:r>
            <a:r>
              <a:rPr lang="zh-CN" altLang="en-US">
                <a:latin typeface="微软雅黑" panose="020B0503020204020204" pitchFamily="34" charset="-122"/>
                <a:ea typeface="微软雅黑" panose="020B0503020204020204" pitchFamily="34" charset="-122"/>
              </a:rPr>
              <a:t>对象安全服务（</a:t>
            </a:r>
            <a:r>
              <a:rPr lang="en-US" altLang="zh-CN">
                <a:latin typeface="微软雅黑" panose="020B0503020204020204" pitchFamily="34" charset="-122"/>
                <a:ea typeface="微软雅黑" panose="020B0503020204020204" pitchFamily="34" charset="-122"/>
              </a:rPr>
              <a:t>MOSS</a:t>
            </a:r>
            <a:r>
              <a:rPr lang="zh-CN" altLang="en-US">
                <a:latin typeface="微软雅黑" panose="020B0503020204020204" pitchFamily="34" charset="-122"/>
                <a:ea typeface="微软雅黑" panose="020B0503020204020204" pitchFamily="34" charset="-122"/>
              </a:rPr>
              <a:t>）</a:t>
            </a:r>
          </a:p>
          <a:p>
            <a:pPr marL="534988" lvl="2" indent="0" algn="just">
              <a:lnSpc>
                <a:spcPct val="130000"/>
              </a:lnSpc>
            </a:pPr>
            <a:r>
              <a:rPr lang="zh-CN" altLang="en-US" smtClean="0">
                <a:latin typeface="微软雅黑" panose="020B0503020204020204" pitchFamily="34" charset="-122"/>
                <a:ea typeface="微软雅黑" panose="020B0503020204020204" pitchFamily="34" charset="-122"/>
              </a:rPr>
              <a:t>消息</a:t>
            </a:r>
            <a:r>
              <a:rPr lang="zh-CN" altLang="en-US">
                <a:latin typeface="微软雅黑" panose="020B0503020204020204" pitchFamily="34" charset="-122"/>
                <a:ea typeface="微软雅黑" panose="020B0503020204020204" pitchFamily="34" charset="-122"/>
              </a:rPr>
              <a:t>安全协议（</a:t>
            </a:r>
            <a:r>
              <a:rPr lang="en-US" altLang="zh-CN">
                <a:latin typeface="微软雅黑" panose="020B0503020204020204" pitchFamily="34" charset="-122"/>
                <a:ea typeface="微软雅黑" panose="020B0503020204020204" pitchFamily="34" charset="-122"/>
              </a:rPr>
              <a:t>MSP</a:t>
            </a:r>
            <a:r>
              <a:rPr lang="zh-CN" altLang="en-US">
                <a:latin typeface="微软雅黑" panose="020B0503020204020204" pitchFamily="34" charset="-122"/>
                <a:ea typeface="微软雅黑" panose="020B0503020204020204" pitchFamily="34" charset="-122"/>
              </a:rPr>
              <a:t>）</a:t>
            </a:r>
          </a:p>
        </p:txBody>
      </p:sp>
      <p:sp>
        <p:nvSpPr>
          <p:cNvPr id="5" name="Rectangle 3"/>
          <p:cNvSpPr txBox="1">
            <a:spLocks noChangeArrowheads="1"/>
          </p:cNvSpPr>
          <p:nvPr/>
        </p:nvSpPr>
        <p:spPr bwMode="auto">
          <a:xfrm>
            <a:off x="3678238" y="1785295"/>
            <a:ext cx="3646690" cy="375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marL="457200" indent="-457200" algn="just" eaLnBrk="1" hangingPunct="1">
              <a:lnSpc>
                <a:spcPct val="125000"/>
              </a:lnSpc>
              <a:buFont typeface="Arial" charset="0"/>
              <a:buNone/>
            </a:pPr>
            <a:r>
              <a:rPr lang="zh-CN" altLang="en-US" b="1">
                <a:cs typeface="Arial" charset="0"/>
              </a:rPr>
              <a:t>（</a:t>
            </a:r>
            <a:r>
              <a:rPr lang="en-US" altLang="zh-CN" b="1">
                <a:cs typeface="Arial" charset="0"/>
              </a:rPr>
              <a:t>3</a:t>
            </a:r>
            <a:r>
              <a:rPr lang="zh-CN" altLang="en-US" b="1">
                <a:cs typeface="Arial" charset="0"/>
              </a:rPr>
              <a:t>）</a:t>
            </a:r>
            <a:r>
              <a:rPr lang="en-US" altLang="zh-CN" b="1">
                <a:cs typeface="Arial" charset="0"/>
              </a:rPr>
              <a:t>WWW</a:t>
            </a:r>
            <a:r>
              <a:rPr lang="zh-CN" altLang="en-US" b="1">
                <a:cs typeface="Arial" charset="0"/>
              </a:rPr>
              <a:t>事务（</a:t>
            </a:r>
            <a:r>
              <a:rPr lang="en-US" altLang="zh-CN" b="1">
                <a:cs typeface="Arial" charset="0"/>
              </a:rPr>
              <a:t>HTTP</a:t>
            </a:r>
            <a:r>
              <a:rPr lang="zh-CN" altLang="en-US" b="1">
                <a:cs typeface="Arial" charset="0"/>
              </a:rPr>
              <a:t>）</a:t>
            </a:r>
          </a:p>
          <a:p>
            <a:pPr marL="534988" indent="0" algn="just" eaLnBrk="1" hangingPunct="1">
              <a:lnSpc>
                <a:spcPct val="125000"/>
              </a:lnSpc>
              <a:buFont typeface="Arial" charset="0"/>
              <a:buNone/>
            </a:pPr>
            <a:r>
              <a:rPr lang="zh-CN" altLang="en-US" smtClean="0">
                <a:cs typeface="Arial" charset="0"/>
              </a:rPr>
              <a:t>使用</a:t>
            </a:r>
            <a:r>
              <a:rPr lang="en-US" altLang="zh-CN" smtClean="0">
                <a:cs typeface="Arial" charset="0"/>
              </a:rPr>
              <a:t>SSL/TLS</a:t>
            </a:r>
          </a:p>
          <a:p>
            <a:pPr marL="534988" indent="0" algn="just" eaLnBrk="1" hangingPunct="1">
              <a:lnSpc>
                <a:spcPct val="125000"/>
              </a:lnSpc>
              <a:buFont typeface="Arial" charset="0"/>
              <a:buNone/>
            </a:pPr>
            <a:r>
              <a:rPr lang="zh-CN" altLang="en-US" smtClean="0">
                <a:cs typeface="Arial" charset="0"/>
              </a:rPr>
              <a:t>安全</a:t>
            </a:r>
            <a:r>
              <a:rPr lang="en-US" altLang="zh-CN">
                <a:cs typeface="Arial" charset="0"/>
              </a:rPr>
              <a:t>HTTPs</a:t>
            </a:r>
            <a:r>
              <a:rPr lang="zh-CN" altLang="en-US">
                <a:cs typeface="Arial" charset="0"/>
              </a:rPr>
              <a:t>（</a:t>
            </a:r>
            <a:r>
              <a:rPr lang="en-US" altLang="zh-CN">
                <a:cs typeface="Arial" charset="0"/>
              </a:rPr>
              <a:t>S-HTTP</a:t>
            </a:r>
            <a:r>
              <a:rPr lang="zh-CN" altLang="en-US" smtClean="0">
                <a:cs typeface="Arial" charset="0"/>
              </a:rPr>
              <a:t>）</a:t>
            </a:r>
            <a:endParaRPr lang="zh-CN" altLang="en-US" sz="2400" kern="0" smtClean="0">
              <a:solidFill>
                <a:srgbClr val="085D9C"/>
              </a:solidFill>
            </a:endParaRPr>
          </a:p>
          <a:p>
            <a:pPr marL="457200" indent="-457200" algn="just" eaLnBrk="1" hangingPunct="1">
              <a:lnSpc>
                <a:spcPct val="125000"/>
              </a:lnSpc>
              <a:buNone/>
            </a:pPr>
            <a:r>
              <a:rPr lang="zh-CN" altLang="en-US" b="1">
                <a:cs typeface="Arial" charset="0"/>
              </a:rPr>
              <a:t>（</a:t>
            </a:r>
            <a:r>
              <a:rPr lang="en-US" altLang="zh-CN" b="1">
                <a:cs typeface="Arial" charset="0"/>
              </a:rPr>
              <a:t>4</a:t>
            </a:r>
            <a:r>
              <a:rPr lang="zh-CN" altLang="en-US" b="1">
                <a:cs typeface="Arial" charset="0"/>
              </a:rPr>
              <a:t>）域名系统（</a:t>
            </a:r>
            <a:r>
              <a:rPr lang="en-US" altLang="zh-CN" b="1">
                <a:cs typeface="Arial" charset="0"/>
              </a:rPr>
              <a:t>DNS</a:t>
            </a:r>
            <a:r>
              <a:rPr lang="zh-CN" altLang="en-US" b="1">
                <a:cs typeface="Arial" charset="0"/>
              </a:rPr>
              <a:t>）</a:t>
            </a:r>
          </a:p>
          <a:p>
            <a:pPr marL="534988" indent="-9525" algn="just" eaLnBrk="1" hangingPunct="1">
              <a:lnSpc>
                <a:spcPct val="125000"/>
              </a:lnSpc>
              <a:buFont typeface="Arial" charset="0"/>
              <a:buNone/>
            </a:pPr>
            <a:r>
              <a:rPr lang="zh-CN" altLang="en-US" smtClean="0">
                <a:cs typeface="Arial" charset="0"/>
              </a:rPr>
              <a:t>安全</a:t>
            </a:r>
            <a:r>
              <a:rPr lang="en-US" altLang="zh-CN">
                <a:cs typeface="Arial" charset="0"/>
              </a:rPr>
              <a:t>DNS</a:t>
            </a:r>
            <a:r>
              <a:rPr lang="zh-CN" altLang="en-US">
                <a:cs typeface="Arial" charset="0"/>
              </a:rPr>
              <a:t>（</a:t>
            </a:r>
            <a:r>
              <a:rPr lang="en-US" altLang="zh-CN">
                <a:cs typeface="Arial" charset="0"/>
              </a:rPr>
              <a:t>Secure DNS</a:t>
            </a:r>
            <a:r>
              <a:rPr lang="zh-CN" altLang="en-US">
                <a:cs typeface="Arial" charset="0"/>
              </a:rPr>
              <a:t>）</a:t>
            </a:r>
          </a:p>
          <a:p>
            <a:pPr marL="534988" indent="-9525" algn="just" eaLnBrk="1" hangingPunct="1">
              <a:lnSpc>
                <a:spcPct val="125000"/>
              </a:lnSpc>
              <a:buFont typeface="Arial" charset="0"/>
              <a:buNone/>
            </a:pPr>
            <a:r>
              <a:rPr lang="en-US" altLang="zh-CN" smtClean="0">
                <a:cs typeface="Arial" charset="0"/>
              </a:rPr>
              <a:t>RFC2065</a:t>
            </a:r>
            <a:r>
              <a:rPr lang="zh-CN" altLang="en-US">
                <a:cs typeface="Arial" charset="0"/>
              </a:rPr>
              <a:t>域名系统安全扩展</a:t>
            </a:r>
            <a:endParaRPr lang="zh-CN" altLang="en-US" dirty="0">
              <a:cs typeface="Arial" charset="0"/>
            </a:endParaRPr>
          </a:p>
        </p:txBody>
      </p:sp>
      <p:sp>
        <p:nvSpPr>
          <p:cNvPr id="6" name="Rectangle 3"/>
          <p:cNvSpPr txBox="1">
            <a:spLocks noChangeArrowheads="1"/>
          </p:cNvSpPr>
          <p:nvPr/>
        </p:nvSpPr>
        <p:spPr bwMode="auto">
          <a:xfrm>
            <a:off x="7324928" y="1785295"/>
            <a:ext cx="4475477" cy="3316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algn="just" eaLnBrk="1" hangingPunct="1">
              <a:buFont typeface="Wingdings" panose="05000000000000000000" pitchFamily="2" charset="2"/>
              <a:buNone/>
            </a:pPr>
            <a:r>
              <a:rPr lang="zh-CN" altLang="en-US" b="1">
                <a:cs typeface="Arial" charset="0"/>
              </a:rPr>
              <a:t>（</a:t>
            </a:r>
            <a:r>
              <a:rPr lang="en-US" altLang="zh-CN" b="1">
                <a:cs typeface="Arial" charset="0"/>
              </a:rPr>
              <a:t>5</a:t>
            </a:r>
            <a:r>
              <a:rPr lang="zh-CN" altLang="en-US" b="1">
                <a:cs typeface="Arial" charset="0"/>
              </a:rPr>
              <a:t>）文件传输（</a:t>
            </a:r>
            <a:r>
              <a:rPr lang="en-US" altLang="zh-CN" b="1">
                <a:cs typeface="Arial" charset="0"/>
              </a:rPr>
              <a:t>FTP</a:t>
            </a:r>
            <a:r>
              <a:rPr lang="zh-CN" altLang="en-US" b="1">
                <a:cs typeface="Arial" charset="0"/>
              </a:rPr>
              <a:t>）</a:t>
            </a:r>
          </a:p>
          <a:p>
            <a:pPr marL="534988" indent="0" algn="just" eaLnBrk="1" hangingPunct="1">
              <a:lnSpc>
                <a:spcPct val="125000"/>
              </a:lnSpc>
              <a:buNone/>
            </a:pPr>
            <a:r>
              <a:rPr lang="en-US" altLang="zh-CN">
                <a:cs typeface="Arial" charset="0"/>
              </a:rPr>
              <a:t>RFC2228 FTP</a:t>
            </a:r>
            <a:r>
              <a:rPr lang="zh-CN" altLang="en-US">
                <a:cs typeface="Arial" charset="0"/>
              </a:rPr>
              <a:t>安全</a:t>
            </a:r>
            <a:r>
              <a:rPr lang="zh-CN" altLang="en-US" smtClean="0">
                <a:cs typeface="Arial" charset="0"/>
              </a:rPr>
              <a:t>扩展</a:t>
            </a:r>
            <a:endParaRPr lang="zh-CN" altLang="en-US">
              <a:cs typeface="Arial" charset="0"/>
            </a:endParaRPr>
          </a:p>
          <a:p>
            <a:pPr algn="just" eaLnBrk="1" hangingPunct="1">
              <a:buFont typeface="Wingdings" panose="05000000000000000000" pitchFamily="2" charset="2"/>
              <a:buNone/>
            </a:pPr>
            <a:r>
              <a:rPr lang="zh-CN" altLang="en-US" b="1">
                <a:cs typeface="Arial" charset="0"/>
              </a:rPr>
              <a:t>（</a:t>
            </a:r>
            <a:r>
              <a:rPr lang="en-US" altLang="zh-CN" b="1">
                <a:cs typeface="Arial" charset="0"/>
              </a:rPr>
              <a:t>6</a:t>
            </a:r>
            <a:r>
              <a:rPr lang="zh-CN" altLang="en-US" b="1">
                <a:cs typeface="Arial" charset="0"/>
              </a:rPr>
              <a:t>）其它应用</a:t>
            </a:r>
          </a:p>
          <a:p>
            <a:pPr marL="534988" indent="0" algn="just" eaLnBrk="1" hangingPunct="1">
              <a:lnSpc>
                <a:spcPct val="125000"/>
              </a:lnSpc>
              <a:buNone/>
            </a:pPr>
            <a:r>
              <a:rPr lang="zh-CN" altLang="en-US">
                <a:cs typeface="Arial" charset="0"/>
              </a:rPr>
              <a:t>网络管理：简单网络管理协议（</a:t>
            </a:r>
            <a:r>
              <a:rPr lang="en-US" altLang="zh-CN">
                <a:cs typeface="Arial" charset="0"/>
              </a:rPr>
              <a:t>SNMPv2</a:t>
            </a:r>
            <a:r>
              <a:rPr lang="zh-CN" altLang="en-US">
                <a:cs typeface="Arial" charset="0"/>
              </a:rPr>
              <a:t>、</a:t>
            </a:r>
            <a:r>
              <a:rPr lang="en-US" altLang="zh-CN">
                <a:cs typeface="Arial" charset="0"/>
              </a:rPr>
              <a:t>SNMPv3</a:t>
            </a:r>
            <a:r>
              <a:rPr lang="zh-CN" altLang="en-US">
                <a:cs typeface="Arial" charset="0"/>
              </a:rPr>
              <a:t>）</a:t>
            </a:r>
          </a:p>
          <a:p>
            <a:pPr marL="534988" indent="0" algn="just" eaLnBrk="1" hangingPunct="1">
              <a:lnSpc>
                <a:spcPct val="125000"/>
              </a:lnSpc>
              <a:buNone/>
            </a:pPr>
            <a:r>
              <a:rPr lang="zh-CN" altLang="en-US">
                <a:cs typeface="Arial" charset="0"/>
              </a:rPr>
              <a:t>机密文件系统（</a:t>
            </a:r>
            <a:r>
              <a:rPr lang="en-US" altLang="zh-CN">
                <a:cs typeface="Arial" charset="0"/>
              </a:rPr>
              <a:t>CFS</a:t>
            </a:r>
            <a:r>
              <a:rPr lang="zh-CN" altLang="en-US">
                <a:cs typeface="Arial" charset="0"/>
              </a:rPr>
              <a:t>）</a:t>
            </a:r>
          </a:p>
          <a:p>
            <a:pPr marL="534988" indent="0" algn="just" eaLnBrk="1" hangingPunct="1">
              <a:lnSpc>
                <a:spcPct val="125000"/>
              </a:lnSpc>
              <a:buNone/>
            </a:pPr>
            <a:r>
              <a:rPr lang="en-US" altLang="zh-CN">
                <a:cs typeface="Arial" charset="0"/>
              </a:rPr>
              <a:t>Andrew</a:t>
            </a:r>
            <a:r>
              <a:rPr lang="zh-CN" altLang="en-US">
                <a:cs typeface="Arial" charset="0"/>
              </a:rPr>
              <a:t>文件系统（</a:t>
            </a:r>
            <a:r>
              <a:rPr lang="en-US" altLang="zh-CN">
                <a:cs typeface="Arial" charset="0"/>
              </a:rPr>
              <a:t>AFS</a:t>
            </a:r>
            <a:r>
              <a:rPr lang="zh-CN" altLang="en-US">
                <a:cs typeface="Arial" charset="0"/>
              </a:rPr>
              <a:t>）</a:t>
            </a:r>
          </a:p>
          <a:p>
            <a:pPr eaLnBrk="1" hangingPunct="1">
              <a:buFont typeface="Wingdings" panose="05000000000000000000" pitchFamily="2" charset="2"/>
              <a:buNone/>
            </a:pPr>
            <a:endParaRPr lang="en-US" altLang="zh-CN" kern="0" smtClean="0"/>
          </a:p>
        </p:txBody>
      </p:sp>
    </p:spTree>
    <p:extLst>
      <p:ext uri="{BB962C8B-B14F-4D97-AF65-F5344CB8AC3E}">
        <p14:creationId xmlns:p14="http://schemas.microsoft.com/office/powerpoint/2010/main" val="21455909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71209"/>
          </a:xfrm>
        </p:spPr>
        <p:txBody>
          <a:bodyPr/>
          <a:lstStyle/>
          <a:p>
            <a:pPr eaLnBrk="1" hangingPunct="1"/>
            <a:r>
              <a:rPr lang="zh-CN" altLang="en-US" dirty="0" smtClean="0"/>
              <a:t>安全协议概述</a:t>
            </a:r>
          </a:p>
        </p:txBody>
      </p:sp>
      <p:sp>
        <p:nvSpPr>
          <p:cNvPr id="48130" name="Rectangle 3"/>
          <p:cNvSpPr>
            <a:spLocks noGrp="1" noChangeArrowheads="1"/>
          </p:cNvSpPr>
          <p:nvPr>
            <p:ph idx="1"/>
          </p:nvPr>
        </p:nvSpPr>
        <p:spPr>
          <a:xfrm>
            <a:off x="223736" y="790913"/>
            <a:ext cx="4834647" cy="4114800"/>
          </a:xfrm>
        </p:spPr>
        <p:txBody>
          <a:bodyPr/>
          <a:lstStyle/>
          <a:p>
            <a:pPr marL="457200" indent="-457200" algn="just" eaLnBrk="1" hangingPunct="1">
              <a:lnSpc>
                <a:spcPct val="150000"/>
              </a:lnSpc>
              <a:buNone/>
            </a:pPr>
            <a:r>
              <a:rPr lang="en-US" altLang="zh-CN" b="1" dirty="0">
                <a:solidFill>
                  <a:schemeClr val="hlink"/>
                </a:solidFill>
              </a:rPr>
              <a:t>5</a:t>
            </a:r>
            <a:r>
              <a:rPr lang="zh-CN" altLang="en-US" b="1" dirty="0">
                <a:solidFill>
                  <a:schemeClr val="hlink"/>
                </a:solidFill>
              </a:rPr>
              <a:t>、电子支付方案 </a:t>
            </a:r>
          </a:p>
          <a:p>
            <a:pPr algn="just" eaLnBrk="1" hangingPunct="1">
              <a:buFont typeface="Wingdings" panose="05000000000000000000" pitchFamily="2" charset="2"/>
              <a:buNone/>
            </a:pPr>
            <a:r>
              <a:rPr lang="zh-CN" altLang="en-US" dirty="0"/>
              <a:t>    （</a:t>
            </a:r>
            <a:r>
              <a:rPr lang="en-US" altLang="zh-CN" dirty="0"/>
              <a:t>1</a:t>
            </a:r>
            <a:r>
              <a:rPr lang="zh-CN" altLang="en-US" dirty="0"/>
              <a:t>）电子货币（</a:t>
            </a:r>
            <a:r>
              <a:rPr lang="en-US" altLang="zh-CN" dirty="0"/>
              <a:t>Electronic Cash</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err="1"/>
              <a:t>Ecash</a:t>
            </a:r>
            <a:r>
              <a:rPr lang="zh-CN" altLang="en-US" dirty="0"/>
              <a:t>（</a:t>
            </a:r>
            <a:r>
              <a:rPr lang="en-US" altLang="zh-CN" dirty="0" err="1"/>
              <a:t>Digicash</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a:t>CAFE</a:t>
            </a:r>
            <a:r>
              <a:rPr lang="zh-CN" altLang="en-US" dirty="0"/>
              <a:t>（</a:t>
            </a:r>
            <a:r>
              <a:rPr lang="en-US" altLang="zh-CN" dirty="0"/>
              <a:t>European R&amp;D Project</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err="1"/>
              <a:t>NetCash</a:t>
            </a:r>
            <a:r>
              <a:rPr lang="zh-CN" altLang="en-US" dirty="0"/>
              <a:t>（</a:t>
            </a:r>
            <a:r>
              <a:rPr lang="en-US" altLang="zh-CN" dirty="0"/>
              <a:t>ISI/USC</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err="1"/>
              <a:t>Mondex</a:t>
            </a:r>
            <a:r>
              <a:rPr lang="zh-CN" altLang="en-US" dirty="0"/>
              <a:t>（</a:t>
            </a:r>
            <a:r>
              <a:rPr lang="en-US" altLang="zh-CN" dirty="0"/>
              <a:t>UK</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err="1"/>
              <a:t>CyberCash</a:t>
            </a:r>
            <a:endParaRPr lang="en-US" altLang="zh-CN" dirty="0"/>
          </a:p>
          <a:p>
            <a:pPr algn="just" eaLnBrk="1" hangingPunct="1">
              <a:buFont typeface="Wingdings" panose="05000000000000000000" pitchFamily="2" charset="2"/>
              <a:buNone/>
            </a:pPr>
            <a:endParaRPr lang="en-US" altLang="zh-CN" dirty="0"/>
          </a:p>
          <a:p>
            <a:pPr algn="just" eaLnBrk="1" hangingPunct="1">
              <a:buFont typeface="Wingdings" panose="05000000000000000000" pitchFamily="2" charset="2"/>
              <a:buNone/>
            </a:pPr>
            <a:r>
              <a:rPr lang="en-US" altLang="zh-CN" dirty="0"/>
              <a:t>   </a:t>
            </a:r>
            <a:r>
              <a:rPr lang="zh-CN" altLang="en-US" dirty="0"/>
              <a:t>（</a:t>
            </a:r>
            <a:r>
              <a:rPr lang="en-US" altLang="zh-CN" dirty="0"/>
              <a:t>2</a:t>
            </a:r>
            <a:r>
              <a:rPr lang="zh-CN" altLang="en-US" dirty="0"/>
              <a:t>）电子支票（</a:t>
            </a:r>
            <a:r>
              <a:rPr lang="en-US" altLang="zh-CN" dirty="0"/>
              <a:t>Electronic Checks</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err="1"/>
              <a:t>PayNow</a:t>
            </a:r>
            <a:r>
              <a:rPr lang="zh-CN" altLang="en-US" dirty="0"/>
              <a:t>（</a:t>
            </a:r>
            <a:r>
              <a:rPr lang="en-US" altLang="zh-CN" dirty="0" err="1"/>
              <a:t>CyberCash</a:t>
            </a:r>
            <a:r>
              <a:rPr lang="zh-CN" altLang="en-US" dirty="0"/>
              <a:t>）</a:t>
            </a:r>
          </a:p>
          <a:p>
            <a:pPr algn="just" eaLnBrk="1" hangingPunct="1">
              <a:buFont typeface="Wingdings" panose="05000000000000000000" pitchFamily="2" charset="2"/>
              <a:buNone/>
            </a:pPr>
            <a:r>
              <a:rPr lang="zh-CN" altLang="en-US" dirty="0">
                <a:latin typeface="Arial" panose="020B0604020202020204" pitchFamily="34" charset="0"/>
                <a:cs typeface="Times New Roman" panose="02020603050405020304" pitchFamily="18" charset="0"/>
              </a:rPr>
              <a:t>        </a:t>
            </a:r>
            <a:r>
              <a:rPr lang="zh-CN" altLang="en-US" dirty="0">
                <a:cs typeface="Times New Roman" panose="02020603050405020304" pitchFamily="18" charset="0"/>
              </a:rPr>
              <a:t> 	</a:t>
            </a:r>
            <a:r>
              <a:rPr lang="en-US" altLang="zh-CN" dirty="0" err="1"/>
              <a:t>NteCheque</a:t>
            </a:r>
            <a:r>
              <a:rPr lang="zh-CN" altLang="en-US" dirty="0"/>
              <a:t>（</a:t>
            </a:r>
            <a:r>
              <a:rPr lang="en-US" altLang="zh-CN" dirty="0"/>
              <a:t>ISI/USC</a:t>
            </a:r>
            <a:r>
              <a:rPr lang="zh-CN" altLang="en-US" dirty="0"/>
              <a:t>）</a:t>
            </a:r>
          </a:p>
        </p:txBody>
      </p:sp>
      <p:sp>
        <p:nvSpPr>
          <p:cNvPr id="2" name="矩形 1"/>
          <p:cNvSpPr/>
          <p:nvPr/>
        </p:nvSpPr>
        <p:spPr>
          <a:xfrm>
            <a:off x="5080337" y="3244334"/>
            <a:ext cx="2031325" cy="369332"/>
          </a:xfrm>
          <a:prstGeom prst="rect">
            <a:avLst/>
          </a:prstGeom>
        </p:spPr>
        <p:txBody>
          <a:bodyPr wrap="none">
            <a:spAutoFit/>
          </a:bodyPr>
          <a:lstStyle/>
          <a:p>
            <a:r>
              <a:rPr lang="zh-CN" altLang="en-US"/>
              <a:t>		</a:t>
            </a:r>
          </a:p>
        </p:txBody>
      </p:sp>
      <p:sp>
        <p:nvSpPr>
          <p:cNvPr id="5" name="Rectangle 3"/>
          <p:cNvSpPr txBox="1">
            <a:spLocks noChangeArrowheads="1"/>
          </p:cNvSpPr>
          <p:nvPr/>
        </p:nvSpPr>
        <p:spPr bwMode="auto">
          <a:xfrm>
            <a:off x="5308869" y="1136650"/>
            <a:ext cx="7848600" cy="4584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algn="just" eaLnBrk="1" hangingPunct="1">
              <a:buNone/>
            </a:pPr>
            <a:r>
              <a:rPr lang="zh-CN" altLang="en-US"/>
              <a:t>（</a:t>
            </a:r>
            <a:r>
              <a:rPr lang="en-US" altLang="zh-CN"/>
              <a:t>3</a:t>
            </a:r>
            <a:r>
              <a:rPr lang="zh-CN" altLang="en-US"/>
              <a:t>）信用卡支付（</a:t>
            </a:r>
            <a:r>
              <a:rPr lang="en-US" altLang="zh-CN"/>
              <a:t>Credit Card Payment</a:t>
            </a:r>
            <a:r>
              <a:rPr lang="zh-CN" altLang="en-US"/>
              <a:t>）</a:t>
            </a:r>
          </a:p>
          <a:p>
            <a:pPr marL="457200" indent="-457200" algn="just" eaLnBrk="1" hangingPunct="1">
              <a:buFont typeface="Arial" charset="0"/>
              <a:buNone/>
            </a:pPr>
            <a:r>
              <a:rPr lang="zh-CN" altLang="en-US" kern="0" smtClean="0">
                <a:cs typeface="Times New Roman" panose="02020603050405020304" pitchFamily="18" charset="0"/>
              </a:rPr>
              <a:t>         	</a:t>
            </a:r>
            <a:r>
              <a:rPr lang="en-US" altLang="zh-CN" kern="0" smtClean="0"/>
              <a:t>iKP</a:t>
            </a:r>
            <a:r>
              <a:rPr lang="zh-CN" altLang="en-US" kern="0" smtClean="0"/>
              <a:t>（</a:t>
            </a:r>
            <a:r>
              <a:rPr lang="en-US" altLang="zh-CN" kern="0" smtClean="0"/>
              <a:t>i-Key-Protocol</a:t>
            </a:r>
            <a:r>
              <a:rPr lang="zh-CN" altLang="en-US" kern="0" smtClean="0"/>
              <a:t>）</a:t>
            </a:r>
          </a:p>
          <a:p>
            <a:pPr marL="457200" indent="-457200" algn="just" eaLnBrk="1" hangingPunct="1">
              <a:buFont typeface="Arial" charset="0"/>
              <a:buNone/>
            </a:pPr>
            <a:r>
              <a:rPr lang="zh-CN" altLang="en-US" kern="0" smtClean="0">
                <a:cs typeface="Times New Roman" panose="02020603050405020304" pitchFamily="18" charset="0"/>
              </a:rPr>
              <a:t>         	</a:t>
            </a:r>
            <a:r>
              <a:rPr lang="zh-CN" altLang="en-US" kern="0" smtClean="0"/>
              <a:t>安全电子支付协议（</a:t>
            </a:r>
            <a:r>
              <a:rPr lang="en-US" altLang="zh-CN" kern="0" smtClean="0"/>
              <a:t>SEPP</a:t>
            </a:r>
            <a:r>
              <a:rPr lang="zh-CN" altLang="en-US" kern="0" smtClean="0"/>
              <a:t>）</a:t>
            </a:r>
          </a:p>
          <a:p>
            <a:pPr marL="457200" indent="-457200" algn="just" eaLnBrk="1" hangingPunct="1">
              <a:buFont typeface="Arial" charset="0"/>
              <a:buNone/>
            </a:pPr>
            <a:r>
              <a:rPr lang="zh-CN" altLang="en-US" kern="0" smtClean="0">
                <a:cs typeface="Times New Roman" panose="02020603050405020304" pitchFamily="18" charset="0"/>
              </a:rPr>
              <a:t>         	</a:t>
            </a:r>
            <a:r>
              <a:rPr lang="zh-CN" altLang="en-US" kern="0" smtClean="0"/>
              <a:t>安全交易技术（</a:t>
            </a:r>
            <a:r>
              <a:rPr lang="en-US" altLang="zh-CN" kern="0" smtClean="0"/>
              <a:t>STT</a:t>
            </a:r>
            <a:r>
              <a:rPr lang="zh-CN" altLang="en-US" kern="0" smtClean="0"/>
              <a:t>）</a:t>
            </a:r>
          </a:p>
          <a:p>
            <a:pPr marL="457200" indent="-457200" algn="just" eaLnBrk="1" hangingPunct="1">
              <a:buFont typeface="Arial" charset="0"/>
              <a:buNone/>
            </a:pPr>
            <a:r>
              <a:rPr lang="zh-CN" altLang="en-US" kern="0" smtClean="0">
                <a:solidFill>
                  <a:schemeClr val="hlink"/>
                </a:solidFill>
                <a:cs typeface="Times New Roman" panose="02020603050405020304" pitchFamily="18" charset="0"/>
              </a:rPr>
              <a:t>         	</a:t>
            </a:r>
            <a:r>
              <a:rPr lang="zh-CN" altLang="en-US" kern="0" smtClean="0">
                <a:solidFill>
                  <a:schemeClr val="hlink"/>
                </a:solidFill>
              </a:rPr>
              <a:t>安全电子交易（</a:t>
            </a:r>
            <a:r>
              <a:rPr lang="en-US" altLang="zh-CN" kern="0" smtClean="0">
                <a:solidFill>
                  <a:schemeClr val="hlink"/>
                </a:solidFill>
              </a:rPr>
              <a:t>SET</a:t>
            </a:r>
            <a:r>
              <a:rPr lang="zh-CN" altLang="en-US" kern="0" smtClean="0">
                <a:solidFill>
                  <a:schemeClr val="hlink"/>
                </a:solidFill>
              </a:rPr>
              <a:t>）</a:t>
            </a:r>
          </a:p>
          <a:p>
            <a:pPr marL="457200" indent="-457200" algn="just" eaLnBrk="1" hangingPunct="1">
              <a:spcBef>
                <a:spcPts val="1800"/>
              </a:spcBef>
              <a:buFont typeface="Arial" charset="0"/>
              <a:buNone/>
            </a:pPr>
            <a:r>
              <a:rPr lang="zh-CN" altLang="en-US" kern="0" smtClean="0"/>
              <a:t>（</a:t>
            </a:r>
            <a:r>
              <a:rPr lang="en-US" altLang="zh-CN" kern="0" smtClean="0"/>
              <a:t>4</a:t>
            </a:r>
            <a:r>
              <a:rPr lang="zh-CN" altLang="en-US" kern="0" smtClean="0"/>
              <a:t>）微支付（</a:t>
            </a:r>
            <a:r>
              <a:rPr lang="en-US" altLang="zh-CN" kern="0" smtClean="0"/>
              <a:t>Micropayments</a:t>
            </a:r>
            <a:r>
              <a:rPr lang="zh-CN" altLang="en-US" kern="0" smtClean="0"/>
              <a:t>）</a:t>
            </a:r>
          </a:p>
          <a:p>
            <a:pPr marL="457200" indent="-457200" algn="just" eaLnBrk="1" hangingPunct="1">
              <a:buFont typeface="Arial" charset="0"/>
              <a:buNone/>
            </a:pPr>
            <a:r>
              <a:rPr lang="zh-CN" altLang="en-US" kern="0" smtClean="0">
                <a:cs typeface="Times New Roman" panose="02020603050405020304" pitchFamily="18" charset="0"/>
              </a:rPr>
              <a:t>         	</a:t>
            </a:r>
            <a:r>
              <a:rPr lang="en-US" altLang="zh-CN" kern="0" smtClean="0"/>
              <a:t>Millicent</a:t>
            </a:r>
          </a:p>
          <a:p>
            <a:pPr marL="457200" indent="-457200" algn="just" eaLnBrk="1" hangingPunct="1">
              <a:buFont typeface="Arial" charset="0"/>
              <a:buNone/>
            </a:pPr>
            <a:r>
              <a:rPr lang="en-US" altLang="zh-CN" kern="0" smtClean="0">
                <a:cs typeface="Times New Roman" panose="02020603050405020304" pitchFamily="18" charset="0"/>
              </a:rPr>
              <a:t>         	</a:t>
            </a:r>
            <a:r>
              <a:rPr lang="en-US" altLang="zh-CN" kern="0" smtClean="0"/>
              <a:t>Pay Word and MicroMint</a:t>
            </a:r>
          </a:p>
          <a:p>
            <a:pPr marL="457200" indent="-457200" algn="just" eaLnBrk="1" hangingPunct="1">
              <a:buFont typeface="Arial" charset="0"/>
              <a:buNone/>
            </a:pPr>
            <a:r>
              <a:rPr lang="en-US" altLang="zh-CN" kern="0" smtClean="0">
                <a:cs typeface="Times New Roman" panose="02020603050405020304" pitchFamily="18" charset="0"/>
              </a:rPr>
              <a:t>         	</a:t>
            </a:r>
            <a:r>
              <a:rPr lang="en-US" altLang="zh-CN" kern="0" smtClean="0"/>
              <a:t>CyberCoin</a:t>
            </a:r>
          </a:p>
          <a:p>
            <a:pPr marL="457200" indent="-457200" eaLnBrk="1" hangingPunct="1">
              <a:buFont typeface="Arial" charset="0"/>
              <a:buNone/>
            </a:pPr>
            <a:r>
              <a:rPr lang="en-US" altLang="zh-CN" kern="0" smtClean="0"/>
              <a:t>	        NetBill </a:t>
            </a:r>
          </a:p>
          <a:p>
            <a:pPr marL="457200" indent="-457200" eaLnBrk="1" hangingPunct="1">
              <a:spcBef>
                <a:spcPts val="1800"/>
              </a:spcBef>
              <a:buFont typeface="Arial" charset="0"/>
              <a:buNone/>
            </a:pPr>
            <a:r>
              <a:rPr lang="zh-CN" altLang="en-US" kern="0" smtClean="0"/>
              <a:t>（</a:t>
            </a:r>
            <a:r>
              <a:rPr lang="en-US" altLang="zh-CN" kern="0" smtClean="0"/>
              <a:t>5</a:t>
            </a:r>
            <a:r>
              <a:rPr lang="zh-CN" altLang="en-US" kern="0" smtClean="0"/>
              <a:t>）分布式安全记账系统</a:t>
            </a:r>
            <a:r>
              <a:rPr lang="en-US" altLang="zh-CN" kern="0" smtClean="0"/>
              <a:t>Blockchain,Bitcoin</a:t>
            </a:r>
            <a:endParaRPr lang="en-US" altLang="zh-CN" kern="0" dirty="0"/>
          </a:p>
        </p:txBody>
      </p:sp>
    </p:spTree>
    <p:extLst>
      <p:ext uri="{BB962C8B-B14F-4D97-AF65-F5344CB8AC3E}">
        <p14:creationId xmlns:p14="http://schemas.microsoft.com/office/powerpoint/2010/main" val="1452261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71209"/>
          </a:xfrm>
        </p:spPr>
        <p:txBody>
          <a:bodyPr/>
          <a:lstStyle/>
          <a:p>
            <a:pPr eaLnBrk="1" hangingPunct="1"/>
            <a:r>
              <a:rPr lang="zh-CN" altLang="en-US" dirty="0" smtClean="0"/>
              <a:t>安全协议概述</a:t>
            </a:r>
          </a:p>
        </p:txBody>
      </p:sp>
      <p:sp>
        <p:nvSpPr>
          <p:cNvPr id="50178" name="Rectangle 3"/>
          <p:cNvSpPr>
            <a:spLocks noGrp="1" noChangeArrowheads="1"/>
          </p:cNvSpPr>
          <p:nvPr>
            <p:ph idx="1"/>
          </p:nvPr>
        </p:nvSpPr>
        <p:spPr>
          <a:xfrm>
            <a:off x="142673" y="846307"/>
            <a:ext cx="7772400" cy="1596571"/>
          </a:xfrm>
        </p:spPr>
        <p:txBody>
          <a:bodyPr/>
          <a:lstStyle/>
          <a:p>
            <a:pPr marL="457200" indent="-457200" algn="just" eaLnBrk="1" hangingPunct="1">
              <a:buNone/>
            </a:pPr>
            <a:r>
              <a:rPr lang="en-US" altLang="zh-CN" b="1" dirty="0">
                <a:solidFill>
                  <a:schemeClr val="hlink"/>
                </a:solidFill>
              </a:rPr>
              <a:t> 6</a:t>
            </a:r>
            <a:r>
              <a:rPr lang="zh-CN" altLang="en-US" b="1" dirty="0">
                <a:solidFill>
                  <a:schemeClr val="hlink"/>
                </a:solidFill>
              </a:rPr>
              <a:t>、认证和密钥分配系统 </a:t>
            </a:r>
            <a:r>
              <a:rPr lang="zh-CN" altLang="en-US" sz="2400" b="1" dirty="0">
                <a:solidFill>
                  <a:srgbClr val="085D9C"/>
                </a:solidFill>
                <a:latin typeface="Arial" panose="020B0604020202020204" pitchFamily="34" charset="0"/>
                <a:cs typeface="Times New Roman" panose="02020603050405020304" pitchFamily="18" charset="0"/>
              </a:rPr>
              <a:t> </a:t>
            </a:r>
            <a:r>
              <a:rPr lang="zh-CN" altLang="en-US" sz="2400" dirty="0">
                <a:solidFill>
                  <a:srgbClr val="085D9C"/>
                </a:solidFill>
                <a:latin typeface="Arial" panose="020B0604020202020204" pitchFamily="34" charset="0"/>
                <a:cs typeface="Times New Roman" panose="02020603050405020304" pitchFamily="18" charset="0"/>
              </a:rPr>
              <a:t>      </a:t>
            </a:r>
            <a:endParaRPr lang="zh-CN" altLang="en-US" sz="2400" dirty="0">
              <a:solidFill>
                <a:srgbClr val="085D9C"/>
              </a:solidFill>
              <a:cs typeface="Times New Roman" panose="02020603050405020304" pitchFamily="18" charset="0"/>
            </a:endParaRPr>
          </a:p>
          <a:p>
            <a:pPr marL="757238" lvl="1" indent="-457200" algn="just" eaLnBrk="1" hangingPunct="1">
              <a:lnSpc>
                <a:spcPct val="125000"/>
              </a:lnSpc>
              <a:buNone/>
            </a:pPr>
            <a:r>
              <a:rPr lang="en-US" altLang="zh-CN" smtClean="0"/>
              <a:t>Kerberos</a:t>
            </a:r>
            <a:endParaRPr lang="en-US" altLang="zh-CN" dirty="0"/>
          </a:p>
          <a:p>
            <a:pPr marL="757238" lvl="1" indent="-457200" algn="just" eaLnBrk="1" hangingPunct="1">
              <a:lnSpc>
                <a:spcPct val="125000"/>
              </a:lnSpc>
              <a:buNone/>
            </a:pPr>
            <a:r>
              <a:rPr lang="zh-CN" altLang="en-US" smtClean="0"/>
              <a:t>远程</a:t>
            </a:r>
            <a:r>
              <a:rPr lang="zh-CN" altLang="en-US" dirty="0"/>
              <a:t>认证拨入用户服务（</a:t>
            </a:r>
            <a:r>
              <a:rPr lang="en-US" altLang="zh-CN" dirty="0"/>
              <a:t>RADIUS</a:t>
            </a:r>
            <a:r>
              <a:rPr lang="zh-CN" altLang="en-US" dirty="0"/>
              <a:t>）</a:t>
            </a:r>
          </a:p>
        </p:txBody>
      </p:sp>
      <p:sp>
        <p:nvSpPr>
          <p:cNvPr id="4" name="Rectangle 3"/>
          <p:cNvSpPr txBox="1">
            <a:spLocks noChangeArrowheads="1"/>
          </p:cNvSpPr>
          <p:nvPr/>
        </p:nvSpPr>
        <p:spPr bwMode="auto">
          <a:xfrm>
            <a:off x="4863289" y="846307"/>
            <a:ext cx="7239000" cy="5270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marL="457200" indent="-457200" algn="just" eaLnBrk="1" hangingPunct="1">
              <a:lnSpc>
                <a:spcPct val="125000"/>
              </a:lnSpc>
              <a:buFont typeface="Arial" charset="0"/>
              <a:buNone/>
            </a:pPr>
            <a:r>
              <a:rPr lang="en-US" altLang="zh-CN" sz="2000" b="1" kern="0" smtClean="0">
                <a:solidFill>
                  <a:schemeClr val="hlink"/>
                </a:solidFill>
              </a:rPr>
              <a:t>  7</a:t>
            </a:r>
            <a:r>
              <a:rPr lang="zh-CN" altLang="en-US" sz="2000" b="1" kern="0" smtClean="0">
                <a:solidFill>
                  <a:schemeClr val="hlink"/>
                </a:solidFill>
              </a:rPr>
              <a:t>、其它安全协议   </a:t>
            </a:r>
            <a:r>
              <a:rPr lang="zh-CN" altLang="en-US" sz="2000" kern="0" smtClean="0"/>
              <a:t>     </a:t>
            </a:r>
          </a:p>
          <a:p>
            <a:pPr marL="457200" indent="-457200" algn="just" eaLnBrk="1" hangingPunct="1">
              <a:lnSpc>
                <a:spcPct val="125000"/>
              </a:lnSpc>
              <a:buFont typeface="Arial" charset="0"/>
              <a:buNone/>
            </a:pPr>
            <a:r>
              <a:rPr lang="zh-CN" altLang="en-US" kern="0" smtClean="0"/>
              <a:t>      </a:t>
            </a:r>
            <a:r>
              <a:rPr lang="en-US" altLang="zh-CN" kern="0" smtClean="0"/>
              <a:t>S/KEY</a:t>
            </a:r>
          </a:p>
          <a:p>
            <a:pPr marL="457200" indent="-457200" algn="just" eaLnBrk="1" hangingPunct="1">
              <a:lnSpc>
                <a:spcPct val="125000"/>
              </a:lnSpc>
              <a:buFont typeface="Arial" charset="0"/>
              <a:buNone/>
            </a:pPr>
            <a:r>
              <a:rPr lang="en-US" altLang="zh-CN" kern="0" smtClean="0"/>
              <a:t>      </a:t>
            </a:r>
            <a:r>
              <a:rPr lang="zh-CN" altLang="en-US" kern="0" smtClean="0"/>
              <a:t>加密控制协议（</a:t>
            </a:r>
            <a:r>
              <a:rPr lang="en-US" altLang="zh-CN" kern="0" smtClean="0"/>
              <a:t>ECP</a:t>
            </a:r>
            <a:r>
              <a:rPr lang="zh-CN" altLang="en-US" kern="0" smtClean="0"/>
              <a:t>）</a:t>
            </a:r>
          </a:p>
          <a:p>
            <a:pPr marL="457200" indent="-457200" algn="just" eaLnBrk="1" hangingPunct="1">
              <a:lnSpc>
                <a:spcPct val="125000"/>
              </a:lnSpc>
              <a:buFont typeface="Arial" charset="0"/>
              <a:buNone/>
            </a:pPr>
            <a:r>
              <a:rPr lang="zh-CN" altLang="en-US" kern="0" smtClean="0"/>
              <a:t>      </a:t>
            </a:r>
            <a:r>
              <a:rPr lang="en-US" altLang="zh-CN" kern="0" smtClean="0"/>
              <a:t>TACACS/TACACS+</a:t>
            </a:r>
          </a:p>
          <a:p>
            <a:pPr marL="457200" indent="-457200" algn="just" eaLnBrk="1" hangingPunct="1">
              <a:lnSpc>
                <a:spcPct val="125000"/>
              </a:lnSpc>
              <a:buFont typeface="Arial" charset="0"/>
              <a:buNone/>
            </a:pPr>
            <a:r>
              <a:rPr lang="en-US" altLang="zh-CN" kern="0" smtClean="0"/>
              <a:t>      FWZ</a:t>
            </a:r>
            <a:r>
              <a:rPr lang="zh-CN" altLang="en-US" kern="0" smtClean="0"/>
              <a:t>密钥管理协议</a:t>
            </a:r>
          </a:p>
          <a:p>
            <a:pPr marL="457200" indent="-457200" algn="just" eaLnBrk="1" hangingPunct="1">
              <a:lnSpc>
                <a:spcPct val="125000"/>
              </a:lnSpc>
              <a:buFont typeface="Arial" charset="0"/>
              <a:buNone/>
            </a:pPr>
            <a:r>
              <a:rPr lang="zh-CN" altLang="en-US" kern="0" smtClean="0"/>
              <a:t>      </a:t>
            </a:r>
            <a:r>
              <a:rPr lang="en-US" altLang="zh-CN" kern="0" smtClean="0"/>
              <a:t>X.509</a:t>
            </a:r>
            <a:r>
              <a:rPr lang="zh-CN" altLang="en-US" kern="0" smtClean="0"/>
              <a:t>数字证书</a:t>
            </a:r>
          </a:p>
          <a:p>
            <a:pPr marL="457200" indent="-457200" algn="just" eaLnBrk="1" hangingPunct="1">
              <a:lnSpc>
                <a:spcPct val="125000"/>
              </a:lnSpc>
              <a:buFont typeface="Arial" charset="0"/>
              <a:buNone/>
            </a:pPr>
            <a:r>
              <a:rPr lang="zh-CN" altLang="en-US" kern="0" smtClean="0"/>
              <a:t>      证书登记协议（</a:t>
            </a:r>
            <a:r>
              <a:rPr lang="en-US" altLang="zh-CN" kern="0" smtClean="0"/>
              <a:t>CeP</a:t>
            </a:r>
            <a:r>
              <a:rPr lang="zh-CN" altLang="en-US" kern="0" smtClean="0"/>
              <a:t>）</a:t>
            </a:r>
          </a:p>
          <a:p>
            <a:pPr marL="457200" indent="-457200" algn="just" eaLnBrk="1" hangingPunct="1">
              <a:lnSpc>
                <a:spcPct val="125000"/>
              </a:lnSpc>
              <a:buFont typeface="Arial" charset="0"/>
              <a:buNone/>
            </a:pPr>
            <a:r>
              <a:rPr lang="zh-CN" altLang="en-US" kern="0" smtClean="0"/>
              <a:t>      在线证书状态协议（</a:t>
            </a:r>
            <a:r>
              <a:rPr lang="en-US" altLang="zh-CN" kern="0" smtClean="0"/>
              <a:t>OCSP</a:t>
            </a:r>
            <a:r>
              <a:rPr lang="zh-CN" altLang="en-US" kern="0" smtClean="0"/>
              <a:t>）</a:t>
            </a:r>
          </a:p>
          <a:p>
            <a:pPr marL="457200" indent="-457200" algn="just" eaLnBrk="1" hangingPunct="1">
              <a:lnSpc>
                <a:spcPct val="125000"/>
              </a:lnSpc>
              <a:buFont typeface="Arial" charset="0"/>
              <a:buNone/>
            </a:pPr>
            <a:r>
              <a:rPr lang="zh-CN" altLang="en-US" kern="0" smtClean="0"/>
              <a:t>      内容引向协议（</a:t>
            </a:r>
            <a:r>
              <a:rPr lang="en-US" altLang="zh-CN" kern="0" smtClean="0"/>
              <a:t>UFP</a:t>
            </a:r>
            <a:r>
              <a:rPr lang="zh-CN" altLang="en-US" kern="0" smtClean="0"/>
              <a:t>）</a:t>
            </a:r>
          </a:p>
          <a:p>
            <a:pPr marL="457200" indent="-457200" algn="just" eaLnBrk="1" hangingPunct="1">
              <a:lnSpc>
                <a:spcPct val="125000"/>
              </a:lnSpc>
              <a:buFont typeface="Arial" charset="0"/>
              <a:buNone/>
            </a:pPr>
            <a:r>
              <a:rPr lang="zh-CN" altLang="en-US" kern="0" smtClean="0"/>
              <a:t>      </a:t>
            </a:r>
            <a:r>
              <a:rPr lang="en-US" altLang="zh-CN" kern="0" smtClean="0"/>
              <a:t>URL</a:t>
            </a:r>
            <a:r>
              <a:rPr lang="zh-CN" altLang="en-US" kern="0" smtClean="0"/>
              <a:t>过滤协议</a:t>
            </a:r>
          </a:p>
          <a:p>
            <a:pPr marL="457200" indent="-457200" eaLnBrk="1" hangingPunct="1">
              <a:lnSpc>
                <a:spcPct val="125000"/>
              </a:lnSpc>
              <a:buFont typeface="Arial" charset="0"/>
              <a:buNone/>
            </a:pPr>
            <a:r>
              <a:rPr lang="zh-CN" altLang="en-US" kern="0" smtClean="0"/>
              <a:t>      可疑行为监控协议（</a:t>
            </a:r>
            <a:r>
              <a:rPr lang="en-US" altLang="zh-CN" kern="0" smtClean="0"/>
              <a:t>SAMP</a:t>
            </a:r>
            <a:r>
              <a:rPr lang="zh-CN" altLang="en-US" kern="0" smtClean="0"/>
              <a:t>）</a:t>
            </a:r>
            <a:endParaRPr lang="zh-CN" altLang="en-US" kern="0" dirty="0"/>
          </a:p>
        </p:txBody>
      </p:sp>
    </p:spTree>
    <p:extLst>
      <p:ext uri="{BB962C8B-B14F-4D97-AF65-F5344CB8AC3E}">
        <p14:creationId xmlns:p14="http://schemas.microsoft.com/office/powerpoint/2010/main" val="1268565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4"/>
          <p:cNvGrpSpPr>
            <a:grpSpLocks/>
          </p:cNvGrpSpPr>
          <p:nvPr/>
        </p:nvGrpSpPr>
        <p:grpSpPr bwMode="auto">
          <a:xfrm>
            <a:off x="2209800" y="1435101"/>
            <a:ext cx="6553200" cy="2568575"/>
            <a:chOff x="-3" y="400"/>
            <a:chExt cx="2741" cy="1618"/>
          </a:xfrm>
        </p:grpSpPr>
        <p:grpSp>
          <p:nvGrpSpPr>
            <p:cNvPr id="37892" name="Group 5"/>
            <p:cNvGrpSpPr>
              <a:grpSpLocks/>
            </p:cNvGrpSpPr>
            <p:nvPr/>
          </p:nvGrpSpPr>
          <p:grpSpPr bwMode="auto">
            <a:xfrm>
              <a:off x="0" y="403"/>
              <a:ext cx="2735" cy="1612"/>
              <a:chOff x="0" y="403"/>
              <a:chExt cx="2735" cy="1612"/>
            </a:xfrm>
          </p:grpSpPr>
          <p:grpSp>
            <p:nvGrpSpPr>
              <p:cNvPr id="37894" name="Group 6"/>
              <p:cNvGrpSpPr>
                <a:grpSpLocks/>
              </p:cNvGrpSpPr>
              <p:nvPr/>
            </p:nvGrpSpPr>
            <p:grpSpPr bwMode="auto">
              <a:xfrm>
                <a:off x="0" y="403"/>
                <a:ext cx="1790" cy="403"/>
                <a:chOff x="0" y="403"/>
                <a:chExt cx="1790" cy="403"/>
              </a:xfrm>
            </p:grpSpPr>
            <p:sp>
              <p:nvSpPr>
                <p:cNvPr id="37916" name="Rectangle 7"/>
                <p:cNvSpPr>
                  <a:spLocks noChangeArrowheads="1"/>
                </p:cNvSpPr>
                <p:nvPr/>
              </p:nvSpPr>
              <p:spPr bwMode="auto">
                <a:xfrm>
                  <a:off x="43" y="403"/>
                  <a:ext cx="17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a:latin typeface="微软雅黑" panose="020B0503020204020204" pitchFamily="34" charset="-122"/>
                      <a:ea typeface="微软雅黑" panose="020B0503020204020204" pitchFamily="34" charset="-122"/>
                    </a:rPr>
                    <a:t>S/MIME   </a:t>
                  </a:r>
                  <a:r>
                    <a:rPr kumimoji="1" lang="en-US" altLang="zh-CN" sz="1800">
                      <a:solidFill>
                        <a:srgbClr val="FF0000"/>
                      </a:solidFill>
                      <a:latin typeface="微软雅黑" panose="020B0503020204020204" pitchFamily="34" charset="-122"/>
                      <a:ea typeface="微软雅黑" panose="020B0503020204020204" pitchFamily="34" charset="-122"/>
                    </a:rPr>
                    <a:t>PGP  SOCKS</a:t>
                  </a:r>
                  <a:r>
                    <a:rPr kumimoji="1" lang="zh-CN" altLang="en-US" sz="1800">
                      <a:latin typeface="微软雅黑" panose="020B0503020204020204" pitchFamily="34" charset="-122"/>
                      <a:ea typeface="微软雅黑" panose="020B0503020204020204" pitchFamily="34" charset="-122"/>
                    </a:rPr>
                    <a:t>等</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17" name="Rectangle 8"/>
                <p:cNvSpPr>
                  <a:spLocks noChangeArrowheads="1"/>
                </p:cNvSpPr>
                <p:nvPr/>
              </p:nvSpPr>
              <p:spPr bwMode="auto">
                <a:xfrm>
                  <a:off x="0" y="403"/>
                  <a:ext cx="17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895" name="Group 9"/>
              <p:cNvGrpSpPr>
                <a:grpSpLocks/>
              </p:cNvGrpSpPr>
              <p:nvPr/>
            </p:nvGrpSpPr>
            <p:grpSpPr bwMode="auto">
              <a:xfrm>
                <a:off x="1790" y="403"/>
                <a:ext cx="945" cy="403"/>
                <a:chOff x="1790" y="403"/>
                <a:chExt cx="945" cy="403"/>
              </a:xfrm>
            </p:grpSpPr>
            <p:sp>
              <p:nvSpPr>
                <p:cNvPr id="37914" name="Rectangle 10"/>
                <p:cNvSpPr>
                  <a:spLocks noChangeArrowheads="1"/>
                </p:cNvSpPr>
                <p:nvPr/>
              </p:nvSpPr>
              <p:spPr bwMode="auto">
                <a:xfrm>
                  <a:off x="1833" y="403"/>
                  <a:ext cx="85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latin typeface="微软雅黑" panose="020B0503020204020204" pitchFamily="34" charset="-122"/>
                      <a:ea typeface="微软雅黑" panose="020B0503020204020204" pitchFamily="34" charset="-122"/>
                    </a:rPr>
                    <a:t>应用层</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15" name="Rectangle 11"/>
                <p:cNvSpPr>
                  <a:spLocks noChangeArrowheads="1"/>
                </p:cNvSpPr>
                <p:nvPr/>
              </p:nvSpPr>
              <p:spPr bwMode="auto">
                <a:xfrm>
                  <a:off x="1790" y="403"/>
                  <a:ext cx="945"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896" name="Group 12"/>
              <p:cNvGrpSpPr>
                <a:grpSpLocks/>
              </p:cNvGrpSpPr>
              <p:nvPr/>
            </p:nvGrpSpPr>
            <p:grpSpPr bwMode="auto">
              <a:xfrm>
                <a:off x="0" y="806"/>
                <a:ext cx="1790" cy="403"/>
                <a:chOff x="0" y="806"/>
                <a:chExt cx="1790" cy="403"/>
              </a:xfrm>
            </p:grpSpPr>
            <p:sp>
              <p:nvSpPr>
                <p:cNvPr id="37912" name="Rectangle 13"/>
                <p:cNvSpPr>
                  <a:spLocks noChangeArrowheads="1"/>
                </p:cNvSpPr>
                <p:nvPr/>
              </p:nvSpPr>
              <p:spPr bwMode="auto">
                <a:xfrm>
                  <a:off x="43" y="806"/>
                  <a:ext cx="17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a:solidFill>
                        <a:srgbClr val="FF0000"/>
                      </a:solidFill>
                      <a:latin typeface="微软雅黑" panose="020B0503020204020204" pitchFamily="34" charset="-122"/>
                      <a:ea typeface="微软雅黑" panose="020B0503020204020204" pitchFamily="34" charset="-122"/>
                    </a:rPr>
                    <a:t>SSL </a:t>
                  </a:r>
                  <a:r>
                    <a:rPr kumimoji="1" lang="en-US" altLang="zh-CN" sz="1800">
                      <a:latin typeface="微软雅黑" panose="020B0503020204020204" pitchFamily="34" charset="-122"/>
                      <a:ea typeface="微软雅黑" panose="020B0503020204020204" pitchFamily="34" charset="-122"/>
                    </a:rPr>
                    <a:t>  TLS </a:t>
                  </a:r>
                  <a:r>
                    <a:rPr kumimoji="1" lang="zh-CN" altLang="en-US" sz="1800">
                      <a:latin typeface="微软雅黑" panose="020B0503020204020204" pitchFamily="34" charset="-122"/>
                      <a:ea typeface="微软雅黑" panose="020B0503020204020204" pitchFamily="34" charset="-122"/>
                    </a:rPr>
                    <a:t>等</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13" name="Rectangle 14"/>
                <p:cNvSpPr>
                  <a:spLocks noChangeArrowheads="1"/>
                </p:cNvSpPr>
                <p:nvPr/>
              </p:nvSpPr>
              <p:spPr bwMode="auto">
                <a:xfrm>
                  <a:off x="0" y="806"/>
                  <a:ext cx="17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897" name="Group 15"/>
              <p:cNvGrpSpPr>
                <a:grpSpLocks/>
              </p:cNvGrpSpPr>
              <p:nvPr/>
            </p:nvGrpSpPr>
            <p:grpSpPr bwMode="auto">
              <a:xfrm>
                <a:off x="1790" y="806"/>
                <a:ext cx="945" cy="403"/>
                <a:chOff x="1790" y="806"/>
                <a:chExt cx="945" cy="403"/>
              </a:xfrm>
            </p:grpSpPr>
            <p:sp>
              <p:nvSpPr>
                <p:cNvPr id="37910" name="Rectangle 16"/>
                <p:cNvSpPr>
                  <a:spLocks noChangeArrowheads="1"/>
                </p:cNvSpPr>
                <p:nvPr/>
              </p:nvSpPr>
              <p:spPr bwMode="auto">
                <a:xfrm>
                  <a:off x="1833" y="806"/>
                  <a:ext cx="85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latin typeface="微软雅黑" panose="020B0503020204020204" pitchFamily="34" charset="-122"/>
                      <a:ea typeface="微软雅黑" panose="020B0503020204020204" pitchFamily="34" charset="-122"/>
                    </a:rPr>
                    <a:t>传输层</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11" name="Rectangle 17"/>
                <p:cNvSpPr>
                  <a:spLocks noChangeArrowheads="1"/>
                </p:cNvSpPr>
                <p:nvPr/>
              </p:nvSpPr>
              <p:spPr bwMode="auto">
                <a:xfrm>
                  <a:off x="1790" y="806"/>
                  <a:ext cx="945"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898" name="Group 18"/>
              <p:cNvGrpSpPr>
                <a:grpSpLocks/>
              </p:cNvGrpSpPr>
              <p:nvPr/>
            </p:nvGrpSpPr>
            <p:grpSpPr bwMode="auto">
              <a:xfrm>
                <a:off x="0" y="1209"/>
                <a:ext cx="1790" cy="403"/>
                <a:chOff x="0" y="1209"/>
                <a:chExt cx="1790" cy="403"/>
              </a:xfrm>
            </p:grpSpPr>
            <p:sp>
              <p:nvSpPr>
                <p:cNvPr id="37908" name="Rectangle 19"/>
                <p:cNvSpPr>
                  <a:spLocks noChangeArrowheads="1"/>
                </p:cNvSpPr>
                <p:nvPr/>
              </p:nvSpPr>
              <p:spPr bwMode="auto">
                <a:xfrm>
                  <a:off x="43" y="1209"/>
                  <a:ext cx="17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dirty="0">
                      <a:latin typeface="微软雅黑" panose="020B0503020204020204" pitchFamily="34" charset="-122"/>
                      <a:ea typeface="微软雅黑" panose="020B0503020204020204" pitchFamily="34" charset="-122"/>
                    </a:rPr>
                    <a:t>IPv6     </a:t>
                  </a:r>
                  <a:r>
                    <a:rPr kumimoji="1" lang="en-US" altLang="zh-CN" sz="1800" dirty="0">
                      <a:solidFill>
                        <a:srgbClr val="FF0000"/>
                      </a:solidFill>
                      <a:latin typeface="微软雅黑" panose="020B0503020204020204" pitchFamily="34" charset="-122"/>
                      <a:ea typeface="微软雅黑" panose="020B0503020204020204" pitchFamily="34" charset="-122"/>
                    </a:rPr>
                    <a:t>IPSec</a:t>
                  </a: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等</a:t>
                  </a:r>
                </a:p>
                <a:p>
                  <a:pPr algn="just"/>
                  <a:endParaRPr kumimoji="1" lang="en-US" altLang="zh-CN" sz="1800" dirty="0">
                    <a:latin typeface="微软雅黑" panose="020B0503020204020204" pitchFamily="34" charset="-122"/>
                    <a:ea typeface="微软雅黑" panose="020B0503020204020204" pitchFamily="34" charset="-122"/>
                  </a:endParaRPr>
                </a:p>
              </p:txBody>
            </p:sp>
            <p:sp>
              <p:nvSpPr>
                <p:cNvPr id="37909" name="Rectangle 20"/>
                <p:cNvSpPr>
                  <a:spLocks noChangeArrowheads="1"/>
                </p:cNvSpPr>
                <p:nvPr/>
              </p:nvSpPr>
              <p:spPr bwMode="auto">
                <a:xfrm>
                  <a:off x="0" y="1209"/>
                  <a:ext cx="17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899" name="Group 21"/>
              <p:cNvGrpSpPr>
                <a:grpSpLocks/>
              </p:cNvGrpSpPr>
              <p:nvPr/>
            </p:nvGrpSpPr>
            <p:grpSpPr bwMode="auto">
              <a:xfrm>
                <a:off x="1790" y="1209"/>
                <a:ext cx="945" cy="403"/>
                <a:chOff x="1790" y="1209"/>
                <a:chExt cx="945" cy="403"/>
              </a:xfrm>
            </p:grpSpPr>
            <p:sp>
              <p:nvSpPr>
                <p:cNvPr id="37906" name="Rectangle 22"/>
                <p:cNvSpPr>
                  <a:spLocks noChangeArrowheads="1"/>
                </p:cNvSpPr>
                <p:nvPr/>
              </p:nvSpPr>
              <p:spPr bwMode="auto">
                <a:xfrm>
                  <a:off x="1833" y="1209"/>
                  <a:ext cx="85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latin typeface="微软雅黑" panose="020B0503020204020204" pitchFamily="34" charset="-122"/>
                      <a:ea typeface="微软雅黑" panose="020B0503020204020204" pitchFamily="34" charset="-122"/>
                    </a:rPr>
                    <a:t>网际层</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07" name="Rectangle 23"/>
                <p:cNvSpPr>
                  <a:spLocks noChangeArrowheads="1"/>
                </p:cNvSpPr>
                <p:nvPr/>
              </p:nvSpPr>
              <p:spPr bwMode="auto">
                <a:xfrm>
                  <a:off x="1790" y="1209"/>
                  <a:ext cx="945"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900" name="Group 24"/>
              <p:cNvGrpSpPr>
                <a:grpSpLocks/>
              </p:cNvGrpSpPr>
              <p:nvPr/>
            </p:nvGrpSpPr>
            <p:grpSpPr bwMode="auto">
              <a:xfrm>
                <a:off x="0" y="1612"/>
                <a:ext cx="1790" cy="403"/>
                <a:chOff x="0" y="1612"/>
                <a:chExt cx="1790" cy="403"/>
              </a:xfrm>
            </p:grpSpPr>
            <p:sp>
              <p:nvSpPr>
                <p:cNvPr id="37904" name="Rectangle 25"/>
                <p:cNvSpPr>
                  <a:spLocks noChangeArrowheads="1"/>
                </p:cNvSpPr>
                <p:nvPr/>
              </p:nvSpPr>
              <p:spPr bwMode="auto">
                <a:xfrm>
                  <a:off x="43" y="1612"/>
                  <a:ext cx="17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800" smtClean="0">
                      <a:solidFill>
                        <a:srgbClr val="FF0000"/>
                      </a:solidFill>
                      <a:latin typeface="微软雅黑" panose="020B0503020204020204" pitchFamily="34" charset="-122"/>
                      <a:ea typeface="微软雅黑" panose="020B0503020204020204" pitchFamily="34" charset="-122"/>
                    </a:rPr>
                    <a:t>PPTP  L2F</a:t>
                  </a:r>
                  <a:r>
                    <a:rPr kumimoji="1" lang="en-US" altLang="zh-CN" sz="1800" smtClean="0">
                      <a:latin typeface="微软雅黑" panose="020B0503020204020204" pitchFamily="34" charset="-122"/>
                      <a:ea typeface="微软雅黑" panose="020B0503020204020204" pitchFamily="34" charset="-122"/>
                    </a:rPr>
                    <a:t>  </a:t>
                  </a:r>
                  <a:r>
                    <a:rPr kumimoji="1" lang="en-US" altLang="zh-CN" sz="1800" smtClean="0">
                      <a:solidFill>
                        <a:srgbClr val="FF0000"/>
                      </a:solidFill>
                      <a:latin typeface="微软雅黑" panose="020B0503020204020204" pitchFamily="34" charset="-122"/>
                      <a:ea typeface="微软雅黑" panose="020B0503020204020204" pitchFamily="34" charset="-122"/>
                    </a:rPr>
                    <a:t>L2TP</a:t>
                  </a:r>
                  <a:r>
                    <a:rPr kumimoji="1" lang="zh-CN" altLang="en-US" sz="1800">
                      <a:latin typeface="微软雅黑" panose="020B0503020204020204" pitchFamily="34" charset="-122"/>
                      <a:ea typeface="微软雅黑" panose="020B0503020204020204" pitchFamily="34" charset="-122"/>
                    </a:rPr>
                    <a:t>等</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05" name="Rectangle 26"/>
                <p:cNvSpPr>
                  <a:spLocks noChangeArrowheads="1"/>
                </p:cNvSpPr>
                <p:nvPr/>
              </p:nvSpPr>
              <p:spPr bwMode="auto">
                <a:xfrm>
                  <a:off x="0" y="1612"/>
                  <a:ext cx="17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nvGrpSpPr>
              <p:cNvPr id="37901" name="Group 27"/>
              <p:cNvGrpSpPr>
                <a:grpSpLocks/>
              </p:cNvGrpSpPr>
              <p:nvPr/>
            </p:nvGrpSpPr>
            <p:grpSpPr bwMode="auto">
              <a:xfrm>
                <a:off x="1790" y="1612"/>
                <a:ext cx="945" cy="403"/>
                <a:chOff x="1790" y="1612"/>
                <a:chExt cx="945" cy="403"/>
              </a:xfrm>
            </p:grpSpPr>
            <p:sp>
              <p:nvSpPr>
                <p:cNvPr id="37902" name="Rectangle 28"/>
                <p:cNvSpPr>
                  <a:spLocks noChangeArrowheads="1"/>
                </p:cNvSpPr>
                <p:nvPr/>
              </p:nvSpPr>
              <p:spPr bwMode="auto">
                <a:xfrm>
                  <a:off x="1833" y="1612"/>
                  <a:ext cx="85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800">
                      <a:latin typeface="微软雅黑" panose="020B0503020204020204" pitchFamily="34" charset="-122"/>
                      <a:ea typeface="微软雅黑" panose="020B0503020204020204" pitchFamily="34" charset="-122"/>
                    </a:rPr>
                    <a:t>网络接入层</a:t>
                  </a:r>
                </a:p>
                <a:p>
                  <a:pPr algn="just"/>
                  <a:endParaRPr kumimoji="1" lang="en-US" altLang="zh-CN" sz="1800">
                    <a:latin typeface="微软雅黑" panose="020B0503020204020204" pitchFamily="34" charset="-122"/>
                    <a:ea typeface="微软雅黑" panose="020B0503020204020204" pitchFamily="34" charset="-122"/>
                  </a:endParaRPr>
                </a:p>
              </p:txBody>
            </p:sp>
            <p:sp>
              <p:nvSpPr>
                <p:cNvPr id="37903" name="Rectangle 29"/>
                <p:cNvSpPr>
                  <a:spLocks noChangeArrowheads="1"/>
                </p:cNvSpPr>
                <p:nvPr/>
              </p:nvSpPr>
              <p:spPr bwMode="auto">
                <a:xfrm>
                  <a:off x="1790" y="1612"/>
                  <a:ext cx="945"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grpSp>
        <p:sp>
          <p:nvSpPr>
            <p:cNvPr id="37893" name="Rectangle 30"/>
            <p:cNvSpPr>
              <a:spLocks noChangeArrowheads="1"/>
            </p:cNvSpPr>
            <p:nvPr/>
          </p:nvSpPr>
          <p:spPr bwMode="auto">
            <a:xfrm>
              <a:off x="-3" y="400"/>
              <a:ext cx="2741" cy="1618"/>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grpSp>
      <p:sp>
        <p:nvSpPr>
          <p:cNvPr id="37891" name="Rectangle 31"/>
          <p:cNvSpPr>
            <a:spLocks noChangeArrowheads="1"/>
          </p:cNvSpPr>
          <p:nvPr/>
        </p:nvSpPr>
        <p:spPr bwMode="auto">
          <a:xfrm>
            <a:off x="3289301" y="4125119"/>
            <a:ext cx="472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b="1" dirty="0">
                <a:latin typeface="宋体" panose="02010600030101010101" pitchFamily="2" charset="-122"/>
              </a:rPr>
              <a:t>TCP/IP</a:t>
            </a:r>
            <a:r>
              <a:rPr kumimoji="1" lang="zh-CN" altLang="en-US" b="1" dirty="0">
                <a:latin typeface="Times New Roman" panose="02020603050405020304" pitchFamily="18" charset="0"/>
              </a:rPr>
              <a:t>中的安全</a:t>
            </a:r>
            <a:r>
              <a:rPr kumimoji="1" lang="zh-CN" altLang="en-US" b="1">
                <a:latin typeface="Times New Roman" panose="02020603050405020304" pitchFamily="18" charset="0"/>
              </a:rPr>
              <a:t>协议</a:t>
            </a:r>
            <a:r>
              <a:rPr kumimoji="1" lang="zh-CN" altLang="en-US" b="1" smtClean="0">
                <a:latin typeface="Times New Roman" panose="02020603050405020304" pitchFamily="18" charset="0"/>
              </a:rPr>
              <a:t>体系</a:t>
            </a:r>
            <a:endParaRPr kumimoji="1" lang="zh-CN" altLang="en-US" b="1" dirty="0">
              <a:latin typeface="Times New Roman" panose="02020603050405020304" pitchFamily="18" charset="0"/>
            </a:endParaRPr>
          </a:p>
        </p:txBody>
      </p:sp>
      <p:sp>
        <p:nvSpPr>
          <p:cNvPr id="32" name="Rectangle 76"/>
          <p:cNvSpPr txBox="1">
            <a:spLocks noGrp="1" noChangeArrowheads="1"/>
          </p:cNvSpPr>
          <p:nvPr>
            <p:ph type="title"/>
          </p:nvPr>
        </p:nvSpPr>
        <p:spPr bwMode="auto">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algn="l" eaLnBrk="1" hangingPunct="1"/>
            <a:r>
              <a:rPr lang="en-US" altLang="zh-CN" sz="3200" b="1" kern="0" dirty="0">
                <a:solidFill>
                  <a:schemeClr val="bg1"/>
                </a:solidFill>
                <a:latin typeface="微软雅黑" panose="020B0503020204020204" pitchFamily="34" charset="-122"/>
                <a:ea typeface="微软雅黑" panose="020B0503020204020204" pitchFamily="34" charset="-122"/>
              </a:rPr>
              <a:t>11.1 TCP/IP</a:t>
            </a:r>
            <a:r>
              <a:rPr lang="zh-CN" altLang="en-US" sz="3200" b="1" kern="0" dirty="0">
                <a:solidFill>
                  <a:schemeClr val="bg1"/>
                </a:solidFill>
                <a:latin typeface="微软雅黑" panose="020B0503020204020204" pitchFamily="34" charset="-122"/>
                <a:ea typeface="微软雅黑" panose="020B0503020204020204" pitchFamily="34" charset="-122"/>
              </a:rPr>
              <a:t>安全协议体系概述</a:t>
            </a:r>
          </a:p>
        </p:txBody>
      </p:sp>
    </p:spTree>
    <p:extLst>
      <p:ext uri="{BB962C8B-B14F-4D97-AF65-F5344CB8AC3E}">
        <p14:creationId xmlns:p14="http://schemas.microsoft.com/office/powerpoint/2010/main" val="15920828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0" y="0"/>
            <a:ext cx="7793038" cy="671209"/>
          </a:xfrm>
        </p:spPr>
        <p:txBody>
          <a:bodyPr/>
          <a:lstStyle/>
          <a:p>
            <a:pPr eaLnBrk="1" hangingPunct="1"/>
            <a:r>
              <a:rPr lang="en-US" altLang="zh-CN" dirty="0" smtClean="0"/>
              <a:t>11.2 VPN</a:t>
            </a:r>
            <a:r>
              <a:rPr lang="zh-CN" altLang="en-US" dirty="0" smtClean="0"/>
              <a:t>与隧道技术简介</a:t>
            </a:r>
          </a:p>
        </p:txBody>
      </p:sp>
      <p:sp>
        <p:nvSpPr>
          <p:cNvPr id="7171" name="Rectangle 3"/>
          <p:cNvSpPr>
            <a:spLocks noGrp="1" noChangeArrowheads="1"/>
          </p:cNvSpPr>
          <p:nvPr>
            <p:ph idx="1"/>
          </p:nvPr>
        </p:nvSpPr>
        <p:spPr>
          <a:xfrm>
            <a:off x="216947" y="780578"/>
            <a:ext cx="11475699" cy="5133067"/>
          </a:xfrm>
        </p:spPr>
        <p:txBody>
          <a:bodyPr/>
          <a:lstStyle/>
          <a:p>
            <a:pPr>
              <a:lnSpc>
                <a:spcPct val="120000"/>
              </a:lnSpc>
              <a:buFont typeface="Wingdings" panose="05000000000000000000" pitchFamily="2" charset="2"/>
              <a:buChar char="n"/>
            </a:pPr>
            <a:r>
              <a:rPr lang="zh-CN" altLang="zh-CN" sz="1600" dirty="0"/>
              <a:t>VPN（Virtual Private Network，虚拟</a:t>
            </a:r>
            <a:r>
              <a:rPr lang="zh-CN" altLang="zh-CN" sz="1600"/>
              <a:t>专用网</a:t>
            </a:r>
            <a:r>
              <a:rPr lang="zh-CN" altLang="en-US" sz="1600" smtClean="0"/>
              <a:t>）</a:t>
            </a:r>
            <a:endParaRPr lang="zh-CN" altLang="zh-CN" sz="1600" dirty="0"/>
          </a:p>
          <a:p>
            <a:pPr>
              <a:lnSpc>
                <a:spcPct val="120000"/>
              </a:lnSpc>
              <a:buFont typeface="Wingdings" panose="05000000000000000000" pitchFamily="2" charset="2"/>
              <a:buChar char="n"/>
            </a:pPr>
            <a:r>
              <a:rPr lang="zh-CN" altLang="zh-CN" sz="1600" dirty="0"/>
              <a:t>虚拟专用网络</a:t>
            </a:r>
            <a:r>
              <a:rPr lang="zh-CN" altLang="en-US" sz="1600" dirty="0"/>
              <a:t>指</a:t>
            </a:r>
            <a:r>
              <a:rPr lang="zh-CN" altLang="zh-CN" sz="1600" dirty="0"/>
              <a:t>利用Internet或其它公共互联网络的基础设施为用户创建隧道，并提供与专用网络一样的安全和功能</a:t>
            </a:r>
            <a:r>
              <a:rPr lang="zh-CN" altLang="zh-CN" sz="1600"/>
              <a:t>保障</a:t>
            </a:r>
            <a:r>
              <a:rPr lang="zh-CN" altLang="zh-CN" sz="1600" smtClean="0"/>
              <a:t>。</a:t>
            </a:r>
            <a:endParaRPr lang="zh-CN" altLang="zh-CN" sz="1600" dirty="0"/>
          </a:p>
          <a:p>
            <a:pPr>
              <a:lnSpc>
                <a:spcPct val="120000"/>
              </a:lnSpc>
              <a:buFont typeface="Wingdings" panose="05000000000000000000" pitchFamily="2" charset="2"/>
              <a:buChar char="n"/>
            </a:pPr>
            <a:r>
              <a:rPr lang="zh-CN" altLang="zh-CN" sz="1600" dirty="0">
                <a:solidFill>
                  <a:srgbClr val="FF0000"/>
                </a:solidFill>
              </a:rPr>
              <a:t>VPN是对在公共通信基础设施上构建的“虚拟专用或私有网”连接技术的总称</a:t>
            </a:r>
            <a:r>
              <a:rPr lang="zh-CN" altLang="zh-CN" sz="1600" dirty="0"/>
              <a:t>。VPN与真实网络的差别在于VPN以隔离方式通过公用网，VPN外的节点不能与VPN内的节点</a:t>
            </a:r>
            <a:r>
              <a:rPr lang="zh-CN" altLang="zh-CN" sz="1600"/>
              <a:t>通信</a:t>
            </a:r>
            <a:r>
              <a:rPr lang="zh-CN" altLang="zh-CN" sz="1600" smtClean="0"/>
              <a:t>。</a:t>
            </a:r>
            <a:endParaRPr lang="en-US" altLang="zh-CN" sz="1600"/>
          </a:p>
          <a:p>
            <a:pPr>
              <a:lnSpc>
                <a:spcPct val="120000"/>
              </a:lnSpc>
              <a:buFont typeface="Wingdings" panose="05000000000000000000" pitchFamily="2" charset="2"/>
              <a:buChar char="n"/>
            </a:pPr>
            <a:r>
              <a:rPr lang="en-US" altLang="zh-CN" sz="1600" smtClean="0"/>
              <a:t>VPN</a:t>
            </a:r>
            <a:r>
              <a:rPr lang="zh-CN" altLang="en-US" sz="1600" smtClean="0"/>
              <a:t>优点</a:t>
            </a:r>
            <a:endParaRPr lang="en-US" altLang="zh-CN" sz="1600" smtClean="0"/>
          </a:p>
          <a:p>
            <a:pPr lvl="1">
              <a:lnSpc>
                <a:spcPct val="120000"/>
              </a:lnSpc>
              <a:buFont typeface="Wingdings" panose="05000000000000000000" pitchFamily="2" charset="2"/>
              <a:buChar char="ü"/>
            </a:pPr>
            <a:r>
              <a:rPr lang="zh-CN" altLang="en-US" sz="1600"/>
              <a:t>成本低：企业不必租用长途专线建设专网，不必大量的网络维护人员和设备投资。</a:t>
            </a:r>
          </a:p>
          <a:p>
            <a:pPr lvl="1">
              <a:lnSpc>
                <a:spcPct val="120000"/>
              </a:lnSpc>
              <a:buFont typeface="Wingdings" panose="05000000000000000000" pitchFamily="2" charset="2"/>
              <a:buChar char="ü"/>
            </a:pPr>
            <a:r>
              <a:rPr lang="zh-CN" altLang="en-US" sz="1600"/>
              <a:t>易扩展：网络路由设备配置简单，无需增加太多的设备，省时省钱。如果企业组建自己的专用网，在扩展网络分支时，要考虑到网络的容量，架设新链路，增加互联设备，升级设备等；而实现了</a:t>
            </a:r>
            <a:r>
              <a:rPr lang="en-US" altLang="zh-CN" sz="1600"/>
              <a:t>VPN </a:t>
            </a:r>
            <a:r>
              <a:rPr lang="zh-CN" altLang="en-US" sz="1600"/>
              <a:t>就方便多了，只需连接到公用网上，对新加入的网络终端在逻辑上进行设置，也不需要考虑公用网的容量问题、设备问题等。</a:t>
            </a:r>
          </a:p>
          <a:p>
            <a:pPr lvl="1">
              <a:lnSpc>
                <a:spcPct val="120000"/>
              </a:lnSpc>
              <a:buFont typeface="Wingdings" panose="05000000000000000000" pitchFamily="2" charset="2"/>
              <a:buChar char="ü"/>
            </a:pPr>
            <a:r>
              <a:rPr lang="zh-CN" altLang="en-US" sz="1600"/>
              <a:t>完全的主动控制权：</a:t>
            </a:r>
            <a:r>
              <a:rPr lang="en-US" altLang="zh-CN" sz="1600"/>
              <a:t>VPN</a:t>
            </a:r>
            <a:r>
              <a:rPr lang="zh-CN" altLang="en-US" sz="1600"/>
              <a:t>上的设施和服务完全掌握在企业手中。例如，企业可以把拨号访问交给</a:t>
            </a:r>
            <a:r>
              <a:rPr lang="en-US" altLang="zh-CN" sz="1600"/>
              <a:t>NSP </a:t>
            </a:r>
            <a:r>
              <a:rPr lang="zh-CN" altLang="en-US" sz="1600"/>
              <a:t>去做，由自己负责用户的查验、访问权、网络地址、安全性和网络变化管理等重要工作</a:t>
            </a:r>
            <a:r>
              <a:rPr lang="zh-CN" altLang="en-US" sz="1600" smtClean="0"/>
              <a:t>。</a:t>
            </a:r>
          </a:p>
          <a:p>
            <a:pPr>
              <a:lnSpc>
                <a:spcPct val="120000"/>
              </a:lnSpc>
              <a:buFont typeface="Wingdings" panose="05000000000000000000" pitchFamily="2" charset="2"/>
              <a:buChar char="n"/>
            </a:pPr>
            <a:r>
              <a:rPr lang="zh-CN" altLang="zh-CN" sz="1600" smtClean="0"/>
              <a:t>IP VPN可分为两种类型</a:t>
            </a:r>
            <a:endParaRPr lang="en-US" altLang="zh-CN" sz="1600" smtClean="0"/>
          </a:p>
          <a:p>
            <a:pPr lvl="1">
              <a:lnSpc>
                <a:spcPct val="120000"/>
              </a:lnSpc>
              <a:buFont typeface="Wingdings" panose="05000000000000000000" pitchFamily="2" charset="2"/>
              <a:buChar char="ü"/>
            </a:pPr>
            <a:r>
              <a:rPr lang="zh-CN" altLang="zh-CN" sz="1600" smtClean="0"/>
              <a:t>Client-LAN</a:t>
            </a:r>
            <a:endParaRPr lang="en-US" altLang="zh-CN" sz="1600" smtClean="0"/>
          </a:p>
          <a:p>
            <a:pPr lvl="1">
              <a:lnSpc>
                <a:spcPct val="120000"/>
              </a:lnSpc>
              <a:buFont typeface="Wingdings" panose="05000000000000000000" pitchFamily="2" charset="2"/>
              <a:buChar char="ü"/>
            </a:pPr>
            <a:r>
              <a:rPr lang="zh-CN" altLang="zh-CN" sz="1600" smtClean="0"/>
              <a:t>LAN-LAN类型</a:t>
            </a:r>
            <a:endParaRPr lang="zh-CN" altLang="zh-CN" sz="1600" dirty="0"/>
          </a:p>
        </p:txBody>
      </p:sp>
    </p:spTree>
    <p:extLst>
      <p:ext uri="{BB962C8B-B14F-4D97-AF65-F5344CB8AC3E}">
        <p14:creationId xmlns:p14="http://schemas.microsoft.com/office/powerpoint/2010/main" val="28526350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21111"/>
            <a:ext cx="8229600" cy="653109"/>
          </a:xfrm>
        </p:spPr>
        <p:txBody>
          <a:bodyPr/>
          <a:lstStyle/>
          <a:p>
            <a:r>
              <a:rPr lang="zh-CN" altLang="zh-CN" sz="2800" dirty="0"/>
              <a:t> </a:t>
            </a:r>
            <a:r>
              <a:rPr lang="en-US" altLang="zh-CN" sz="2800" dirty="0"/>
              <a:t>Client-LAN</a:t>
            </a:r>
            <a:r>
              <a:rPr lang="zh-CN" altLang="en-US" sz="2800" dirty="0"/>
              <a:t>类型的</a:t>
            </a:r>
            <a:r>
              <a:rPr lang="en-US" altLang="zh-CN" sz="2800" dirty="0"/>
              <a:t> </a:t>
            </a:r>
            <a:r>
              <a:rPr lang="zh-CN" altLang="zh-CN" sz="2800" dirty="0"/>
              <a:t>VPN</a:t>
            </a:r>
            <a:r>
              <a:rPr lang="zh-CN" altLang="en-US" sz="2800" dirty="0"/>
              <a:t>：</a:t>
            </a:r>
            <a:r>
              <a:rPr lang="en-US" altLang="zh-CN" sz="2800" dirty="0"/>
              <a:t>L2TP</a:t>
            </a:r>
            <a:endParaRPr lang="zh-CN" altLang="zh-CN" sz="2800" dirty="0"/>
          </a:p>
        </p:txBody>
      </p:sp>
      <p:sp>
        <p:nvSpPr>
          <p:cNvPr id="13315" name="Rectangle 3"/>
          <p:cNvSpPr>
            <a:spLocks noGrp="1" noChangeArrowheads="1"/>
          </p:cNvSpPr>
          <p:nvPr>
            <p:ph idx="1"/>
          </p:nvPr>
        </p:nvSpPr>
        <p:spPr>
          <a:xfrm>
            <a:off x="207220" y="769550"/>
            <a:ext cx="9841452" cy="1221354"/>
          </a:xfrm>
        </p:spPr>
        <p:txBody>
          <a:bodyPr/>
          <a:lstStyle/>
          <a:p>
            <a:pPr>
              <a:lnSpc>
                <a:spcPct val="125000"/>
              </a:lnSpc>
              <a:buFont typeface="Wingdings" panose="05000000000000000000" pitchFamily="2" charset="2"/>
              <a:buChar char="n"/>
            </a:pPr>
            <a:r>
              <a:rPr lang="zh-CN" altLang="zh-CN" dirty="0"/>
              <a:t>也称为Access VPN，即远程访问方式的VPN。</a:t>
            </a:r>
            <a:endParaRPr lang="en-US" altLang="zh-CN" dirty="0"/>
          </a:p>
          <a:p>
            <a:pPr marL="0" indent="0">
              <a:lnSpc>
                <a:spcPct val="125000"/>
              </a:lnSpc>
              <a:buNone/>
            </a:pPr>
            <a:r>
              <a:rPr lang="zh-CN" altLang="zh-CN" smtClean="0"/>
              <a:t>它</a:t>
            </a:r>
            <a:r>
              <a:rPr lang="zh-CN" altLang="zh-CN" dirty="0"/>
              <a:t>提供了一种安全的远程访问手段，例如，出差在外的员工，有远程办公需要的分支机构，都可以利用这种类型的VPN，实现对企业内部网络资源进行安全的远程访问。</a:t>
            </a:r>
          </a:p>
        </p:txBody>
      </p:sp>
      <p:grpSp>
        <p:nvGrpSpPr>
          <p:cNvPr id="4" name="Group 3"/>
          <p:cNvGrpSpPr>
            <a:grpSpLocks/>
          </p:cNvGrpSpPr>
          <p:nvPr/>
        </p:nvGrpSpPr>
        <p:grpSpPr bwMode="auto">
          <a:xfrm>
            <a:off x="1238352" y="2045702"/>
            <a:ext cx="8353425" cy="3811022"/>
            <a:chOff x="0" y="0"/>
            <a:chExt cx="5262" cy="3060"/>
          </a:xfrm>
        </p:grpSpPr>
        <p:sp>
          <p:nvSpPr>
            <p:cNvPr id="5" name="Rectangle 4"/>
            <p:cNvSpPr>
              <a:spLocks noChangeArrowheads="1"/>
            </p:cNvSpPr>
            <p:nvPr/>
          </p:nvSpPr>
          <p:spPr bwMode="auto">
            <a:xfrm>
              <a:off x="0" y="292"/>
              <a:ext cx="2142" cy="2298"/>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5"/>
            <p:cNvSpPr>
              <a:spLocks noChangeShapeType="1"/>
            </p:cNvSpPr>
            <p:nvPr/>
          </p:nvSpPr>
          <p:spPr bwMode="auto">
            <a:xfrm>
              <a:off x="857" y="718"/>
              <a:ext cx="0" cy="1617"/>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 name="Object 6"/>
            <p:cNvGraphicFramePr>
              <a:graphicFrameLocks noChangeAspect="1"/>
            </p:cNvGraphicFramePr>
            <p:nvPr/>
          </p:nvGraphicFramePr>
          <p:xfrm>
            <a:off x="1432" y="1225"/>
            <a:ext cx="519" cy="502"/>
          </p:xfrm>
          <a:graphic>
            <a:graphicData uri="http://schemas.openxmlformats.org/presentationml/2006/ole">
              <mc:AlternateContent xmlns:mc="http://schemas.openxmlformats.org/markup-compatibility/2006">
                <mc:Choice xmlns:v="urn:schemas-microsoft-com:vml" Requires="v">
                  <p:oleObj spid="_x0000_s84504" r:id="rId3" imgW="3075480" imgH="1947240" progId="CorelDRAW.Graphic.9">
                    <p:embed/>
                  </p:oleObj>
                </mc:Choice>
                <mc:Fallback>
                  <p:oleObj r:id="rId3" imgW="3075480" imgH="1947240" progId="CorelDRAW.Graphic.9">
                    <p:embed/>
                    <p:pic>
                      <p:nvPicPr>
                        <p:cNvPr id="143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 y="1225"/>
                          <a:ext cx="519"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7"/>
            <p:cNvGrpSpPr>
              <a:grpSpLocks noChangeAspect="1"/>
            </p:cNvGrpSpPr>
            <p:nvPr/>
          </p:nvGrpSpPr>
          <p:grpSpPr bwMode="auto">
            <a:xfrm>
              <a:off x="122" y="888"/>
              <a:ext cx="367" cy="511"/>
              <a:chOff x="0" y="0"/>
              <a:chExt cx="672" cy="651"/>
            </a:xfrm>
          </p:grpSpPr>
          <p:pic>
            <p:nvPicPr>
              <p:cNvPr id="23" name="Picture 8" descr="整套电脑-2"/>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24" name="Object 9"/>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84505" r:id="rId6" imgW="5714286" imgH="3933333" progId="Paint.Picture">
                      <p:embed/>
                    </p:oleObj>
                  </mc:Choice>
                  <mc:Fallback>
                    <p:oleObj r:id="rId6" imgW="5714286" imgH="3933333" progId="Paint.Picture">
                      <p:embed/>
                      <p:pic>
                        <p:nvPicPr>
                          <p:cNvPr id="14345"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10"/>
            <p:cNvGrpSpPr>
              <a:grpSpLocks noChangeAspect="1"/>
            </p:cNvGrpSpPr>
            <p:nvPr/>
          </p:nvGrpSpPr>
          <p:grpSpPr bwMode="auto">
            <a:xfrm>
              <a:off x="122" y="1569"/>
              <a:ext cx="367" cy="511"/>
              <a:chOff x="0" y="0"/>
              <a:chExt cx="672" cy="651"/>
            </a:xfrm>
          </p:grpSpPr>
          <p:pic>
            <p:nvPicPr>
              <p:cNvPr id="21" name="Picture 11" descr="整套电脑-2"/>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22" name="Object 12"/>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84506" r:id="rId8" imgW="5714286" imgH="3933333" progId="Paint.Picture">
                      <p:embed/>
                    </p:oleObj>
                  </mc:Choice>
                  <mc:Fallback>
                    <p:oleObj r:id="rId8" imgW="5714286" imgH="3933333" progId="Paint.Picture">
                      <p:embed/>
                      <p:pic>
                        <p:nvPicPr>
                          <p:cNvPr id="14348"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 name="Line 13"/>
            <p:cNvSpPr>
              <a:spLocks noChangeShapeType="1"/>
            </p:cNvSpPr>
            <p:nvPr/>
          </p:nvSpPr>
          <p:spPr bwMode="auto">
            <a:xfrm>
              <a:off x="428" y="1143"/>
              <a:ext cx="429"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4"/>
            <p:cNvSpPr>
              <a:spLocks noChangeShapeType="1"/>
            </p:cNvSpPr>
            <p:nvPr/>
          </p:nvSpPr>
          <p:spPr bwMode="auto">
            <a:xfrm>
              <a:off x="428" y="1824"/>
              <a:ext cx="429"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5"/>
            <p:cNvSpPr>
              <a:spLocks noChangeShapeType="1"/>
            </p:cNvSpPr>
            <p:nvPr/>
          </p:nvSpPr>
          <p:spPr bwMode="auto">
            <a:xfrm>
              <a:off x="857" y="1484"/>
              <a:ext cx="550"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1316" y="906"/>
              <a:ext cx="856"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VPN设备</a:t>
              </a:r>
            </a:p>
          </p:txBody>
        </p:sp>
        <p:sp>
          <p:nvSpPr>
            <p:cNvPr id="14" name="AutoShape 17"/>
            <p:cNvSpPr>
              <a:spLocks noChangeArrowheads="1"/>
            </p:cNvSpPr>
            <p:nvPr/>
          </p:nvSpPr>
          <p:spPr bwMode="auto">
            <a:xfrm rot="16200000">
              <a:off x="3066" y="291"/>
              <a:ext cx="170" cy="2386"/>
            </a:xfrm>
            <a:prstGeom prst="can">
              <a:avLst>
                <a:gd name="adj" fmla="val 120730"/>
              </a:avLst>
            </a:prstGeom>
            <a:gradFill rotWithShape="0">
              <a:gsLst>
                <a:gs pos="0">
                  <a:srgbClr val="F9E5B3"/>
                </a:gs>
                <a:gs pos="50000">
                  <a:srgbClr val="AE8000"/>
                </a:gs>
                <a:gs pos="100000">
                  <a:srgbClr val="F9E5B3"/>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5" name="Picture 18" descr="图形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47" y="1058"/>
              <a:ext cx="918" cy="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6" name="Text Box 19"/>
            <p:cNvSpPr txBox="1">
              <a:spLocks noChangeArrowheads="1"/>
            </p:cNvSpPr>
            <p:nvPr/>
          </p:nvSpPr>
          <p:spPr bwMode="auto">
            <a:xfrm>
              <a:off x="2264" y="2080"/>
              <a:ext cx="1285"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INTERNET</a:t>
              </a:r>
            </a:p>
          </p:txBody>
        </p:sp>
        <p:sp>
          <p:nvSpPr>
            <p:cNvPr id="17" name="Text Box 20"/>
            <p:cNvSpPr txBox="1">
              <a:spLocks noChangeArrowheads="1"/>
            </p:cNvSpPr>
            <p:nvPr/>
          </p:nvSpPr>
          <p:spPr bwMode="auto">
            <a:xfrm>
              <a:off x="3120" y="1058"/>
              <a:ext cx="1285"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VPN隧道</a:t>
              </a:r>
            </a:p>
          </p:txBody>
        </p:sp>
        <p:pic>
          <p:nvPicPr>
            <p:cNvPr id="18" name="Picture 21" descr="图形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344" y="888"/>
              <a:ext cx="918" cy="1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9" name="Text Box 22"/>
            <p:cNvSpPr txBox="1">
              <a:spLocks noChangeArrowheads="1"/>
            </p:cNvSpPr>
            <p:nvPr/>
          </p:nvSpPr>
          <p:spPr bwMode="auto">
            <a:xfrm>
              <a:off x="612" y="0"/>
              <a:ext cx="856"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网络A</a:t>
              </a:r>
            </a:p>
          </p:txBody>
        </p:sp>
        <p:sp>
          <p:nvSpPr>
            <p:cNvPr id="20" name="Text Box 23"/>
            <p:cNvSpPr txBox="1">
              <a:spLocks noChangeArrowheads="1"/>
            </p:cNvSpPr>
            <p:nvPr/>
          </p:nvSpPr>
          <p:spPr bwMode="auto">
            <a:xfrm>
              <a:off x="1224" y="2763"/>
              <a:ext cx="3243"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dirty="0">
                  <a:latin typeface="Tahoma" panose="020B0604030504040204" pitchFamily="34" charset="0"/>
                </a:rPr>
                <a:t>Client-LAN类型示意图</a:t>
              </a:r>
            </a:p>
          </p:txBody>
        </p:sp>
      </p:grpSp>
    </p:spTree>
    <p:extLst>
      <p:ext uri="{BB962C8B-B14F-4D97-AF65-F5344CB8AC3E}">
        <p14:creationId xmlns:p14="http://schemas.microsoft.com/office/powerpoint/2010/main" val="28381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3243" y="2057"/>
            <a:ext cx="8229600" cy="656759"/>
          </a:xfrm>
        </p:spPr>
        <p:txBody>
          <a:bodyPr/>
          <a:lstStyle/>
          <a:p>
            <a:r>
              <a:rPr lang="zh-CN" altLang="zh-CN" sz="2800" dirty="0"/>
              <a:t> </a:t>
            </a:r>
            <a:r>
              <a:rPr lang="en-US" altLang="zh-CN" sz="2800" dirty="0"/>
              <a:t>LAN-LAN</a:t>
            </a:r>
            <a:r>
              <a:rPr lang="zh-CN" altLang="en-US" sz="2800" dirty="0"/>
              <a:t>类型的</a:t>
            </a:r>
            <a:r>
              <a:rPr lang="en-US" altLang="zh-CN" sz="2800" dirty="0"/>
              <a:t> </a:t>
            </a:r>
            <a:r>
              <a:rPr lang="zh-CN" altLang="zh-CN" sz="2800" dirty="0"/>
              <a:t>VPN</a:t>
            </a:r>
            <a:r>
              <a:rPr lang="zh-CN" altLang="en-US" sz="2800" dirty="0"/>
              <a:t>：</a:t>
            </a:r>
            <a:r>
              <a:rPr lang="en-US" altLang="zh-CN" sz="2800" dirty="0"/>
              <a:t>IPSec</a:t>
            </a:r>
            <a:endParaRPr lang="zh-CN" altLang="zh-CN" sz="2800" dirty="0"/>
          </a:p>
        </p:txBody>
      </p:sp>
      <p:sp>
        <p:nvSpPr>
          <p:cNvPr id="15363" name="Rectangle 3"/>
          <p:cNvSpPr>
            <a:spLocks noGrp="1" noChangeArrowheads="1"/>
          </p:cNvSpPr>
          <p:nvPr>
            <p:ph idx="1"/>
          </p:nvPr>
        </p:nvSpPr>
        <p:spPr>
          <a:xfrm>
            <a:off x="109233" y="794905"/>
            <a:ext cx="9462784" cy="785146"/>
          </a:xfrm>
        </p:spPr>
        <p:txBody>
          <a:bodyPr/>
          <a:lstStyle/>
          <a:p>
            <a:pPr marL="273050" lvl="1" indent="-273050">
              <a:lnSpc>
                <a:spcPct val="125000"/>
              </a:lnSpc>
              <a:buFont typeface="Wingdings" panose="05000000000000000000" pitchFamily="2" charset="2"/>
              <a:buChar char="n"/>
            </a:pPr>
            <a:r>
              <a:rPr lang="zh-CN" altLang="zh-CN" dirty="0"/>
              <a:t>为了在不同局域网之间建立安全的数据传输通道，例如在企业内部各分支机构之间或者企业与其合作者之间的网络进行互联，可以采用LAN-LAN类型的VPN。</a:t>
            </a:r>
            <a:endParaRPr lang="en-US" altLang="zh-CN" dirty="0"/>
          </a:p>
        </p:txBody>
      </p:sp>
      <p:grpSp>
        <p:nvGrpSpPr>
          <p:cNvPr id="5" name="Group 3"/>
          <p:cNvGrpSpPr>
            <a:grpSpLocks/>
          </p:cNvGrpSpPr>
          <p:nvPr/>
        </p:nvGrpSpPr>
        <p:grpSpPr bwMode="auto">
          <a:xfrm>
            <a:off x="1300263" y="1894578"/>
            <a:ext cx="7696200" cy="3140075"/>
            <a:chOff x="0" y="0"/>
            <a:chExt cx="4848" cy="1978"/>
          </a:xfrm>
        </p:grpSpPr>
        <p:sp>
          <p:nvSpPr>
            <p:cNvPr id="6" name="Rectangle 4"/>
            <p:cNvSpPr>
              <a:spLocks noChangeArrowheads="1"/>
            </p:cNvSpPr>
            <p:nvPr/>
          </p:nvSpPr>
          <p:spPr bwMode="auto">
            <a:xfrm>
              <a:off x="0" y="240"/>
              <a:ext cx="1680" cy="1296"/>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 name="Line 5"/>
            <p:cNvSpPr>
              <a:spLocks noChangeShapeType="1"/>
            </p:cNvSpPr>
            <p:nvPr/>
          </p:nvSpPr>
          <p:spPr bwMode="auto">
            <a:xfrm>
              <a:off x="672" y="480"/>
              <a:ext cx="0" cy="912"/>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aphicFrame>
          <p:nvGraphicFramePr>
            <p:cNvPr id="8" name="Object 6"/>
            <p:cNvGraphicFramePr>
              <a:graphicFrameLocks noChangeAspect="1"/>
            </p:cNvGraphicFramePr>
            <p:nvPr/>
          </p:nvGraphicFramePr>
          <p:xfrm>
            <a:off x="1131" y="749"/>
            <a:ext cx="407" cy="283"/>
          </p:xfrm>
          <a:graphic>
            <a:graphicData uri="http://schemas.openxmlformats.org/presentationml/2006/ole">
              <mc:AlternateContent xmlns:mc="http://schemas.openxmlformats.org/markup-compatibility/2006">
                <mc:Choice xmlns:v="urn:schemas-microsoft-com:vml" Requires="v">
                  <p:oleObj spid="_x0000_s98350" r:id="rId3" imgW="3075480" imgH="1947240" progId="CorelDRAW.Graphic.9">
                    <p:embed/>
                  </p:oleObj>
                </mc:Choice>
                <mc:Fallback>
                  <p:oleObj r:id="rId3" imgW="3075480" imgH="1947240" progId="CorelDRAW.Graphic.9">
                    <p:embed/>
                    <p:pic>
                      <p:nvPicPr>
                        <p:cNvPr id="1639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 y="749"/>
                          <a:ext cx="407"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 name="Group 7"/>
            <p:cNvGrpSpPr>
              <a:grpSpLocks noChangeAspect="1"/>
            </p:cNvGrpSpPr>
            <p:nvPr/>
          </p:nvGrpSpPr>
          <p:grpSpPr bwMode="auto">
            <a:xfrm>
              <a:off x="96" y="576"/>
              <a:ext cx="288" cy="288"/>
              <a:chOff x="0" y="0"/>
              <a:chExt cx="672" cy="651"/>
            </a:xfrm>
          </p:grpSpPr>
          <p:pic>
            <p:nvPicPr>
              <p:cNvPr id="37" name="Picture 8" descr="整套电脑-2"/>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38" name="Object 9"/>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98351" r:id="rId6" imgW="5714286" imgH="3933333" progId="Paint.Picture">
                      <p:embed/>
                    </p:oleObj>
                  </mc:Choice>
                  <mc:Fallback>
                    <p:oleObj r:id="rId6" imgW="5714286" imgH="3933333" progId="Paint.Picture">
                      <p:embed/>
                      <p:pic>
                        <p:nvPicPr>
                          <p:cNvPr id="16393"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 name="Group 10"/>
            <p:cNvGrpSpPr>
              <a:grpSpLocks noChangeAspect="1"/>
            </p:cNvGrpSpPr>
            <p:nvPr/>
          </p:nvGrpSpPr>
          <p:grpSpPr bwMode="auto">
            <a:xfrm>
              <a:off x="96" y="960"/>
              <a:ext cx="288" cy="288"/>
              <a:chOff x="0" y="0"/>
              <a:chExt cx="672" cy="651"/>
            </a:xfrm>
          </p:grpSpPr>
          <p:pic>
            <p:nvPicPr>
              <p:cNvPr id="35" name="Picture 11" descr="整套电脑-2"/>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36" name="Object 12"/>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98352" r:id="rId8" imgW="5714286" imgH="3933333" progId="Paint.Picture">
                      <p:embed/>
                    </p:oleObj>
                  </mc:Choice>
                  <mc:Fallback>
                    <p:oleObj r:id="rId8" imgW="5714286" imgH="3933333" progId="Paint.Picture">
                      <p:embed/>
                      <p:pic>
                        <p:nvPicPr>
                          <p:cNvPr id="16396"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 name="Line 13"/>
            <p:cNvSpPr>
              <a:spLocks noChangeShapeType="1"/>
            </p:cNvSpPr>
            <p:nvPr/>
          </p:nvSpPr>
          <p:spPr bwMode="auto">
            <a:xfrm>
              <a:off x="336" y="720"/>
              <a:ext cx="336"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2" name="Line 14"/>
            <p:cNvSpPr>
              <a:spLocks noChangeShapeType="1"/>
            </p:cNvSpPr>
            <p:nvPr/>
          </p:nvSpPr>
          <p:spPr bwMode="auto">
            <a:xfrm>
              <a:off x="336" y="1104"/>
              <a:ext cx="336"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 name="Line 15"/>
            <p:cNvSpPr>
              <a:spLocks noChangeShapeType="1"/>
            </p:cNvSpPr>
            <p:nvPr/>
          </p:nvSpPr>
          <p:spPr bwMode="auto">
            <a:xfrm>
              <a:off x="672" y="912"/>
              <a:ext cx="432"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 name="Text Box 16"/>
            <p:cNvSpPr txBox="1">
              <a:spLocks noChangeArrowheads="1"/>
            </p:cNvSpPr>
            <p:nvPr/>
          </p:nvSpPr>
          <p:spPr bwMode="auto">
            <a:xfrm>
              <a:off x="816" y="576"/>
              <a:ext cx="76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zh-CN" dirty="0">
                  <a:latin typeface="微软雅黑" panose="020B0503020204020204" pitchFamily="34" charset="-122"/>
                  <a:ea typeface="微软雅黑" panose="020B0503020204020204" pitchFamily="34" charset="-122"/>
                </a:rPr>
                <a:t>VPN设备</a:t>
              </a:r>
            </a:p>
          </p:txBody>
        </p:sp>
        <p:sp>
          <p:nvSpPr>
            <p:cNvPr id="15" name="AutoShape 17"/>
            <p:cNvSpPr>
              <a:spLocks noChangeArrowheads="1"/>
            </p:cNvSpPr>
            <p:nvPr/>
          </p:nvSpPr>
          <p:spPr bwMode="auto">
            <a:xfrm rot="16200000">
              <a:off x="2304" y="96"/>
              <a:ext cx="96" cy="1632"/>
            </a:xfrm>
            <a:prstGeom prst="can">
              <a:avLst>
                <a:gd name="adj" fmla="val 146231"/>
              </a:avLst>
            </a:prstGeom>
            <a:gradFill rotWithShape="0">
              <a:gsLst>
                <a:gs pos="0">
                  <a:srgbClr val="F9E5B3"/>
                </a:gs>
                <a:gs pos="50000">
                  <a:srgbClr val="AE8000"/>
                </a:gs>
                <a:gs pos="100000">
                  <a:srgbClr val="F9E5B3"/>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pic>
          <p:nvPicPr>
            <p:cNvPr id="16" name="Picture 18" descr="图形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20" y="672"/>
              <a:ext cx="720"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7" name="Text Box 19"/>
            <p:cNvSpPr txBox="1">
              <a:spLocks noChangeArrowheads="1"/>
            </p:cNvSpPr>
            <p:nvPr/>
          </p:nvSpPr>
          <p:spPr bwMode="auto">
            <a:xfrm>
              <a:off x="1776" y="1248"/>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微软雅黑" panose="020B0503020204020204" pitchFamily="34" charset="-122"/>
                  <a:ea typeface="微软雅黑" panose="020B0503020204020204" pitchFamily="34" charset="-122"/>
                </a:rPr>
                <a:t>INTERNET</a:t>
              </a:r>
            </a:p>
          </p:txBody>
        </p:sp>
        <p:sp>
          <p:nvSpPr>
            <p:cNvPr id="18" name="Text Box 20"/>
            <p:cNvSpPr txBox="1">
              <a:spLocks noChangeArrowheads="1"/>
            </p:cNvSpPr>
            <p:nvPr/>
          </p:nvSpPr>
          <p:spPr bwMode="auto">
            <a:xfrm>
              <a:off x="2304" y="576"/>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微软雅黑" panose="020B0503020204020204" pitchFamily="34" charset="-122"/>
                  <a:ea typeface="微软雅黑" panose="020B0503020204020204" pitchFamily="34" charset="-122"/>
                </a:rPr>
                <a:t>VPN隧道</a:t>
              </a:r>
            </a:p>
          </p:txBody>
        </p:sp>
        <p:sp>
          <p:nvSpPr>
            <p:cNvPr id="19" name="Text Box 21"/>
            <p:cNvSpPr txBox="1">
              <a:spLocks noChangeArrowheads="1"/>
            </p:cNvSpPr>
            <p:nvPr/>
          </p:nvSpPr>
          <p:spPr bwMode="auto">
            <a:xfrm>
              <a:off x="480" y="0"/>
              <a:ext cx="6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latin typeface="微软雅黑" panose="020B0503020204020204" pitchFamily="34" charset="-122"/>
                  <a:ea typeface="微软雅黑" panose="020B0503020204020204" pitchFamily="34" charset="-122"/>
                </a:rPr>
                <a:t>网络A</a:t>
              </a:r>
            </a:p>
          </p:txBody>
        </p:sp>
        <p:sp>
          <p:nvSpPr>
            <p:cNvPr id="20" name="Text Box 22"/>
            <p:cNvSpPr txBox="1">
              <a:spLocks noChangeArrowheads="1"/>
            </p:cNvSpPr>
            <p:nvPr/>
          </p:nvSpPr>
          <p:spPr bwMode="auto">
            <a:xfrm>
              <a:off x="1104" y="1728"/>
              <a:ext cx="2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000" dirty="0">
                  <a:latin typeface="微软雅黑" panose="020B0503020204020204" pitchFamily="34" charset="-122"/>
                  <a:ea typeface="微软雅黑" panose="020B0503020204020204" pitchFamily="34" charset="-122"/>
                </a:rPr>
                <a:t>LAN-LAN类型示意图</a:t>
              </a:r>
            </a:p>
          </p:txBody>
        </p:sp>
        <p:sp>
          <p:nvSpPr>
            <p:cNvPr id="21" name="Rectangle 23"/>
            <p:cNvSpPr>
              <a:spLocks noChangeArrowheads="1"/>
            </p:cNvSpPr>
            <p:nvPr/>
          </p:nvSpPr>
          <p:spPr bwMode="auto">
            <a:xfrm>
              <a:off x="3168" y="240"/>
              <a:ext cx="1680" cy="1296"/>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aphicFrame>
          <p:nvGraphicFramePr>
            <p:cNvPr id="22" name="Object 24"/>
            <p:cNvGraphicFramePr>
              <a:graphicFrameLocks noChangeAspect="1"/>
            </p:cNvGraphicFramePr>
            <p:nvPr/>
          </p:nvGraphicFramePr>
          <p:xfrm>
            <a:off x="3195" y="768"/>
            <a:ext cx="384" cy="243"/>
          </p:xfrm>
          <a:graphic>
            <a:graphicData uri="http://schemas.openxmlformats.org/presentationml/2006/ole">
              <mc:AlternateContent xmlns:mc="http://schemas.openxmlformats.org/markup-compatibility/2006">
                <mc:Choice xmlns:v="urn:schemas-microsoft-com:vml" Requires="v">
                  <p:oleObj spid="_x0000_s98353" r:id="rId10" imgW="3075480" imgH="1947240" progId="CorelDRAW.Graphic.9">
                    <p:embed/>
                  </p:oleObj>
                </mc:Choice>
                <mc:Fallback>
                  <p:oleObj r:id="rId10" imgW="3075480" imgH="1947240" progId="CorelDRAW.Graphic.9">
                    <p:embed/>
                    <p:pic>
                      <p:nvPicPr>
                        <p:cNvPr id="16408"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5" y="768"/>
                          <a:ext cx="384"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Text Box 25"/>
            <p:cNvSpPr txBox="1">
              <a:spLocks noChangeArrowheads="1"/>
            </p:cNvSpPr>
            <p:nvPr/>
          </p:nvSpPr>
          <p:spPr bwMode="auto">
            <a:xfrm>
              <a:off x="3168" y="528"/>
              <a:ext cx="76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zh-CN">
                  <a:latin typeface="微软雅黑" panose="020B0503020204020204" pitchFamily="34" charset="-122"/>
                  <a:ea typeface="微软雅黑" panose="020B0503020204020204" pitchFamily="34" charset="-122"/>
                </a:rPr>
                <a:t>VPN设备</a:t>
              </a:r>
            </a:p>
          </p:txBody>
        </p:sp>
        <p:sp>
          <p:nvSpPr>
            <p:cNvPr id="24" name="Line 26"/>
            <p:cNvSpPr>
              <a:spLocks noChangeShapeType="1"/>
            </p:cNvSpPr>
            <p:nvPr/>
          </p:nvSpPr>
          <p:spPr bwMode="auto">
            <a:xfrm>
              <a:off x="3648" y="912"/>
              <a:ext cx="480"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5" name="Line 27"/>
            <p:cNvSpPr>
              <a:spLocks noChangeShapeType="1"/>
            </p:cNvSpPr>
            <p:nvPr/>
          </p:nvSpPr>
          <p:spPr bwMode="auto">
            <a:xfrm>
              <a:off x="4128" y="480"/>
              <a:ext cx="0" cy="912"/>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 name="Line 28"/>
            <p:cNvSpPr>
              <a:spLocks noChangeShapeType="1"/>
            </p:cNvSpPr>
            <p:nvPr/>
          </p:nvSpPr>
          <p:spPr bwMode="auto">
            <a:xfrm>
              <a:off x="4128" y="720"/>
              <a:ext cx="384"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27" name="Group 29"/>
            <p:cNvGrpSpPr>
              <a:grpSpLocks noChangeAspect="1"/>
            </p:cNvGrpSpPr>
            <p:nvPr/>
          </p:nvGrpSpPr>
          <p:grpSpPr bwMode="auto">
            <a:xfrm>
              <a:off x="4464" y="576"/>
              <a:ext cx="288" cy="288"/>
              <a:chOff x="0" y="0"/>
              <a:chExt cx="672" cy="651"/>
            </a:xfrm>
          </p:grpSpPr>
          <p:pic>
            <p:nvPicPr>
              <p:cNvPr id="33" name="Picture 30" descr="整套电脑-2"/>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34" name="Object 31"/>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98354" r:id="rId11" imgW="5714286" imgH="3933333" progId="Paint.Picture">
                      <p:embed/>
                    </p:oleObj>
                  </mc:Choice>
                  <mc:Fallback>
                    <p:oleObj r:id="rId11" imgW="5714286" imgH="3933333" progId="Paint.Picture">
                      <p:embed/>
                      <p:pic>
                        <p:nvPicPr>
                          <p:cNvPr id="16415"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 name="Line 32"/>
            <p:cNvSpPr>
              <a:spLocks noChangeShapeType="1"/>
            </p:cNvSpPr>
            <p:nvPr/>
          </p:nvSpPr>
          <p:spPr bwMode="auto">
            <a:xfrm>
              <a:off x="4128" y="1152"/>
              <a:ext cx="384"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29" name="Group 33"/>
            <p:cNvGrpSpPr>
              <a:grpSpLocks noChangeAspect="1"/>
            </p:cNvGrpSpPr>
            <p:nvPr/>
          </p:nvGrpSpPr>
          <p:grpSpPr bwMode="auto">
            <a:xfrm>
              <a:off x="4464" y="1008"/>
              <a:ext cx="288" cy="288"/>
              <a:chOff x="0" y="0"/>
              <a:chExt cx="672" cy="651"/>
            </a:xfrm>
          </p:grpSpPr>
          <p:pic>
            <p:nvPicPr>
              <p:cNvPr id="31" name="Picture 34" descr="整套电脑-2"/>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32" name="Object 35"/>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98355" r:id="rId12" imgW="5714286" imgH="3933333" progId="Paint.Picture">
                      <p:embed/>
                    </p:oleObj>
                  </mc:Choice>
                  <mc:Fallback>
                    <p:oleObj r:id="rId12" imgW="5714286" imgH="3933333" progId="Paint.Picture">
                      <p:embed/>
                      <p:pic>
                        <p:nvPicPr>
                          <p:cNvPr id="16419"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 name="Text Box 36"/>
            <p:cNvSpPr txBox="1">
              <a:spLocks noChangeArrowheads="1"/>
            </p:cNvSpPr>
            <p:nvPr/>
          </p:nvSpPr>
          <p:spPr bwMode="auto">
            <a:xfrm>
              <a:off x="3696" y="0"/>
              <a:ext cx="6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latin typeface="微软雅黑" panose="020B0503020204020204" pitchFamily="34" charset="-122"/>
                  <a:ea typeface="微软雅黑" panose="020B0503020204020204" pitchFamily="34" charset="-122"/>
                </a:rPr>
                <a:t>网络B</a:t>
              </a:r>
            </a:p>
          </p:txBody>
        </p:sp>
      </p:grpSp>
    </p:spTree>
    <p:extLst>
      <p:ext uri="{BB962C8B-B14F-4D97-AF65-F5344CB8AC3E}">
        <p14:creationId xmlns:p14="http://schemas.microsoft.com/office/powerpoint/2010/main" val="3400784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IPSec VPN—</a:t>
            </a:r>
            <a:r>
              <a:rPr lang="zh-CN" altLang="en-US" smtClean="0"/>
              <a:t>功能</a:t>
            </a:r>
            <a:endParaRPr lang="zh-CN" altLang="en-US"/>
          </a:p>
        </p:txBody>
      </p:sp>
      <p:sp>
        <p:nvSpPr>
          <p:cNvPr id="3" name="内容占位符 2"/>
          <p:cNvSpPr txBox="1">
            <a:spLocks/>
          </p:cNvSpPr>
          <p:nvPr/>
        </p:nvSpPr>
        <p:spPr>
          <a:xfrm>
            <a:off x="145915" y="752272"/>
            <a:ext cx="8458200" cy="4648200"/>
          </a:xfrm>
          <a:prstGeom prst="rect">
            <a:avLst/>
          </a:prstGeom>
        </p:spPr>
        <p:txBody>
          <a:bodyPr>
            <a:normAutofit/>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a:lnSpc>
                <a:spcPct val="150000"/>
              </a:lnSpc>
              <a:spcBef>
                <a:spcPts val="0"/>
              </a:spcBef>
              <a:buClr>
                <a:schemeClr val="tx2">
                  <a:lumMod val="60000"/>
                  <a:lumOff val="40000"/>
                </a:schemeClr>
              </a:buClr>
              <a:buFont typeface="Wingdings" panose="05000000000000000000" pitchFamily="2" charset="2"/>
              <a:buChar char="p"/>
            </a:pPr>
            <a:r>
              <a:rPr lang="zh-CN" altLang="en-US" kern="0" smtClean="0">
                <a:cs typeface="Times New Roman" panose="02020603050405020304" pitchFamily="18" charset="0"/>
              </a:rPr>
              <a:t> </a:t>
            </a:r>
            <a:r>
              <a:rPr lang="zh-CN" altLang="en-US" kern="0" smtClean="0">
                <a:solidFill>
                  <a:srgbClr val="FF0000"/>
                </a:solidFill>
                <a:cs typeface="Times New Roman" panose="02020603050405020304" pitchFamily="18" charset="0"/>
              </a:rPr>
              <a:t>保护</a:t>
            </a:r>
            <a:r>
              <a:rPr lang="en-US" altLang="zh-CN" kern="0" smtClean="0">
                <a:solidFill>
                  <a:srgbClr val="FF0000"/>
                </a:solidFill>
                <a:cs typeface="Times New Roman" panose="02020603050405020304" pitchFamily="18" charset="0"/>
              </a:rPr>
              <a:t>IP</a:t>
            </a:r>
            <a:r>
              <a:rPr lang="zh-CN" altLang="en-US" kern="0" smtClean="0">
                <a:solidFill>
                  <a:srgbClr val="FF0000"/>
                </a:solidFill>
                <a:cs typeface="Times New Roman" panose="02020603050405020304" pitchFamily="18" charset="0"/>
              </a:rPr>
              <a:t>层数据 </a:t>
            </a:r>
            <a:endParaRPr lang="en-US" altLang="zh-CN" kern="0" smtClean="0">
              <a:solidFill>
                <a:srgbClr val="FF0000"/>
              </a:solidFill>
              <a:cs typeface="Times New Roman" panose="02020603050405020304" pitchFamily="18" charset="0"/>
            </a:endParaRPr>
          </a:p>
          <a:p>
            <a:pPr lvl="1">
              <a:lnSpc>
                <a:spcPct val="150000"/>
              </a:lnSpc>
              <a:spcBef>
                <a:spcPts val="0"/>
              </a:spcBef>
              <a:buClr>
                <a:schemeClr val="tx2">
                  <a:lumMod val="60000"/>
                  <a:lumOff val="40000"/>
                </a:schemeClr>
              </a:buClr>
              <a:buFont typeface="Wingdings" panose="05000000000000000000" pitchFamily="2" charset="2"/>
              <a:buChar char="n"/>
            </a:pPr>
            <a:r>
              <a:rPr lang="zh-CN" altLang="en-US" kern="0" smtClean="0">
                <a:cs typeface="Times New Roman" panose="02020603050405020304" pitchFamily="18" charset="0"/>
              </a:rPr>
              <a:t> 数据机密性保护</a:t>
            </a:r>
          </a:p>
          <a:p>
            <a:pPr lvl="1">
              <a:lnSpc>
                <a:spcPct val="150000"/>
              </a:lnSpc>
              <a:spcBef>
                <a:spcPts val="0"/>
              </a:spcBef>
              <a:buClr>
                <a:schemeClr val="tx2">
                  <a:lumMod val="60000"/>
                  <a:lumOff val="40000"/>
                </a:schemeClr>
              </a:buClr>
              <a:buFont typeface="Wingdings" panose="05000000000000000000" pitchFamily="2" charset="2"/>
              <a:buChar char="n"/>
            </a:pPr>
            <a:r>
              <a:rPr lang="zh-CN" altLang="en-US" kern="0" smtClean="0">
                <a:cs typeface="Times New Roman" panose="02020603050405020304" pitchFamily="18" charset="0"/>
              </a:rPr>
              <a:t> 数据完整性保护</a:t>
            </a:r>
          </a:p>
          <a:p>
            <a:pPr lvl="1">
              <a:lnSpc>
                <a:spcPct val="150000"/>
              </a:lnSpc>
              <a:spcBef>
                <a:spcPts val="0"/>
              </a:spcBef>
              <a:buClr>
                <a:schemeClr val="tx2">
                  <a:lumMod val="60000"/>
                  <a:lumOff val="40000"/>
                </a:schemeClr>
              </a:buClr>
              <a:buFont typeface="Wingdings" panose="05000000000000000000" pitchFamily="2" charset="2"/>
              <a:buChar char="n"/>
            </a:pPr>
            <a:r>
              <a:rPr lang="zh-CN" altLang="en-US" kern="0" smtClean="0">
                <a:cs typeface="Times New Roman" panose="02020603050405020304" pitchFamily="18" charset="0"/>
              </a:rPr>
              <a:t> 数据源身份认证</a:t>
            </a:r>
          </a:p>
          <a:p>
            <a:pPr lvl="1">
              <a:lnSpc>
                <a:spcPct val="150000"/>
              </a:lnSpc>
              <a:spcBef>
                <a:spcPts val="0"/>
              </a:spcBef>
              <a:buClr>
                <a:schemeClr val="tx2">
                  <a:lumMod val="60000"/>
                  <a:lumOff val="40000"/>
                </a:schemeClr>
              </a:buClr>
              <a:buFont typeface="Wingdings" panose="05000000000000000000" pitchFamily="2" charset="2"/>
              <a:buChar char="n"/>
            </a:pPr>
            <a:r>
              <a:rPr lang="zh-CN" altLang="en-US" kern="0" smtClean="0">
                <a:cs typeface="Times New Roman" panose="02020603050405020304" pitchFamily="18" charset="0"/>
              </a:rPr>
              <a:t> 抗重放攻击保护</a:t>
            </a:r>
          </a:p>
          <a:p>
            <a:pPr marL="0" indent="0">
              <a:lnSpc>
                <a:spcPct val="150000"/>
              </a:lnSpc>
              <a:spcBef>
                <a:spcPts val="0"/>
              </a:spcBef>
              <a:buClr>
                <a:schemeClr val="tx2">
                  <a:lumMod val="60000"/>
                  <a:lumOff val="40000"/>
                </a:schemeClr>
              </a:buClr>
              <a:buFont typeface="Arial" charset="0"/>
              <a:buNone/>
            </a:pPr>
            <a:endParaRPr lang="zh-CN" altLang="en-US" kern="0" dirty="0">
              <a:cs typeface="Times New Roman" panose="02020603050405020304" pitchFamily="18" charset="0"/>
            </a:endParaRPr>
          </a:p>
        </p:txBody>
      </p:sp>
    </p:spTree>
    <p:extLst>
      <p:ext uri="{BB962C8B-B14F-4D97-AF65-F5344CB8AC3E}">
        <p14:creationId xmlns:p14="http://schemas.microsoft.com/office/powerpoint/2010/main" val="400312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0" end="0"/>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3">
                                            <p:txEl>
                                              <p:pRg st="1" end="1"/>
                                            </p:txEl>
                                          </p:spTgt>
                                        </p:tgtEl>
                                        <p:attrNameLst>
                                          <p:attrName>style.color</p:attrName>
                                        </p:attrNameLst>
                                      </p:cBhvr>
                                      <p:to>
                                        <a:srgbClr val="FF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2000" fill="hold"/>
                                        <p:tgtEl>
                                          <p:spTgt spid="3">
                                            <p:txEl>
                                              <p:pRg st="2" end="2"/>
                                            </p:txEl>
                                          </p:spTgt>
                                        </p:tgtEl>
                                        <p:attrNameLst>
                                          <p:attrName>style.color</p:attrName>
                                        </p:attrNameLst>
                                      </p:cBhvr>
                                      <p:to>
                                        <a:srgbClr val="FF000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3">
                                            <p:txEl>
                                              <p:pRg st="3" end="3"/>
                                            </p:txEl>
                                          </p:spTgt>
                                        </p:tgtEl>
                                        <p:attrNameLst>
                                          <p:attrName>style.color</p:attrName>
                                        </p:attrNameLst>
                                      </p:cBhvr>
                                      <p:to>
                                        <a:srgbClr val="FF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2000" fill="hold"/>
                                        <p:tgtEl>
                                          <p:spTgt spid="3">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ChangeArrowheads="1"/>
          </p:cNvSpPr>
          <p:nvPr/>
        </p:nvSpPr>
        <p:spPr bwMode="auto">
          <a:xfrm>
            <a:off x="28853" y="24826"/>
            <a:ext cx="30572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gn="ctr" eaLnBrk="0" hangingPunct="0"/>
            <a:r>
              <a:rPr lang="zh-CN" altLang="en-US" sz="3200" b="1" smtClean="0">
                <a:solidFill>
                  <a:schemeClr val="bg1"/>
                </a:solidFill>
                <a:latin typeface="微软雅黑" panose="020B0503020204020204" pitchFamily="34" charset="-122"/>
                <a:ea typeface="微软雅黑" panose="020B0503020204020204" pitchFamily="34" charset="-122"/>
              </a:rPr>
              <a:t>数据</a:t>
            </a:r>
            <a:r>
              <a:rPr lang="zh-CN" altLang="en-US" sz="3200" b="1">
                <a:solidFill>
                  <a:schemeClr val="bg1"/>
                </a:solidFill>
                <a:latin typeface="微软雅黑" panose="020B0503020204020204" pitchFamily="34" charset="-122"/>
                <a:ea typeface="微软雅黑" panose="020B0503020204020204" pitchFamily="34" charset="-122"/>
              </a:rPr>
              <a:t>机密性保护</a:t>
            </a:r>
          </a:p>
        </p:txBody>
      </p:sp>
      <p:sp>
        <p:nvSpPr>
          <p:cNvPr id="34818" name="Line 3"/>
          <p:cNvSpPr>
            <a:spLocks noChangeShapeType="1"/>
          </p:cNvSpPr>
          <p:nvPr/>
        </p:nvSpPr>
        <p:spPr bwMode="auto">
          <a:xfrm>
            <a:off x="4038600" y="3200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19" name="Line 4"/>
          <p:cNvSpPr>
            <a:spLocks noChangeShapeType="1"/>
          </p:cNvSpPr>
          <p:nvPr/>
        </p:nvSpPr>
        <p:spPr bwMode="auto">
          <a:xfrm flipV="1">
            <a:off x="5562600" y="22098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0" name="Line 5"/>
          <p:cNvSpPr>
            <a:spLocks noChangeShapeType="1"/>
          </p:cNvSpPr>
          <p:nvPr/>
        </p:nvSpPr>
        <p:spPr bwMode="auto">
          <a:xfrm>
            <a:off x="4191000" y="29718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1" name="Line 6"/>
          <p:cNvSpPr>
            <a:spLocks noChangeShapeType="1"/>
          </p:cNvSpPr>
          <p:nvPr/>
        </p:nvSpPr>
        <p:spPr bwMode="auto">
          <a:xfrm>
            <a:off x="4038600" y="2590800"/>
            <a:ext cx="3733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4822" name="Group 7"/>
          <p:cNvGrpSpPr>
            <a:grpSpLocks/>
          </p:cNvGrpSpPr>
          <p:nvPr/>
        </p:nvGrpSpPr>
        <p:grpSpPr bwMode="auto">
          <a:xfrm>
            <a:off x="5562600" y="2819401"/>
            <a:ext cx="4648200" cy="1089025"/>
            <a:chOff x="2544" y="1776"/>
            <a:chExt cx="2928" cy="686"/>
          </a:xfrm>
        </p:grpSpPr>
        <p:sp>
          <p:nvSpPr>
            <p:cNvPr id="34823" name="Line 8"/>
            <p:cNvSpPr>
              <a:spLocks noChangeShapeType="1"/>
            </p:cNvSpPr>
            <p:nvPr/>
          </p:nvSpPr>
          <p:spPr bwMode="auto">
            <a:xfrm>
              <a:off x="2880" y="1872"/>
              <a:ext cx="4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4" name="Line 9"/>
            <p:cNvSpPr>
              <a:spLocks noChangeShapeType="1"/>
            </p:cNvSpPr>
            <p:nvPr/>
          </p:nvSpPr>
          <p:spPr bwMode="auto">
            <a:xfrm>
              <a:off x="4848" y="2016"/>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825"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4" y="1824"/>
              <a:ext cx="24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26"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4" y="1920"/>
              <a:ext cx="24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27" name="Pictur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8" y="2016"/>
              <a:ext cx="38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4828" name="Group 13"/>
            <p:cNvGrpSpPr>
              <a:grpSpLocks/>
            </p:cNvGrpSpPr>
            <p:nvPr/>
          </p:nvGrpSpPr>
          <p:grpSpPr bwMode="auto">
            <a:xfrm flipV="1">
              <a:off x="3504" y="1920"/>
              <a:ext cx="336" cy="240"/>
              <a:chOff x="7079" y="10379"/>
              <a:chExt cx="2370" cy="843"/>
            </a:xfrm>
          </p:grpSpPr>
          <p:sp>
            <p:nvSpPr>
              <p:cNvPr id="34829" name="Freeform 14"/>
              <p:cNvSpPr>
                <a:spLocks noChangeArrowheads="1"/>
              </p:cNvSpPr>
              <p:nvPr/>
            </p:nvSpPr>
            <p:spPr bwMode="auto">
              <a:xfrm>
                <a:off x="7079" y="10379"/>
                <a:ext cx="2370" cy="843"/>
              </a:xfrm>
              <a:custGeom>
                <a:avLst/>
                <a:gdLst>
                  <a:gd name="T0" fmla="*/ 0 w 2370"/>
                  <a:gd name="T1" fmla="*/ 843 h 843"/>
                  <a:gd name="T2" fmla="*/ 1028 w 2370"/>
                  <a:gd name="T3" fmla="*/ 446 h 843"/>
                  <a:gd name="T4" fmla="*/ 1068 w 2370"/>
                  <a:gd name="T5" fmla="*/ 604 h 843"/>
                  <a:gd name="T6" fmla="*/ 2370 w 2370"/>
                  <a:gd name="T7" fmla="*/ 0 h 843"/>
                  <a:gd name="T8" fmla="*/ 1185 w 2370"/>
                  <a:gd name="T9" fmla="*/ 421 h 843"/>
                  <a:gd name="T10" fmla="*/ 1147 w 2370"/>
                  <a:gd name="T11" fmla="*/ 266 h 843"/>
                  <a:gd name="T12" fmla="*/ 0 w 2370"/>
                  <a:gd name="T13" fmla="*/ 843 h 843"/>
                </a:gdLst>
                <a:ahLst/>
                <a:cxnLst>
                  <a:cxn ang="0">
                    <a:pos x="T0" y="T1"/>
                  </a:cxn>
                  <a:cxn ang="0">
                    <a:pos x="T2" y="T3"/>
                  </a:cxn>
                  <a:cxn ang="0">
                    <a:pos x="T4" y="T5"/>
                  </a:cxn>
                  <a:cxn ang="0">
                    <a:pos x="T6" y="T7"/>
                  </a:cxn>
                  <a:cxn ang="0">
                    <a:pos x="T8" y="T9"/>
                  </a:cxn>
                  <a:cxn ang="0">
                    <a:pos x="T10" y="T11"/>
                  </a:cxn>
                  <a:cxn ang="0">
                    <a:pos x="T12" y="T13"/>
                  </a:cxn>
                </a:cxnLst>
                <a:rect l="0" t="0" r="r" b="b"/>
                <a:pathLst>
                  <a:path w="2370" h="843">
                    <a:moveTo>
                      <a:pt x="0" y="843"/>
                    </a:moveTo>
                    <a:lnTo>
                      <a:pt x="1028" y="446"/>
                    </a:lnTo>
                    <a:lnTo>
                      <a:pt x="1068" y="604"/>
                    </a:lnTo>
                    <a:lnTo>
                      <a:pt x="2370" y="0"/>
                    </a:lnTo>
                    <a:lnTo>
                      <a:pt x="1185" y="421"/>
                    </a:lnTo>
                    <a:lnTo>
                      <a:pt x="1147" y="266"/>
                    </a:lnTo>
                    <a:lnTo>
                      <a:pt x="0" y="84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4830" name="Freeform 15"/>
              <p:cNvSpPr>
                <a:spLocks noChangeArrowheads="1"/>
              </p:cNvSpPr>
              <p:nvPr/>
            </p:nvSpPr>
            <p:spPr bwMode="auto">
              <a:xfrm>
                <a:off x="7079" y="10379"/>
                <a:ext cx="2370" cy="843"/>
              </a:xfrm>
              <a:custGeom>
                <a:avLst/>
                <a:gdLst>
                  <a:gd name="T0" fmla="*/ 0 w 2370"/>
                  <a:gd name="T1" fmla="*/ 843 h 843"/>
                  <a:gd name="T2" fmla="*/ 1028 w 2370"/>
                  <a:gd name="T3" fmla="*/ 446 h 843"/>
                  <a:gd name="T4" fmla="*/ 1068 w 2370"/>
                  <a:gd name="T5" fmla="*/ 604 h 843"/>
                  <a:gd name="T6" fmla="*/ 2370 w 2370"/>
                  <a:gd name="T7" fmla="*/ 0 h 843"/>
                  <a:gd name="T8" fmla="*/ 1185 w 2370"/>
                  <a:gd name="T9" fmla="*/ 421 h 843"/>
                  <a:gd name="T10" fmla="*/ 1147 w 2370"/>
                  <a:gd name="T11" fmla="*/ 266 h 843"/>
                  <a:gd name="T12" fmla="*/ 0 w 2370"/>
                  <a:gd name="T13" fmla="*/ 843 h 843"/>
                </a:gdLst>
                <a:ahLst/>
                <a:cxnLst>
                  <a:cxn ang="0">
                    <a:pos x="T0" y="T1"/>
                  </a:cxn>
                  <a:cxn ang="0">
                    <a:pos x="T2" y="T3"/>
                  </a:cxn>
                  <a:cxn ang="0">
                    <a:pos x="T4" y="T5"/>
                  </a:cxn>
                  <a:cxn ang="0">
                    <a:pos x="T6" y="T7"/>
                  </a:cxn>
                  <a:cxn ang="0">
                    <a:pos x="T8" y="T9"/>
                  </a:cxn>
                  <a:cxn ang="0">
                    <a:pos x="T10" y="T11"/>
                  </a:cxn>
                  <a:cxn ang="0">
                    <a:pos x="T12" y="T13"/>
                  </a:cxn>
                </a:cxnLst>
                <a:rect l="0" t="0" r="r" b="b"/>
                <a:pathLst>
                  <a:path w="2370" h="843">
                    <a:moveTo>
                      <a:pt x="0" y="843"/>
                    </a:moveTo>
                    <a:lnTo>
                      <a:pt x="1028" y="446"/>
                    </a:lnTo>
                    <a:lnTo>
                      <a:pt x="1068" y="604"/>
                    </a:lnTo>
                    <a:lnTo>
                      <a:pt x="2370" y="0"/>
                    </a:lnTo>
                    <a:lnTo>
                      <a:pt x="1185" y="421"/>
                    </a:lnTo>
                    <a:lnTo>
                      <a:pt x="1147" y="266"/>
                    </a:lnTo>
                    <a:lnTo>
                      <a:pt x="0" y="843"/>
                    </a:lnTo>
                  </a:path>
                </a:pathLst>
              </a:custGeom>
              <a:noFill/>
              <a:ln w="571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grpSp>
        <p:grpSp>
          <p:nvGrpSpPr>
            <p:cNvPr id="34831" name="Group 16"/>
            <p:cNvGrpSpPr>
              <a:grpSpLocks/>
            </p:cNvGrpSpPr>
            <p:nvPr/>
          </p:nvGrpSpPr>
          <p:grpSpPr bwMode="auto">
            <a:xfrm>
              <a:off x="4320" y="2016"/>
              <a:ext cx="384" cy="192"/>
              <a:chOff x="7079" y="10379"/>
              <a:chExt cx="2370" cy="843"/>
            </a:xfrm>
          </p:grpSpPr>
          <p:sp>
            <p:nvSpPr>
              <p:cNvPr id="34832" name="Freeform 17"/>
              <p:cNvSpPr>
                <a:spLocks noChangeArrowheads="1"/>
              </p:cNvSpPr>
              <p:nvPr/>
            </p:nvSpPr>
            <p:spPr bwMode="auto">
              <a:xfrm>
                <a:off x="7079" y="10379"/>
                <a:ext cx="2370" cy="843"/>
              </a:xfrm>
              <a:custGeom>
                <a:avLst/>
                <a:gdLst>
                  <a:gd name="T0" fmla="*/ 0 w 2370"/>
                  <a:gd name="T1" fmla="*/ 843 h 843"/>
                  <a:gd name="T2" fmla="*/ 1028 w 2370"/>
                  <a:gd name="T3" fmla="*/ 446 h 843"/>
                  <a:gd name="T4" fmla="*/ 1068 w 2370"/>
                  <a:gd name="T5" fmla="*/ 604 h 843"/>
                  <a:gd name="T6" fmla="*/ 2370 w 2370"/>
                  <a:gd name="T7" fmla="*/ 0 h 843"/>
                  <a:gd name="T8" fmla="*/ 1185 w 2370"/>
                  <a:gd name="T9" fmla="*/ 421 h 843"/>
                  <a:gd name="T10" fmla="*/ 1147 w 2370"/>
                  <a:gd name="T11" fmla="*/ 266 h 843"/>
                  <a:gd name="T12" fmla="*/ 0 w 2370"/>
                  <a:gd name="T13" fmla="*/ 843 h 843"/>
                </a:gdLst>
                <a:ahLst/>
                <a:cxnLst>
                  <a:cxn ang="0">
                    <a:pos x="T0" y="T1"/>
                  </a:cxn>
                  <a:cxn ang="0">
                    <a:pos x="T2" y="T3"/>
                  </a:cxn>
                  <a:cxn ang="0">
                    <a:pos x="T4" y="T5"/>
                  </a:cxn>
                  <a:cxn ang="0">
                    <a:pos x="T6" y="T7"/>
                  </a:cxn>
                  <a:cxn ang="0">
                    <a:pos x="T8" y="T9"/>
                  </a:cxn>
                  <a:cxn ang="0">
                    <a:pos x="T10" y="T11"/>
                  </a:cxn>
                  <a:cxn ang="0">
                    <a:pos x="T12" y="T13"/>
                  </a:cxn>
                </a:cxnLst>
                <a:rect l="0" t="0" r="r" b="b"/>
                <a:pathLst>
                  <a:path w="2370" h="843">
                    <a:moveTo>
                      <a:pt x="0" y="843"/>
                    </a:moveTo>
                    <a:lnTo>
                      <a:pt x="1028" y="446"/>
                    </a:lnTo>
                    <a:lnTo>
                      <a:pt x="1068" y="604"/>
                    </a:lnTo>
                    <a:lnTo>
                      <a:pt x="2370" y="0"/>
                    </a:lnTo>
                    <a:lnTo>
                      <a:pt x="1185" y="421"/>
                    </a:lnTo>
                    <a:lnTo>
                      <a:pt x="1147" y="266"/>
                    </a:lnTo>
                    <a:lnTo>
                      <a:pt x="0" y="84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4833" name="Freeform 18"/>
              <p:cNvSpPr>
                <a:spLocks noChangeArrowheads="1"/>
              </p:cNvSpPr>
              <p:nvPr/>
            </p:nvSpPr>
            <p:spPr bwMode="auto">
              <a:xfrm>
                <a:off x="7079" y="10379"/>
                <a:ext cx="2370" cy="843"/>
              </a:xfrm>
              <a:custGeom>
                <a:avLst/>
                <a:gdLst>
                  <a:gd name="T0" fmla="*/ 0 w 2370"/>
                  <a:gd name="T1" fmla="*/ 843 h 843"/>
                  <a:gd name="T2" fmla="*/ 1028 w 2370"/>
                  <a:gd name="T3" fmla="*/ 446 h 843"/>
                  <a:gd name="T4" fmla="*/ 1068 w 2370"/>
                  <a:gd name="T5" fmla="*/ 604 h 843"/>
                  <a:gd name="T6" fmla="*/ 2370 w 2370"/>
                  <a:gd name="T7" fmla="*/ 0 h 843"/>
                  <a:gd name="T8" fmla="*/ 1185 w 2370"/>
                  <a:gd name="T9" fmla="*/ 421 h 843"/>
                  <a:gd name="T10" fmla="*/ 1147 w 2370"/>
                  <a:gd name="T11" fmla="*/ 266 h 843"/>
                  <a:gd name="T12" fmla="*/ 0 w 2370"/>
                  <a:gd name="T13" fmla="*/ 843 h 843"/>
                </a:gdLst>
                <a:ahLst/>
                <a:cxnLst>
                  <a:cxn ang="0">
                    <a:pos x="T0" y="T1"/>
                  </a:cxn>
                  <a:cxn ang="0">
                    <a:pos x="T2" y="T3"/>
                  </a:cxn>
                  <a:cxn ang="0">
                    <a:pos x="T4" y="T5"/>
                  </a:cxn>
                  <a:cxn ang="0">
                    <a:pos x="T6" y="T7"/>
                  </a:cxn>
                  <a:cxn ang="0">
                    <a:pos x="T8" y="T9"/>
                  </a:cxn>
                  <a:cxn ang="0">
                    <a:pos x="T10" y="T11"/>
                  </a:cxn>
                  <a:cxn ang="0">
                    <a:pos x="T12" y="T13"/>
                  </a:cxn>
                </a:cxnLst>
                <a:rect l="0" t="0" r="r" b="b"/>
                <a:pathLst>
                  <a:path w="2370" h="843">
                    <a:moveTo>
                      <a:pt x="0" y="843"/>
                    </a:moveTo>
                    <a:lnTo>
                      <a:pt x="1028" y="446"/>
                    </a:lnTo>
                    <a:lnTo>
                      <a:pt x="1068" y="604"/>
                    </a:lnTo>
                    <a:lnTo>
                      <a:pt x="2370" y="0"/>
                    </a:lnTo>
                    <a:lnTo>
                      <a:pt x="1185" y="421"/>
                    </a:lnTo>
                    <a:lnTo>
                      <a:pt x="1147" y="266"/>
                    </a:lnTo>
                    <a:lnTo>
                      <a:pt x="0" y="843"/>
                    </a:lnTo>
                  </a:path>
                </a:pathLst>
              </a:custGeom>
              <a:noFill/>
              <a:ln w="571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grpSp>
        <p:pic>
          <p:nvPicPr>
            <p:cNvPr id="34834" name="Picture 1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44" y="1776"/>
              <a:ext cx="336"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5636" name="Rectangle 20"/>
            <p:cNvSpPr>
              <a:spLocks noChangeArrowheads="1"/>
            </p:cNvSpPr>
            <p:nvPr/>
          </p:nvSpPr>
          <p:spPr bwMode="auto">
            <a:xfrm>
              <a:off x="2736" y="1920"/>
              <a:ext cx="576" cy="192"/>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zh-CN" altLang="en-US" sz="1200">
                  <a:effectLst>
                    <a:outerShdw blurRad="38100" dist="38100" dir="2700000" algn="tl">
                      <a:srgbClr val="C0C0C0"/>
                    </a:outerShdw>
                  </a:effectLst>
                  <a:latin typeface="Arial" panose="020B0604020202020204" pitchFamily="34" charset="0"/>
                </a:rPr>
                <a:t>拨号服务器</a:t>
              </a:r>
              <a:endParaRPr lang="en-US" altLang="zh-CN" sz="1200">
                <a:effectLst>
                  <a:outerShdw blurRad="38100" dist="38100" dir="2700000" algn="tl">
                    <a:srgbClr val="C0C0C0"/>
                  </a:outerShdw>
                </a:effectLst>
                <a:latin typeface="Arial" panose="020B0604020202020204" pitchFamily="34" charset="0"/>
              </a:endParaRPr>
            </a:p>
          </p:txBody>
        </p:sp>
        <p:grpSp>
          <p:nvGrpSpPr>
            <p:cNvPr id="34836" name="Group 21"/>
            <p:cNvGrpSpPr>
              <a:grpSpLocks/>
            </p:cNvGrpSpPr>
            <p:nvPr/>
          </p:nvGrpSpPr>
          <p:grpSpPr bwMode="auto">
            <a:xfrm>
              <a:off x="3840" y="1968"/>
              <a:ext cx="624" cy="384"/>
              <a:chOff x="3888" y="2112"/>
              <a:chExt cx="864" cy="400"/>
            </a:xfrm>
          </p:grpSpPr>
          <p:pic>
            <p:nvPicPr>
              <p:cNvPr id="34837" name="Picture 2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36" y="2112"/>
                <a:ext cx="661"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5639" name="Rectangle 23"/>
              <p:cNvSpPr>
                <a:spLocks noChangeArrowheads="1"/>
              </p:cNvSpPr>
              <p:nvPr/>
            </p:nvSpPr>
            <p:spPr bwMode="auto">
              <a:xfrm>
                <a:off x="3888" y="2208"/>
                <a:ext cx="864" cy="289"/>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en-US" altLang="zh-CN" sz="1400">
                    <a:effectLst>
                      <a:outerShdw blurRad="38100" dist="38100" dir="2700000" algn="tl">
                        <a:srgbClr val="C0C0C0"/>
                      </a:outerShdw>
                    </a:effectLst>
                    <a:latin typeface="Arial" panose="020B0604020202020204" pitchFamily="34" charset="0"/>
                  </a:rPr>
                  <a:t>PSTN</a:t>
                </a:r>
              </a:p>
            </p:txBody>
          </p:sp>
        </p:grpSp>
      </p:grpSp>
      <p:grpSp>
        <p:nvGrpSpPr>
          <p:cNvPr id="34839" name="Group 24"/>
          <p:cNvGrpSpPr>
            <a:grpSpLocks/>
          </p:cNvGrpSpPr>
          <p:nvPr/>
        </p:nvGrpSpPr>
        <p:grpSpPr bwMode="auto">
          <a:xfrm>
            <a:off x="7315200" y="1524000"/>
            <a:ext cx="2743200" cy="1295400"/>
            <a:chOff x="3648" y="1008"/>
            <a:chExt cx="1728" cy="816"/>
          </a:xfrm>
        </p:grpSpPr>
        <p:sp>
          <p:nvSpPr>
            <p:cNvPr id="495641" name="Rectangle 25"/>
            <p:cNvSpPr>
              <a:spLocks noChangeArrowheads="1"/>
            </p:cNvSpPr>
            <p:nvPr/>
          </p:nvSpPr>
          <p:spPr bwMode="auto">
            <a:xfrm>
              <a:off x="3648" y="1008"/>
              <a:ext cx="1728" cy="816"/>
            </a:xfrm>
            <a:prstGeom prst="rect">
              <a:avLst/>
            </a:prstGeom>
            <a:gradFill rotWithShape="0">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ln w="9525" cap="rnd">
              <a:noFill/>
              <a:prstDash val="sysDot"/>
              <a:miter lim="800000"/>
            </a:ln>
            <a:effectLst/>
          </p:spPr>
          <p:txBody>
            <a:bodyPr wrap="none" anchor="ctr"/>
            <a:lstStyle/>
            <a:p>
              <a:pPr algn="ctr" eaLnBrk="0" hangingPunct="0">
                <a:lnSpc>
                  <a:spcPct val="93000"/>
                </a:lnSpc>
                <a:spcBef>
                  <a:spcPct val="25000"/>
                </a:spcBef>
                <a:buFontTx/>
                <a:buNone/>
                <a:defRPr/>
              </a:pPr>
              <a:endParaRPr lang="en-US" altLang="zh-CN">
                <a:solidFill>
                  <a:schemeClr val="hlink"/>
                </a:solidFill>
                <a:effectLst>
                  <a:outerShdw blurRad="38100" dist="38100" dir="2700000" algn="tl">
                    <a:srgbClr val="000000"/>
                  </a:outerShdw>
                </a:effectLst>
                <a:latin typeface="Arial" panose="020B0604020202020204" pitchFamily="34" charset="0"/>
              </a:endParaRPr>
            </a:p>
            <a:p>
              <a:pPr algn="ctr" eaLnBrk="0" hangingPunct="0">
                <a:lnSpc>
                  <a:spcPct val="93000"/>
                </a:lnSpc>
                <a:spcBef>
                  <a:spcPct val="25000"/>
                </a:spcBef>
                <a:buFontTx/>
                <a:buNone/>
                <a:defRPr/>
              </a:pPr>
              <a:endParaRPr lang="en-US" altLang="zh-CN">
                <a:solidFill>
                  <a:schemeClr val="hlink"/>
                </a:solidFill>
                <a:effectLst>
                  <a:outerShdw blurRad="38100" dist="38100" dir="2700000" algn="tl">
                    <a:srgbClr val="000000"/>
                  </a:outerShdw>
                </a:effectLst>
                <a:latin typeface="Arial" panose="020B0604020202020204" pitchFamily="34" charset="0"/>
              </a:endParaRPr>
            </a:p>
            <a:p>
              <a:pPr algn="ctr" eaLnBrk="0" hangingPunct="0">
                <a:lnSpc>
                  <a:spcPct val="93000"/>
                </a:lnSpc>
                <a:spcBef>
                  <a:spcPct val="25000"/>
                </a:spcBef>
                <a:buFontTx/>
                <a:buNone/>
                <a:defRPr/>
              </a:pPr>
              <a:r>
                <a:rPr lang="en-US" altLang="zh-CN">
                  <a:solidFill>
                    <a:schemeClr val="hlink"/>
                  </a:solidFill>
                  <a:effectLst>
                    <a:outerShdw blurRad="38100" dist="38100" dir="2700000" algn="tl">
                      <a:srgbClr val="000000"/>
                    </a:outerShdw>
                  </a:effectLst>
                  <a:latin typeface="Arial" panose="020B0604020202020204" pitchFamily="34" charset="0"/>
                </a:rPr>
                <a:t>             </a:t>
              </a:r>
            </a:p>
            <a:p>
              <a:pPr algn="ctr" eaLnBrk="0" hangingPunct="0">
                <a:lnSpc>
                  <a:spcPct val="93000"/>
                </a:lnSpc>
                <a:spcBef>
                  <a:spcPct val="25000"/>
                </a:spcBef>
                <a:buFontTx/>
                <a:buNone/>
                <a:defRPr/>
              </a:pPr>
              <a:r>
                <a:rPr lang="en-US" altLang="zh-CN" sz="1200">
                  <a:solidFill>
                    <a:schemeClr val="accent2"/>
                  </a:solidFill>
                  <a:effectLst>
                    <a:outerShdw blurRad="38100" dist="38100" dir="2700000" algn="tl">
                      <a:srgbClr val="000000"/>
                    </a:outerShdw>
                  </a:effectLst>
                  <a:latin typeface="Arial" panose="020B0604020202020204" pitchFamily="34" charset="0"/>
                </a:rPr>
                <a:t>Internet </a:t>
              </a:r>
              <a:r>
                <a:rPr lang="zh-CN" altLang="en-US" sz="1200">
                  <a:solidFill>
                    <a:schemeClr val="accent2"/>
                  </a:solidFill>
                  <a:effectLst>
                    <a:outerShdw blurRad="38100" dist="38100" dir="2700000" algn="tl">
                      <a:srgbClr val="000000"/>
                    </a:outerShdw>
                  </a:effectLst>
                  <a:latin typeface="Arial" panose="020B0604020202020204" pitchFamily="34" charset="0"/>
                </a:rPr>
                <a:t>区域</a:t>
              </a:r>
            </a:p>
          </p:txBody>
        </p:sp>
        <p:grpSp>
          <p:nvGrpSpPr>
            <p:cNvPr id="34841" name="Group 26"/>
            <p:cNvGrpSpPr>
              <a:grpSpLocks/>
            </p:cNvGrpSpPr>
            <p:nvPr/>
          </p:nvGrpSpPr>
          <p:grpSpPr bwMode="auto">
            <a:xfrm>
              <a:off x="4608" y="1152"/>
              <a:ext cx="720" cy="400"/>
              <a:chOff x="3456" y="1200"/>
              <a:chExt cx="864" cy="448"/>
            </a:xfrm>
          </p:grpSpPr>
          <p:pic>
            <p:nvPicPr>
              <p:cNvPr id="34842" name="Picture 2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04" y="1200"/>
                <a:ext cx="816"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5644" name="Rectangle 28"/>
              <p:cNvSpPr>
                <a:spLocks noChangeArrowheads="1"/>
              </p:cNvSpPr>
              <p:nvPr/>
            </p:nvSpPr>
            <p:spPr bwMode="auto">
              <a:xfrm>
                <a:off x="3456" y="1296"/>
                <a:ext cx="864" cy="288"/>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en-US" altLang="zh-CN" sz="1600" b="1">
                    <a:effectLst>
                      <a:outerShdw blurRad="38100" dist="38100" dir="2700000" algn="tl">
                        <a:srgbClr val="C0C0C0"/>
                      </a:outerShdw>
                    </a:effectLst>
                    <a:latin typeface="Arial" panose="020B0604020202020204" pitchFamily="34" charset="0"/>
                  </a:rPr>
                  <a:t>Internet</a:t>
                </a:r>
              </a:p>
            </p:txBody>
          </p:sp>
        </p:grpSp>
        <p:grpSp>
          <p:nvGrpSpPr>
            <p:cNvPr id="34844" name="Group 29"/>
            <p:cNvGrpSpPr>
              <a:grpSpLocks/>
            </p:cNvGrpSpPr>
            <p:nvPr/>
          </p:nvGrpSpPr>
          <p:grpSpPr bwMode="auto">
            <a:xfrm>
              <a:off x="4224" y="1392"/>
              <a:ext cx="384" cy="96"/>
              <a:chOff x="7079" y="10379"/>
              <a:chExt cx="2370" cy="843"/>
            </a:xfrm>
          </p:grpSpPr>
          <p:sp>
            <p:nvSpPr>
              <p:cNvPr id="34845" name="Freeform 30"/>
              <p:cNvSpPr>
                <a:spLocks noChangeArrowheads="1"/>
              </p:cNvSpPr>
              <p:nvPr/>
            </p:nvSpPr>
            <p:spPr bwMode="auto">
              <a:xfrm>
                <a:off x="7079" y="10379"/>
                <a:ext cx="2370" cy="843"/>
              </a:xfrm>
              <a:custGeom>
                <a:avLst/>
                <a:gdLst>
                  <a:gd name="T0" fmla="*/ 0 w 2370"/>
                  <a:gd name="T1" fmla="*/ 843 h 843"/>
                  <a:gd name="T2" fmla="*/ 1028 w 2370"/>
                  <a:gd name="T3" fmla="*/ 446 h 843"/>
                  <a:gd name="T4" fmla="*/ 1068 w 2370"/>
                  <a:gd name="T5" fmla="*/ 604 h 843"/>
                  <a:gd name="T6" fmla="*/ 2370 w 2370"/>
                  <a:gd name="T7" fmla="*/ 0 h 843"/>
                  <a:gd name="T8" fmla="*/ 1185 w 2370"/>
                  <a:gd name="T9" fmla="*/ 421 h 843"/>
                  <a:gd name="T10" fmla="*/ 1147 w 2370"/>
                  <a:gd name="T11" fmla="*/ 266 h 843"/>
                  <a:gd name="T12" fmla="*/ 0 w 2370"/>
                  <a:gd name="T13" fmla="*/ 843 h 843"/>
                </a:gdLst>
                <a:ahLst/>
                <a:cxnLst>
                  <a:cxn ang="0">
                    <a:pos x="T0" y="T1"/>
                  </a:cxn>
                  <a:cxn ang="0">
                    <a:pos x="T2" y="T3"/>
                  </a:cxn>
                  <a:cxn ang="0">
                    <a:pos x="T4" y="T5"/>
                  </a:cxn>
                  <a:cxn ang="0">
                    <a:pos x="T6" y="T7"/>
                  </a:cxn>
                  <a:cxn ang="0">
                    <a:pos x="T8" y="T9"/>
                  </a:cxn>
                  <a:cxn ang="0">
                    <a:pos x="T10" y="T11"/>
                  </a:cxn>
                  <a:cxn ang="0">
                    <a:pos x="T12" y="T13"/>
                  </a:cxn>
                </a:cxnLst>
                <a:rect l="0" t="0" r="r" b="b"/>
                <a:pathLst>
                  <a:path w="2370" h="843">
                    <a:moveTo>
                      <a:pt x="0" y="843"/>
                    </a:moveTo>
                    <a:lnTo>
                      <a:pt x="1028" y="446"/>
                    </a:lnTo>
                    <a:lnTo>
                      <a:pt x="1068" y="604"/>
                    </a:lnTo>
                    <a:lnTo>
                      <a:pt x="2370" y="0"/>
                    </a:lnTo>
                    <a:lnTo>
                      <a:pt x="1185" y="421"/>
                    </a:lnTo>
                    <a:lnTo>
                      <a:pt x="1147" y="266"/>
                    </a:lnTo>
                    <a:lnTo>
                      <a:pt x="0" y="84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4846" name="Freeform 31"/>
              <p:cNvSpPr>
                <a:spLocks noChangeArrowheads="1"/>
              </p:cNvSpPr>
              <p:nvPr/>
            </p:nvSpPr>
            <p:spPr bwMode="auto">
              <a:xfrm>
                <a:off x="7079" y="10379"/>
                <a:ext cx="2370" cy="843"/>
              </a:xfrm>
              <a:custGeom>
                <a:avLst/>
                <a:gdLst>
                  <a:gd name="T0" fmla="*/ 0 w 2370"/>
                  <a:gd name="T1" fmla="*/ 843 h 843"/>
                  <a:gd name="T2" fmla="*/ 1028 w 2370"/>
                  <a:gd name="T3" fmla="*/ 446 h 843"/>
                  <a:gd name="T4" fmla="*/ 1068 w 2370"/>
                  <a:gd name="T5" fmla="*/ 604 h 843"/>
                  <a:gd name="T6" fmla="*/ 2370 w 2370"/>
                  <a:gd name="T7" fmla="*/ 0 h 843"/>
                  <a:gd name="T8" fmla="*/ 1185 w 2370"/>
                  <a:gd name="T9" fmla="*/ 421 h 843"/>
                  <a:gd name="T10" fmla="*/ 1147 w 2370"/>
                  <a:gd name="T11" fmla="*/ 266 h 843"/>
                  <a:gd name="T12" fmla="*/ 0 w 2370"/>
                  <a:gd name="T13" fmla="*/ 843 h 843"/>
                </a:gdLst>
                <a:ahLst/>
                <a:cxnLst>
                  <a:cxn ang="0">
                    <a:pos x="T0" y="T1"/>
                  </a:cxn>
                  <a:cxn ang="0">
                    <a:pos x="T2" y="T3"/>
                  </a:cxn>
                  <a:cxn ang="0">
                    <a:pos x="T4" y="T5"/>
                  </a:cxn>
                  <a:cxn ang="0">
                    <a:pos x="T6" y="T7"/>
                  </a:cxn>
                  <a:cxn ang="0">
                    <a:pos x="T8" y="T9"/>
                  </a:cxn>
                  <a:cxn ang="0">
                    <a:pos x="T10" y="T11"/>
                  </a:cxn>
                  <a:cxn ang="0">
                    <a:pos x="T12" y="T13"/>
                  </a:cxn>
                </a:cxnLst>
                <a:rect l="0" t="0" r="r" b="b"/>
                <a:pathLst>
                  <a:path w="2370" h="843">
                    <a:moveTo>
                      <a:pt x="0" y="843"/>
                    </a:moveTo>
                    <a:lnTo>
                      <a:pt x="1028" y="446"/>
                    </a:lnTo>
                    <a:lnTo>
                      <a:pt x="1068" y="604"/>
                    </a:lnTo>
                    <a:lnTo>
                      <a:pt x="2370" y="0"/>
                    </a:lnTo>
                    <a:lnTo>
                      <a:pt x="1185" y="421"/>
                    </a:lnTo>
                    <a:lnTo>
                      <a:pt x="1147" y="266"/>
                    </a:lnTo>
                    <a:lnTo>
                      <a:pt x="0" y="84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
                    <a:solidFill>
                      <a:srgbClr val="000000"/>
                    </a:solidFill>
                    <a:round/>
                    <a:headEnd/>
                    <a:tailEnd/>
                  </a14:hiddenLine>
                </a:ext>
              </a:extLst>
            </p:spPr>
            <p:txBody>
              <a:bodyPr/>
              <a:lstStyle/>
              <a:p>
                <a:pPr algn="ctr" eaLnBrk="0" hangingPunct="0"/>
                <a:endParaRPr lang="zh-CN" altLang="en-US"/>
              </a:p>
            </p:txBody>
          </p:sp>
        </p:grpSp>
        <p:pic>
          <p:nvPicPr>
            <p:cNvPr id="34847" name="Picture 3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8" y="148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5649" name="Rectangle 33"/>
            <p:cNvSpPr>
              <a:spLocks noChangeArrowheads="1"/>
            </p:cNvSpPr>
            <p:nvPr/>
          </p:nvSpPr>
          <p:spPr bwMode="auto">
            <a:xfrm>
              <a:off x="3840" y="1248"/>
              <a:ext cx="576" cy="240"/>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zh-CN" altLang="en-US" sz="1200">
                  <a:effectLst>
                    <a:outerShdw blurRad="38100" dist="38100" dir="2700000" algn="tl">
                      <a:srgbClr val="C0C0C0"/>
                    </a:outerShdw>
                  </a:effectLst>
                  <a:latin typeface="Arial" panose="020B0604020202020204" pitchFamily="34" charset="0"/>
                </a:rPr>
                <a:t>边界路由器</a:t>
              </a:r>
              <a:endParaRPr lang="en-US" altLang="zh-CN" sz="1200">
                <a:effectLst>
                  <a:outerShdw blurRad="38100" dist="38100" dir="2700000" algn="tl">
                    <a:srgbClr val="C0C0C0"/>
                  </a:outerShdw>
                </a:effectLst>
                <a:latin typeface="Arial" panose="020B0604020202020204" pitchFamily="34" charset="0"/>
              </a:endParaRPr>
            </a:p>
          </p:txBody>
        </p:sp>
      </p:grpSp>
      <p:sp>
        <p:nvSpPr>
          <p:cNvPr id="34849" name="Line 34"/>
          <p:cNvSpPr>
            <a:spLocks noChangeShapeType="1"/>
          </p:cNvSpPr>
          <p:nvPr/>
        </p:nvSpPr>
        <p:spPr bwMode="auto">
          <a:xfrm>
            <a:off x="3429000" y="2667000"/>
            <a:ext cx="3048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5651" name="Rectangle 35"/>
          <p:cNvSpPr>
            <a:spLocks noChangeArrowheads="1"/>
          </p:cNvSpPr>
          <p:nvPr/>
        </p:nvSpPr>
        <p:spPr bwMode="auto">
          <a:xfrm>
            <a:off x="1752600" y="1600200"/>
            <a:ext cx="1752600" cy="41148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2700000" scaled="1"/>
          </a:gradFill>
          <a:ln w="57150" cap="rnd">
            <a:noFill/>
            <a:miter lim="800000"/>
          </a:ln>
          <a:effectLst/>
        </p:spPr>
        <p:txBody>
          <a:bodyPr wrap="none" anchor="ctr"/>
          <a:lstStyle/>
          <a:p>
            <a:pPr algn="ctr" eaLnBrk="0" hangingPunct="0">
              <a:lnSpc>
                <a:spcPct val="93000"/>
              </a:lnSpc>
              <a:spcBef>
                <a:spcPct val="25000"/>
              </a:spcBef>
              <a:buFontTx/>
              <a:buNone/>
              <a:defRPr/>
            </a:pPr>
            <a:endParaRPr lang="en-US" altLang="zh-CN">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en-US" altLang="zh-CN">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en-US" altLang="zh-CN">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r>
              <a:rPr lang="zh-CN" altLang="en-US" sz="1200">
                <a:solidFill>
                  <a:schemeClr val="accent2"/>
                </a:solidFill>
                <a:effectLst>
                  <a:outerShdw blurRad="38100" dist="38100" dir="2700000" algn="tl">
                    <a:srgbClr val="000000"/>
                  </a:outerShdw>
                </a:effectLst>
                <a:latin typeface="Arial" panose="020B0604020202020204" pitchFamily="34" charset="0"/>
              </a:rPr>
              <a:t>内部工作子网</a:t>
            </a:r>
          </a:p>
        </p:txBody>
      </p:sp>
      <p:grpSp>
        <p:nvGrpSpPr>
          <p:cNvPr id="34851" name="Group 36"/>
          <p:cNvGrpSpPr>
            <a:grpSpLocks/>
          </p:cNvGrpSpPr>
          <p:nvPr/>
        </p:nvGrpSpPr>
        <p:grpSpPr bwMode="auto">
          <a:xfrm>
            <a:off x="2057400" y="3505200"/>
            <a:ext cx="1066800" cy="762000"/>
            <a:chOff x="288" y="1008"/>
            <a:chExt cx="672" cy="480"/>
          </a:xfrm>
        </p:grpSpPr>
        <p:pic>
          <p:nvPicPr>
            <p:cNvPr id="34852"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53" name="Picture 3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54" name="Picture 3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55" name="Picture 4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56" name="Line 41"/>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7" name="Line 42"/>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8" name="Line 43"/>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9" name="Line 44"/>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0" name="Line 45"/>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861" name="Picture 4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62" name="Line 47"/>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3" name="Rectangle 48"/>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管理子网</a:t>
              </a:r>
            </a:p>
          </p:txBody>
        </p:sp>
      </p:grpSp>
      <p:grpSp>
        <p:nvGrpSpPr>
          <p:cNvPr id="34864" name="Group 49"/>
          <p:cNvGrpSpPr>
            <a:grpSpLocks/>
          </p:cNvGrpSpPr>
          <p:nvPr/>
        </p:nvGrpSpPr>
        <p:grpSpPr bwMode="auto">
          <a:xfrm>
            <a:off x="2057400" y="2590800"/>
            <a:ext cx="1066800" cy="762000"/>
            <a:chOff x="288" y="1008"/>
            <a:chExt cx="672" cy="480"/>
          </a:xfrm>
        </p:grpSpPr>
        <p:pic>
          <p:nvPicPr>
            <p:cNvPr id="34865"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66" name="Picture 5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67" name="Picture 5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68" name="Picture 5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69" name="Line 54"/>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0" name="Line 55"/>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1" name="Line 56"/>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2" name="Line 57"/>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3" name="Line 58"/>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874" name="Picture 5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75" name="Line 60"/>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6" name="Rectangle 61"/>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一般子网</a:t>
              </a:r>
              <a:endParaRPr lang="en-US" altLang="zh-CN" sz="1200">
                <a:latin typeface="Arial" panose="020B0604020202020204" pitchFamily="34" charset="0"/>
              </a:endParaRPr>
            </a:p>
          </p:txBody>
        </p:sp>
      </p:grpSp>
      <p:grpSp>
        <p:nvGrpSpPr>
          <p:cNvPr id="34877" name="Group 62"/>
          <p:cNvGrpSpPr>
            <a:grpSpLocks/>
          </p:cNvGrpSpPr>
          <p:nvPr/>
        </p:nvGrpSpPr>
        <p:grpSpPr bwMode="auto">
          <a:xfrm>
            <a:off x="2057400" y="1752600"/>
            <a:ext cx="1066800" cy="762000"/>
            <a:chOff x="288" y="1008"/>
            <a:chExt cx="672" cy="480"/>
          </a:xfrm>
        </p:grpSpPr>
        <p:pic>
          <p:nvPicPr>
            <p:cNvPr id="34878" name="Picture 6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79" name="Picture 6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80" name="Picture 6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81" name="Picture 6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82" name="Line 67"/>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3" name="Line 68"/>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4" name="Line 69"/>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5" name="Line 70"/>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6" name="Line 71"/>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887" name="Picture 7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88" name="Line 73"/>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9" name="Rectangle 74"/>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内部</a:t>
              </a:r>
              <a:r>
                <a:rPr lang="en-US" altLang="zh-CN" sz="1200">
                  <a:latin typeface="Arial" panose="020B0604020202020204" pitchFamily="34" charset="0"/>
                </a:rPr>
                <a:t>WWW</a:t>
              </a:r>
              <a:endParaRPr lang="zh-CN" altLang="en-US" sz="1200">
                <a:latin typeface="Arial" panose="020B0604020202020204" pitchFamily="34" charset="0"/>
              </a:endParaRPr>
            </a:p>
          </p:txBody>
        </p:sp>
      </p:grpSp>
      <p:sp>
        <p:nvSpPr>
          <p:cNvPr id="34890" name="Line 75"/>
          <p:cNvSpPr>
            <a:spLocks noChangeShapeType="1"/>
          </p:cNvSpPr>
          <p:nvPr/>
        </p:nvSpPr>
        <p:spPr bwMode="auto">
          <a:xfrm>
            <a:off x="3352800" y="2057400"/>
            <a:ext cx="0" cy="2667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1" name="Line 76"/>
          <p:cNvSpPr>
            <a:spLocks noChangeShapeType="1"/>
          </p:cNvSpPr>
          <p:nvPr/>
        </p:nvSpPr>
        <p:spPr bwMode="auto">
          <a:xfrm>
            <a:off x="2819400" y="3810000"/>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2" name="Line 77"/>
          <p:cNvSpPr>
            <a:spLocks noChangeShapeType="1"/>
          </p:cNvSpPr>
          <p:nvPr/>
        </p:nvSpPr>
        <p:spPr bwMode="auto">
          <a:xfrm>
            <a:off x="2819400" y="2895600"/>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3" name="Line 78"/>
          <p:cNvSpPr>
            <a:spLocks noChangeShapeType="1"/>
          </p:cNvSpPr>
          <p:nvPr/>
        </p:nvSpPr>
        <p:spPr bwMode="auto">
          <a:xfrm>
            <a:off x="2819400" y="2057400"/>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4894" name="Group 79"/>
          <p:cNvGrpSpPr>
            <a:grpSpLocks/>
          </p:cNvGrpSpPr>
          <p:nvPr/>
        </p:nvGrpSpPr>
        <p:grpSpPr bwMode="auto">
          <a:xfrm>
            <a:off x="1905000" y="4419600"/>
            <a:ext cx="1066800" cy="762000"/>
            <a:chOff x="288" y="1008"/>
            <a:chExt cx="672" cy="480"/>
          </a:xfrm>
        </p:grpSpPr>
        <p:pic>
          <p:nvPicPr>
            <p:cNvPr id="34895" name="Picture 8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96" name="Picture 8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97" name="Picture 8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898" name="Picture 8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899" name="Line 84"/>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0" name="Line 85"/>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1" name="Line 86"/>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2" name="Line 87"/>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3" name="Line 88"/>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904" name="Picture 8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905" name="Line 90"/>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6" name="Rectangle 91"/>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重点子网</a:t>
              </a:r>
            </a:p>
          </p:txBody>
        </p:sp>
      </p:grpSp>
      <p:sp>
        <p:nvSpPr>
          <p:cNvPr id="34907" name="Line 92"/>
          <p:cNvSpPr>
            <a:spLocks noChangeShapeType="1"/>
          </p:cNvSpPr>
          <p:nvPr/>
        </p:nvSpPr>
        <p:spPr bwMode="auto">
          <a:xfrm>
            <a:off x="2743200" y="4724400"/>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4908" name="Group 93"/>
          <p:cNvGrpSpPr>
            <a:grpSpLocks/>
          </p:cNvGrpSpPr>
          <p:nvPr/>
        </p:nvGrpSpPr>
        <p:grpSpPr bwMode="auto">
          <a:xfrm>
            <a:off x="9067800" y="4191000"/>
            <a:ext cx="1219200" cy="914400"/>
            <a:chOff x="4560" y="3504"/>
            <a:chExt cx="828" cy="672"/>
          </a:xfrm>
        </p:grpSpPr>
        <p:pic>
          <p:nvPicPr>
            <p:cNvPr id="34909" name="Picture 9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60" y="3504"/>
              <a:ext cx="828"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5711" name="Rectangle 95"/>
            <p:cNvSpPr>
              <a:spLocks noChangeArrowheads="1"/>
            </p:cNvSpPr>
            <p:nvPr/>
          </p:nvSpPr>
          <p:spPr bwMode="auto">
            <a:xfrm>
              <a:off x="4704" y="3984"/>
              <a:ext cx="576" cy="192"/>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zh-CN" altLang="en-US" sz="1200">
                  <a:effectLst>
                    <a:outerShdw blurRad="38100" dist="38100" dir="2700000" algn="tl">
                      <a:srgbClr val="C0C0C0"/>
                    </a:outerShdw>
                  </a:effectLst>
                  <a:latin typeface="Arial" panose="020B0604020202020204" pitchFamily="34" charset="0"/>
                </a:rPr>
                <a:t>下属机构</a:t>
              </a:r>
              <a:endParaRPr lang="en-US" altLang="zh-CN" sz="1200">
                <a:effectLst>
                  <a:outerShdw blurRad="38100" dist="38100" dir="2700000" algn="tl">
                    <a:srgbClr val="C0C0C0"/>
                  </a:outerShdw>
                </a:effectLst>
                <a:latin typeface="Arial" panose="020B0604020202020204" pitchFamily="34" charset="0"/>
              </a:endParaRPr>
            </a:p>
          </p:txBody>
        </p:sp>
      </p:grpSp>
      <p:pic>
        <p:nvPicPr>
          <p:cNvPr id="34911" name="Picture 9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0000" y="4267201"/>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4912" name="Group 97"/>
          <p:cNvGrpSpPr>
            <a:grpSpLocks/>
          </p:cNvGrpSpPr>
          <p:nvPr/>
        </p:nvGrpSpPr>
        <p:grpSpPr bwMode="auto">
          <a:xfrm>
            <a:off x="4267200" y="5791200"/>
            <a:ext cx="990600" cy="685800"/>
            <a:chOff x="1536" y="2832"/>
            <a:chExt cx="624" cy="432"/>
          </a:xfrm>
        </p:grpSpPr>
        <p:pic>
          <p:nvPicPr>
            <p:cNvPr id="34913" name="Picture 98"/>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36" y="2832"/>
              <a:ext cx="62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5715" name="Rectangle 99"/>
            <p:cNvSpPr>
              <a:spLocks noChangeArrowheads="1"/>
            </p:cNvSpPr>
            <p:nvPr/>
          </p:nvSpPr>
          <p:spPr bwMode="auto">
            <a:xfrm>
              <a:off x="1632" y="2880"/>
              <a:ext cx="480" cy="384"/>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en-US" altLang="zh-CN" sz="1200">
                  <a:effectLst>
                    <a:outerShdw blurRad="38100" dist="38100" dir="2700000" algn="tl">
                      <a:srgbClr val="C0C0C0"/>
                    </a:outerShdw>
                  </a:effectLst>
                  <a:latin typeface="Arial" panose="020B0604020202020204" pitchFamily="34" charset="0"/>
                </a:rPr>
                <a:t>DDN/FR</a:t>
              </a:r>
            </a:p>
            <a:p>
              <a:pPr algn="ctr" eaLnBrk="0" hangingPunct="0">
                <a:lnSpc>
                  <a:spcPct val="93000"/>
                </a:lnSpc>
                <a:spcBef>
                  <a:spcPct val="25000"/>
                </a:spcBef>
                <a:buFontTx/>
                <a:buNone/>
                <a:defRPr/>
              </a:pPr>
              <a:r>
                <a:rPr lang="en-US" altLang="zh-CN" sz="1200">
                  <a:effectLst>
                    <a:outerShdw blurRad="38100" dist="38100" dir="2700000" algn="tl">
                      <a:srgbClr val="C0C0C0"/>
                    </a:outerShdw>
                  </a:effectLst>
                  <a:latin typeface="Arial" panose="020B0604020202020204" pitchFamily="34" charset="0"/>
                </a:rPr>
                <a:t>X.25</a:t>
              </a:r>
              <a:r>
                <a:rPr lang="zh-CN" altLang="en-US" sz="1200">
                  <a:effectLst>
                    <a:outerShdw blurRad="38100" dist="38100" dir="2700000" algn="tl">
                      <a:srgbClr val="C0C0C0"/>
                    </a:outerShdw>
                  </a:effectLst>
                  <a:latin typeface="Arial" panose="020B0604020202020204" pitchFamily="34" charset="0"/>
                </a:rPr>
                <a:t>专线</a:t>
              </a:r>
            </a:p>
          </p:txBody>
        </p:sp>
      </p:grpSp>
      <p:pic>
        <p:nvPicPr>
          <p:cNvPr id="34915" name="Picture 10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9000" y="6172201"/>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916" name="Picture 10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7600" y="2438401"/>
            <a:ext cx="5334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4917" name="Group 102"/>
          <p:cNvGrpSpPr>
            <a:grpSpLocks/>
          </p:cNvGrpSpPr>
          <p:nvPr/>
        </p:nvGrpSpPr>
        <p:grpSpPr bwMode="auto">
          <a:xfrm>
            <a:off x="4343400" y="1524001"/>
            <a:ext cx="2057400" cy="747713"/>
            <a:chOff x="1776" y="1056"/>
            <a:chExt cx="1296" cy="471"/>
          </a:xfrm>
        </p:grpSpPr>
        <p:sp>
          <p:nvSpPr>
            <p:cNvPr id="495719" name="Rectangle 103"/>
            <p:cNvSpPr>
              <a:spLocks noChangeArrowheads="1"/>
            </p:cNvSpPr>
            <p:nvPr/>
          </p:nvSpPr>
          <p:spPr bwMode="auto">
            <a:xfrm>
              <a:off x="1776" y="1056"/>
              <a:ext cx="1296" cy="471"/>
            </a:xfrm>
            <a:prstGeom prst="rect">
              <a:avLst/>
            </a:prstGeom>
            <a:gradFill rotWithShape="0">
              <a:gsLst>
                <a:gs pos="0">
                  <a:srgbClr val="E6DCAC"/>
                </a:gs>
                <a:gs pos="12000">
                  <a:srgbClr val="E6D78A"/>
                </a:gs>
                <a:gs pos="30000">
                  <a:srgbClr val="C7AC4C"/>
                </a:gs>
                <a:gs pos="45000">
                  <a:srgbClr val="E6D78A"/>
                </a:gs>
                <a:gs pos="77000">
                  <a:srgbClr val="C7AC4C"/>
                </a:gs>
                <a:gs pos="100000">
                  <a:srgbClr val="E6DCAC"/>
                </a:gs>
              </a:gsLst>
              <a:lin ang="2700000" scaled="1"/>
            </a:gradFill>
            <a:ln w="76200" cmpd="tri">
              <a:solidFill>
                <a:schemeClr val="tx1"/>
              </a:solidFill>
              <a:miter lim="800000"/>
            </a:ln>
            <a:effectLst/>
          </p:spPr>
          <p:txBody>
            <a:bodyPr wrap="none" anchor="ctr"/>
            <a:lstStyle/>
            <a:p>
              <a:pPr algn="r" eaLnBrk="0" hangingPunct="0">
                <a:lnSpc>
                  <a:spcPct val="93000"/>
                </a:lnSpc>
                <a:spcBef>
                  <a:spcPct val="25000"/>
                </a:spcBef>
                <a:buFontTx/>
                <a:buNone/>
                <a:defRPr/>
              </a:pPr>
              <a:endParaRPr lang="en-US" altLang="zh-CN">
                <a:solidFill>
                  <a:schemeClr val="hlink"/>
                </a:solidFill>
                <a:effectLst>
                  <a:outerShdw blurRad="38100" dist="38100" dir="2700000" algn="tl">
                    <a:srgbClr val="000000"/>
                  </a:outerShdw>
                </a:effectLst>
                <a:latin typeface="Arial" panose="020B0604020202020204" pitchFamily="34" charset="0"/>
              </a:endParaRPr>
            </a:p>
            <a:p>
              <a:pPr algn="r" eaLnBrk="0" hangingPunct="0">
                <a:lnSpc>
                  <a:spcPct val="93000"/>
                </a:lnSpc>
                <a:spcBef>
                  <a:spcPct val="25000"/>
                </a:spcBef>
                <a:buFontTx/>
                <a:buNone/>
                <a:defRPr/>
              </a:pPr>
              <a:endParaRPr lang="en-US" altLang="zh-CN" sz="1200">
                <a:solidFill>
                  <a:schemeClr val="hlink"/>
                </a:solidFill>
                <a:effectLst>
                  <a:outerShdw blurRad="38100" dist="38100" dir="2700000" algn="tl">
                    <a:srgbClr val="000000"/>
                  </a:outerShdw>
                </a:effectLst>
                <a:latin typeface="Arial" panose="020B0604020202020204" pitchFamily="34" charset="0"/>
              </a:endParaRPr>
            </a:p>
            <a:p>
              <a:pPr algn="r" eaLnBrk="0" hangingPunct="0">
                <a:lnSpc>
                  <a:spcPct val="93000"/>
                </a:lnSpc>
                <a:spcBef>
                  <a:spcPct val="25000"/>
                </a:spcBef>
                <a:buFontTx/>
                <a:buNone/>
                <a:defRPr/>
              </a:pPr>
              <a:r>
                <a:rPr lang="en-US" altLang="zh-CN" sz="1200">
                  <a:solidFill>
                    <a:schemeClr val="accent2"/>
                  </a:solidFill>
                  <a:effectLst>
                    <a:outerShdw blurRad="38100" dist="38100" dir="2700000" algn="tl">
                      <a:srgbClr val="000000"/>
                    </a:outerShdw>
                  </a:effectLst>
                  <a:latin typeface="Arial" panose="020B0604020202020204" pitchFamily="34" charset="0"/>
                </a:rPr>
                <a:t>SSN</a:t>
              </a:r>
              <a:r>
                <a:rPr lang="zh-CN" altLang="en-US" sz="1200">
                  <a:solidFill>
                    <a:schemeClr val="accent2"/>
                  </a:solidFill>
                  <a:effectLst>
                    <a:outerShdw blurRad="38100" dist="38100" dir="2700000" algn="tl">
                      <a:srgbClr val="000000"/>
                    </a:outerShdw>
                  </a:effectLst>
                  <a:latin typeface="Arial" panose="020B0604020202020204" pitchFamily="34" charset="0"/>
                </a:rPr>
                <a:t>区域</a:t>
              </a:r>
            </a:p>
          </p:txBody>
        </p:sp>
        <p:sp>
          <p:nvSpPr>
            <p:cNvPr id="34919" name="Line 104"/>
            <p:cNvSpPr>
              <a:spLocks noChangeShapeType="1"/>
            </p:cNvSpPr>
            <p:nvPr/>
          </p:nvSpPr>
          <p:spPr bwMode="auto">
            <a:xfrm>
              <a:off x="1920" y="1440"/>
              <a:ext cx="62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20" name="Rectangle 105"/>
            <p:cNvSpPr>
              <a:spLocks noChangeArrowheads="1"/>
            </p:cNvSpPr>
            <p:nvPr/>
          </p:nvSpPr>
          <p:spPr bwMode="auto">
            <a:xfrm>
              <a:off x="1776" y="1056"/>
              <a:ext cx="89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en-US" altLang="zh-CN" sz="1200">
                  <a:latin typeface="Arial" panose="020B0604020202020204" pitchFamily="34" charset="0"/>
                </a:rPr>
                <a:t>WWW    Mail  DNS</a:t>
              </a:r>
            </a:p>
          </p:txBody>
        </p:sp>
        <p:sp>
          <p:nvSpPr>
            <p:cNvPr id="34921" name="Line 106"/>
            <p:cNvSpPr>
              <a:spLocks noChangeShapeType="1"/>
            </p:cNvSpPr>
            <p:nvPr/>
          </p:nvSpPr>
          <p:spPr bwMode="auto">
            <a:xfrm>
              <a:off x="1968" y="1344"/>
              <a:ext cx="1" cy="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22" name="Line 107"/>
            <p:cNvSpPr>
              <a:spLocks noChangeShapeType="1"/>
            </p:cNvSpPr>
            <p:nvPr/>
          </p:nvSpPr>
          <p:spPr bwMode="auto">
            <a:xfrm>
              <a:off x="2491" y="1335"/>
              <a:ext cx="5" cy="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923" name="Picture 10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34" y="1215"/>
              <a:ext cx="20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924" name="Picture 10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65" y="1215"/>
              <a:ext cx="209"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925" name="Line 110"/>
            <p:cNvSpPr>
              <a:spLocks noChangeShapeType="1"/>
            </p:cNvSpPr>
            <p:nvPr/>
          </p:nvSpPr>
          <p:spPr bwMode="auto">
            <a:xfrm>
              <a:off x="2491" y="1287"/>
              <a:ext cx="1" cy="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926" name="Picture 11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02" y="1215"/>
              <a:ext cx="20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4927" name="Line 112"/>
            <p:cNvSpPr>
              <a:spLocks noChangeShapeType="1"/>
            </p:cNvSpPr>
            <p:nvPr/>
          </p:nvSpPr>
          <p:spPr bwMode="auto">
            <a:xfrm flipV="1">
              <a:off x="2208" y="1392"/>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28" name="Line 113"/>
            <p:cNvSpPr>
              <a:spLocks noChangeShapeType="1"/>
            </p:cNvSpPr>
            <p:nvPr/>
          </p:nvSpPr>
          <p:spPr bwMode="auto">
            <a:xfrm>
              <a:off x="1968" y="1440"/>
              <a:ext cx="5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34929" name="Picture 114"/>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334000" y="2514600"/>
            <a:ext cx="4572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930" name="Picture 115"/>
          <p:cNvPicPr>
            <a:picLocks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971800" y="4495801"/>
            <a:ext cx="1524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4931" name="Picture 116"/>
          <p:cNvPicPr>
            <a:picLocks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181600" y="2743201"/>
            <a:ext cx="15240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4932" name="Group 117"/>
          <p:cNvGrpSpPr>
            <a:grpSpLocks/>
          </p:cNvGrpSpPr>
          <p:nvPr/>
        </p:nvGrpSpPr>
        <p:grpSpPr bwMode="auto">
          <a:xfrm>
            <a:off x="3733800" y="1752600"/>
            <a:ext cx="287338" cy="685800"/>
            <a:chOff x="5184" y="2784"/>
            <a:chExt cx="181" cy="432"/>
          </a:xfrm>
        </p:grpSpPr>
        <p:pic>
          <p:nvPicPr>
            <p:cNvPr id="34933" name="Picture 118"/>
            <p:cNvPicPr>
              <a:picLocks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184" y="2784"/>
              <a:ext cx="181"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34" name="Line 119"/>
            <p:cNvSpPr>
              <a:spLocks noChangeShapeType="1"/>
            </p:cNvSpPr>
            <p:nvPr/>
          </p:nvSpPr>
          <p:spPr bwMode="auto">
            <a:xfrm>
              <a:off x="5280" y="2976"/>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935" name="Group 120"/>
          <p:cNvGrpSpPr>
            <a:grpSpLocks/>
          </p:cNvGrpSpPr>
          <p:nvPr/>
        </p:nvGrpSpPr>
        <p:grpSpPr bwMode="auto">
          <a:xfrm>
            <a:off x="5562600" y="2209800"/>
            <a:ext cx="1143000" cy="304800"/>
            <a:chOff x="4128" y="2928"/>
            <a:chExt cx="1104" cy="192"/>
          </a:xfrm>
        </p:grpSpPr>
        <p:sp>
          <p:nvSpPr>
            <p:cNvPr id="34936" name="Line 121"/>
            <p:cNvSpPr>
              <a:spLocks noChangeShapeType="1"/>
            </p:cNvSpPr>
            <p:nvPr/>
          </p:nvSpPr>
          <p:spPr bwMode="auto">
            <a:xfrm flipH="1">
              <a:off x="4128" y="3024"/>
              <a:ext cx="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937" name="Picture 122"/>
            <p:cNvPicPr>
              <a:picLocks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040" y="2928"/>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95739" name="Line 123"/>
          <p:cNvSpPr>
            <a:spLocks noChangeShapeType="1"/>
          </p:cNvSpPr>
          <p:nvPr/>
        </p:nvSpPr>
        <p:spPr bwMode="auto">
          <a:xfrm>
            <a:off x="4267200" y="2895600"/>
            <a:ext cx="0" cy="6858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8" name="Line 124"/>
          <p:cNvSpPr>
            <a:spLocks noChangeShapeType="1"/>
          </p:cNvSpPr>
          <p:nvPr/>
        </p:nvSpPr>
        <p:spPr bwMode="auto">
          <a:xfrm>
            <a:off x="4572000" y="3581400"/>
            <a:ext cx="0" cy="91440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125"/>
          <p:cNvGrpSpPr>
            <a:grpSpLocks/>
          </p:cNvGrpSpPr>
          <p:nvPr/>
        </p:nvGrpSpPr>
        <p:grpSpPr bwMode="auto">
          <a:xfrm>
            <a:off x="2895600" y="2133600"/>
            <a:ext cx="685800" cy="2895600"/>
            <a:chOff x="864" y="1344"/>
            <a:chExt cx="432" cy="1824"/>
          </a:xfrm>
        </p:grpSpPr>
        <p:sp>
          <p:nvSpPr>
            <p:cNvPr id="34941" name="Line 126"/>
            <p:cNvSpPr>
              <a:spLocks noChangeShapeType="1"/>
            </p:cNvSpPr>
            <p:nvPr/>
          </p:nvSpPr>
          <p:spPr bwMode="auto">
            <a:xfrm>
              <a:off x="1008" y="3168"/>
              <a:ext cx="288"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942" name="Line 127"/>
            <p:cNvSpPr>
              <a:spLocks noChangeShapeType="1"/>
            </p:cNvSpPr>
            <p:nvPr/>
          </p:nvSpPr>
          <p:spPr bwMode="auto">
            <a:xfrm>
              <a:off x="912" y="2448"/>
              <a:ext cx="38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943" name="Line 128"/>
            <p:cNvSpPr>
              <a:spLocks noChangeShapeType="1"/>
            </p:cNvSpPr>
            <p:nvPr/>
          </p:nvSpPr>
          <p:spPr bwMode="auto">
            <a:xfrm>
              <a:off x="912" y="1872"/>
              <a:ext cx="38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944" name="Line 129"/>
            <p:cNvSpPr>
              <a:spLocks noChangeShapeType="1"/>
            </p:cNvSpPr>
            <p:nvPr/>
          </p:nvSpPr>
          <p:spPr bwMode="auto">
            <a:xfrm>
              <a:off x="864" y="1344"/>
              <a:ext cx="432"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5746" name="Line 130"/>
          <p:cNvSpPr>
            <a:spLocks noChangeShapeType="1"/>
          </p:cNvSpPr>
          <p:nvPr/>
        </p:nvSpPr>
        <p:spPr bwMode="auto">
          <a:xfrm>
            <a:off x="3581400" y="2895600"/>
            <a:ext cx="0" cy="2133600"/>
          </a:xfrm>
          <a:prstGeom prst="line">
            <a:avLst/>
          </a:prstGeom>
          <a:noFill/>
          <a:ln w="3810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5747" name="Line 131"/>
          <p:cNvSpPr>
            <a:spLocks noChangeShapeType="1"/>
          </p:cNvSpPr>
          <p:nvPr/>
        </p:nvSpPr>
        <p:spPr bwMode="auto">
          <a:xfrm>
            <a:off x="3581400" y="2895600"/>
            <a:ext cx="609600"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748" name="Line 132"/>
          <p:cNvSpPr>
            <a:spLocks noChangeShapeType="1"/>
          </p:cNvSpPr>
          <p:nvPr/>
        </p:nvSpPr>
        <p:spPr bwMode="auto">
          <a:xfrm flipV="1">
            <a:off x="8305800" y="4648200"/>
            <a:ext cx="838200" cy="6858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749" name="Line 133"/>
          <p:cNvSpPr>
            <a:spLocks noChangeShapeType="1"/>
          </p:cNvSpPr>
          <p:nvPr/>
        </p:nvSpPr>
        <p:spPr bwMode="auto">
          <a:xfrm>
            <a:off x="3581400" y="2133600"/>
            <a:ext cx="0" cy="762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750" name="Text Box 134"/>
          <p:cNvSpPr txBox="1">
            <a:spLocks noChangeArrowheads="1"/>
          </p:cNvSpPr>
          <p:nvPr/>
        </p:nvSpPr>
        <p:spPr bwMode="auto">
          <a:xfrm>
            <a:off x="4800600" y="4953001"/>
            <a:ext cx="12954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77000"/>
              </a:lnSpc>
              <a:buClr>
                <a:srgbClr val="A50021"/>
              </a:buClr>
              <a:buSzPct val="114000"/>
              <a:buFontTx/>
              <a:buNone/>
            </a:pPr>
            <a:r>
              <a:rPr lang="zh-CN" altLang="en-US" sz="1200" b="1">
                <a:solidFill>
                  <a:schemeClr val="hlink"/>
                </a:solidFill>
              </a:rPr>
              <a:t>密文</a:t>
            </a:r>
            <a:r>
              <a:rPr lang="zh-CN" altLang="en-US" sz="1200"/>
              <a:t>传输</a:t>
            </a:r>
          </a:p>
        </p:txBody>
      </p:sp>
      <p:sp>
        <p:nvSpPr>
          <p:cNvPr id="495751" name="Text Box 135"/>
          <p:cNvSpPr txBox="1">
            <a:spLocks noChangeArrowheads="1"/>
          </p:cNvSpPr>
          <p:nvPr/>
        </p:nvSpPr>
        <p:spPr bwMode="auto">
          <a:xfrm>
            <a:off x="4267200" y="3200401"/>
            <a:ext cx="12954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77000"/>
              </a:lnSpc>
              <a:buClr>
                <a:srgbClr val="A50021"/>
              </a:buClr>
              <a:buSzPct val="114000"/>
              <a:buFontTx/>
              <a:buNone/>
            </a:pPr>
            <a:r>
              <a:rPr lang="zh-CN" altLang="en-US" sz="1200"/>
              <a:t>明文传输</a:t>
            </a:r>
          </a:p>
        </p:txBody>
      </p:sp>
      <p:sp>
        <p:nvSpPr>
          <p:cNvPr id="495752" name="Text Box 136"/>
          <p:cNvSpPr txBox="1">
            <a:spLocks noChangeArrowheads="1"/>
          </p:cNvSpPr>
          <p:nvPr/>
        </p:nvSpPr>
        <p:spPr bwMode="auto">
          <a:xfrm>
            <a:off x="7848600" y="4724401"/>
            <a:ext cx="9906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77000"/>
              </a:lnSpc>
              <a:buClr>
                <a:srgbClr val="A50021"/>
              </a:buClr>
              <a:buSzPct val="114000"/>
              <a:buFontTx/>
              <a:buNone/>
            </a:pPr>
            <a:r>
              <a:rPr lang="zh-CN" altLang="en-US" sz="1200"/>
              <a:t>明文传输</a:t>
            </a:r>
          </a:p>
        </p:txBody>
      </p:sp>
      <p:grpSp>
        <p:nvGrpSpPr>
          <p:cNvPr id="34952" name="Group 137"/>
          <p:cNvGrpSpPr>
            <a:grpSpLocks/>
          </p:cNvGrpSpPr>
          <p:nvPr/>
        </p:nvGrpSpPr>
        <p:grpSpPr bwMode="auto">
          <a:xfrm>
            <a:off x="3733800" y="3581400"/>
            <a:ext cx="685800" cy="338138"/>
            <a:chOff x="3272" y="3473"/>
            <a:chExt cx="1086" cy="536"/>
          </a:xfrm>
        </p:grpSpPr>
        <p:grpSp>
          <p:nvGrpSpPr>
            <p:cNvPr id="34953" name="Group 138"/>
            <p:cNvGrpSpPr>
              <a:grpSpLocks/>
            </p:cNvGrpSpPr>
            <p:nvPr/>
          </p:nvGrpSpPr>
          <p:grpSpPr bwMode="auto">
            <a:xfrm>
              <a:off x="3272" y="3628"/>
              <a:ext cx="903" cy="380"/>
              <a:chOff x="3272" y="3628"/>
              <a:chExt cx="903" cy="380"/>
            </a:xfrm>
          </p:grpSpPr>
          <p:sp>
            <p:nvSpPr>
              <p:cNvPr id="34954" name="Rectangle 139"/>
              <p:cNvSpPr>
                <a:spLocks noChangeArrowheads="1"/>
              </p:cNvSpPr>
              <p:nvPr/>
            </p:nvSpPr>
            <p:spPr bwMode="auto">
              <a:xfrm>
                <a:off x="3277" y="3632"/>
                <a:ext cx="893" cy="371"/>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55" name="Rectangle 140"/>
              <p:cNvSpPr>
                <a:spLocks noChangeArrowheads="1"/>
              </p:cNvSpPr>
              <p:nvPr/>
            </p:nvSpPr>
            <p:spPr bwMode="auto">
              <a:xfrm>
                <a:off x="3272" y="363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56" name="Rectangle 141"/>
              <p:cNvSpPr>
                <a:spLocks noChangeArrowheads="1"/>
              </p:cNvSpPr>
              <p:nvPr/>
            </p:nvSpPr>
            <p:spPr bwMode="auto">
              <a:xfrm>
                <a:off x="3272" y="3652"/>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57" name="Rectangle 142"/>
              <p:cNvSpPr>
                <a:spLocks noChangeArrowheads="1"/>
              </p:cNvSpPr>
              <p:nvPr/>
            </p:nvSpPr>
            <p:spPr bwMode="auto">
              <a:xfrm>
                <a:off x="3272" y="367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58" name="Rectangle 143"/>
              <p:cNvSpPr>
                <a:spLocks noChangeArrowheads="1"/>
              </p:cNvSpPr>
              <p:nvPr/>
            </p:nvSpPr>
            <p:spPr bwMode="auto">
              <a:xfrm>
                <a:off x="3272" y="3690"/>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59" name="Rectangle 144"/>
              <p:cNvSpPr>
                <a:spLocks noChangeArrowheads="1"/>
              </p:cNvSpPr>
              <p:nvPr/>
            </p:nvSpPr>
            <p:spPr bwMode="auto">
              <a:xfrm>
                <a:off x="3272" y="370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0" name="Rectangle 145"/>
              <p:cNvSpPr>
                <a:spLocks noChangeArrowheads="1"/>
              </p:cNvSpPr>
              <p:nvPr/>
            </p:nvSpPr>
            <p:spPr bwMode="auto">
              <a:xfrm>
                <a:off x="3272" y="372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1" name="Rectangle 146"/>
              <p:cNvSpPr>
                <a:spLocks noChangeArrowheads="1"/>
              </p:cNvSpPr>
              <p:nvPr/>
            </p:nvSpPr>
            <p:spPr bwMode="auto">
              <a:xfrm>
                <a:off x="3272" y="374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2" name="Rectangle 147"/>
              <p:cNvSpPr>
                <a:spLocks noChangeArrowheads="1"/>
              </p:cNvSpPr>
              <p:nvPr/>
            </p:nvSpPr>
            <p:spPr bwMode="auto">
              <a:xfrm>
                <a:off x="3272" y="3767"/>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3" name="Rectangle 148"/>
              <p:cNvSpPr>
                <a:spLocks noChangeArrowheads="1"/>
              </p:cNvSpPr>
              <p:nvPr/>
            </p:nvSpPr>
            <p:spPr bwMode="auto">
              <a:xfrm>
                <a:off x="3272" y="3786"/>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4" name="Rectangle 149"/>
              <p:cNvSpPr>
                <a:spLocks noChangeArrowheads="1"/>
              </p:cNvSpPr>
              <p:nvPr/>
            </p:nvSpPr>
            <p:spPr bwMode="auto">
              <a:xfrm>
                <a:off x="3272" y="3805"/>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5" name="Rectangle 150"/>
              <p:cNvSpPr>
                <a:spLocks noChangeArrowheads="1"/>
              </p:cNvSpPr>
              <p:nvPr/>
            </p:nvSpPr>
            <p:spPr bwMode="auto">
              <a:xfrm>
                <a:off x="3272" y="382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6" name="Rectangle 151"/>
              <p:cNvSpPr>
                <a:spLocks noChangeArrowheads="1"/>
              </p:cNvSpPr>
              <p:nvPr/>
            </p:nvSpPr>
            <p:spPr bwMode="auto">
              <a:xfrm>
                <a:off x="3272" y="384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7" name="Rectangle 152"/>
              <p:cNvSpPr>
                <a:spLocks noChangeArrowheads="1"/>
              </p:cNvSpPr>
              <p:nvPr/>
            </p:nvSpPr>
            <p:spPr bwMode="auto">
              <a:xfrm>
                <a:off x="3272" y="3863"/>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8" name="Rectangle 153"/>
              <p:cNvSpPr>
                <a:spLocks noChangeArrowheads="1"/>
              </p:cNvSpPr>
              <p:nvPr/>
            </p:nvSpPr>
            <p:spPr bwMode="auto">
              <a:xfrm>
                <a:off x="3272" y="388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69" name="Rectangle 154"/>
              <p:cNvSpPr>
                <a:spLocks noChangeArrowheads="1"/>
              </p:cNvSpPr>
              <p:nvPr/>
            </p:nvSpPr>
            <p:spPr bwMode="auto">
              <a:xfrm>
                <a:off x="3272" y="3901"/>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0" name="Rectangle 155"/>
              <p:cNvSpPr>
                <a:spLocks noChangeArrowheads="1"/>
              </p:cNvSpPr>
              <p:nvPr/>
            </p:nvSpPr>
            <p:spPr bwMode="auto">
              <a:xfrm>
                <a:off x="3272" y="392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1" name="Rectangle 156"/>
              <p:cNvSpPr>
                <a:spLocks noChangeArrowheads="1"/>
              </p:cNvSpPr>
              <p:nvPr/>
            </p:nvSpPr>
            <p:spPr bwMode="auto">
              <a:xfrm>
                <a:off x="3272" y="3940"/>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2" name="Rectangle 157"/>
              <p:cNvSpPr>
                <a:spLocks noChangeArrowheads="1"/>
              </p:cNvSpPr>
              <p:nvPr/>
            </p:nvSpPr>
            <p:spPr bwMode="auto">
              <a:xfrm>
                <a:off x="3272" y="395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3" name="Rectangle 158"/>
              <p:cNvSpPr>
                <a:spLocks noChangeArrowheads="1"/>
              </p:cNvSpPr>
              <p:nvPr/>
            </p:nvSpPr>
            <p:spPr bwMode="auto">
              <a:xfrm>
                <a:off x="3272" y="397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4" name="Freeform 159"/>
              <p:cNvSpPr>
                <a:spLocks noChangeArrowheads="1"/>
              </p:cNvSpPr>
              <p:nvPr/>
            </p:nvSpPr>
            <p:spPr bwMode="auto">
              <a:xfrm>
                <a:off x="3272" y="3997"/>
                <a:ext cx="9" cy="11"/>
              </a:xfrm>
              <a:custGeom>
                <a:avLst/>
                <a:gdLst>
                  <a:gd name="T0" fmla="*/ 9 w 9"/>
                  <a:gd name="T1" fmla="*/ 0 h 11"/>
                  <a:gd name="T2" fmla="*/ 0 w 9"/>
                  <a:gd name="T3" fmla="*/ 0 h 11"/>
                  <a:gd name="T4" fmla="*/ 0 w 9"/>
                  <a:gd name="T5" fmla="*/ 6 h 11"/>
                  <a:gd name="T6" fmla="*/ 0 w 9"/>
                  <a:gd name="T7" fmla="*/ 11 h 11"/>
                  <a:gd name="T8" fmla="*/ 5 w 9"/>
                  <a:gd name="T9" fmla="*/ 11 h 11"/>
                  <a:gd name="T10" fmla="*/ 8 w 9"/>
                  <a:gd name="T11" fmla="*/ 11 h 11"/>
                  <a:gd name="T12" fmla="*/ 8 w 9"/>
                  <a:gd name="T13" fmla="*/ 2 h 11"/>
                  <a:gd name="T14" fmla="*/ 5 w 9"/>
                  <a:gd name="T15" fmla="*/ 2 h 11"/>
                  <a:gd name="T16" fmla="*/ 5 w 9"/>
                  <a:gd name="T17" fmla="*/ 6 h 11"/>
                  <a:gd name="T18" fmla="*/ 9 w 9"/>
                  <a:gd name="T19" fmla="*/ 6 h 11"/>
                  <a:gd name="T20" fmla="*/ 9 w 9"/>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9" y="0"/>
                    </a:moveTo>
                    <a:lnTo>
                      <a:pt x="0" y="0"/>
                    </a:lnTo>
                    <a:lnTo>
                      <a:pt x="0" y="6"/>
                    </a:lnTo>
                    <a:lnTo>
                      <a:pt x="0" y="11"/>
                    </a:lnTo>
                    <a:lnTo>
                      <a:pt x="5" y="11"/>
                    </a:lnTo>
                    <a:lnTo>
                      <a:pt x="8" y="11"/>
                    </a:lnTo>
                    <a:lnTo>
                      <a:pt x="8" y="2"/>
                    </a:lnTo>
                    <a:lnTo>
                      <a:pt x="5" y="2"/>
                    </a:lnTo>
                    <a:lnTo>
                      <a:pt x="5" y="6"/>
                    </a:lnTo>
                    <a:lnTo>
                      <a:pt x="9"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4975" name="Rectangle 160"/>
              <p:cNvSpPr>
                <a:spLocks noChangeArrowheads="1"/>
              </p:cNvSpPr>
              <p:nvPr/>
            </p:nvSpPr>
            <p:spPr bwMode="auto">
              <a:xfrm>
                <a:off x="329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6" name="Rectangle 161"/>
              <p:cNvSpPr>
                <a:spLocks noChangeArrowheads="1"/>
              </p:cNvSpPr>
              <p:nvPr/>
            </p:nvSpPr>
            <p:spPr bwMode="auto">
              <a:xfrm>
                <a:off x="330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7" name="Rectangle 162"/>
              <p:cNvSpPr>
                <a:spLocks noChangeArrowheads="1"/>
              </p:cNvSpPr>
              <p:nvPr/>
            </p:nvSpPr>
            <p:spPr bwMode="auto">
              <a:xfrm>
                <a:off x="332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8" name="Rectangle 163"/>
              <p:cNvSpPr>
                <a:spLocks noChangeArrowheads="1"/>
              </p:cNvSpPr>
              <p:nvPr/>
            </p:nvSpPr>
            <p:spPr bwMode="auto">
              <a:xfrm>
                <a:off x="334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79" name="Rectangle 164"/>
              <p:cNvSpPr>
                <a:spLocks noChangeArrowheads="1"/>
              </p:cNvSpPr>
              <p:nvPr/>
            </p:nvSpPr>
            <p:spPr bwMode="auto">
              <a:xfrm>
                <a:off x="336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0" name="Rectangle 165"/>
              <p:cNvSpPr>
                <a:spLocks noChangeArrowheads="1"/>
              </p:cNvSpPr>
              <p:nvPr/>
            </p:nvSpPr>
            <p:spPr bwMode="auto">
              <a:xfrm>
                <a:off x="338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1" name="Rectangle 166"/>
              <p:cNvSpPr>
                <a:spLocks noChangeArrowheads="1"/>
              </p:cNvSpPr>
              <p:nvPr/>
            </p:nvSpPr>
            <p:spPr bwMode="auto">
              <a:xfrm>
                <a:off x="340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2" name="Rectangle 167"/>
              <p:cNvSpPr>
                <a:spLocks noChangeArrowheads="1"/>
              </p:cNvSpPr>
              <p:nvPr/>
            </p:nvSpPr>
            <p:spPr bwMode="auto">
              <a:xfrm>
                <a:off x="342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3" name="Rectangle 168"/>
              <p:cNvSpPr>
                <a:spLocks noChangeArrowheads="1"/>
              </p:cNvSpPr>
              <p:nvPr/>
            </p:nvSpPr>
            <p:spPr bwMode="auto">
              <a:xfrm>
                <a:off x="344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4" name="Rectangle 169"/>
              <p:cNvSpPr>
                <a:spLocks noChangeArrowheads="1"/>
              </p:cNvSpPr>
              <p:nvPr/>
            </p:nvSpPr>
            <p:spPr bwMode="auto">
              <a:xfrm>
                <a:off x="346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5" name="Rectangle 170"/>
              <p:cNvSpPr>
                <a:spLocks noChangeArrowheads="1"/>
              </p:cNvSpPr>
              <p:nvPr/>
            </p:nvSpPr>
            <p:spPr bwMode="auto">
              <a:xfrm>
                <a:off x="348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6" name="Rectangle 171"/>
              <p:cNvSpPr>
                <a:spLocks noChangeArrowheads="1"/>
              </p:cNvSpPr>
              <p:nvPr/>
            </p:nvSpPr>
            <p:spPr bwMode="auto">
              <a:xfrm>
                <a:off x="350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7" name="Rectangle 172"/>
              <p:cNvSpPr>
                <a:spLocks noChangeArrowheads="1"/>
              </p:cNvSpPr>
              <p:nvPr/>
            </p:nvSpPr>
            <p:spPr bwMode="auto">
              <a:xfrm>
                <a:off x="352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8" name="Rectangle 173"/>
              <p:cNvSpPr>
                <a:spLocks noChangeArrowheads="1"/>
              </p:cNvSpPr>
              <p:nvPr/>
            </p:nvSpPr>
            <p:spPr bwMode="auto">
              <a:xfrm>
                <a:off x="354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89" name="Rectangle 174"/>
              <p:cNvSpPr>
                <a:spLocks noChangeArrowheads="1"/>
              </p:cNvSpPr>
              <p:nvPr/>
            </p:nvSpPr>
            <p:spPr bwMode="auto">
              <a:xfrm>
                <a:off x="355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0" name="Rectangle 175"/>
              <p:cNvSpPr>
                <a:spLocks noChangeArrowheads="1"/>
              </p:cNvSpPr>
              <p:nvPr/>
            </p:nvSpPr>
            <p:spPr bwMode="auto">
              <a:xfrm>
                <a:off x="357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1" name="Rectangle 176"/>
              <p:cNvSpPr>
                <a:spLocks noChangeArrowheads="1"/>
              </p:cNvSpPr>
              <p:nvPr/>
            </p:nvSpPr>
            <p:spPr bwMode="auto">
              <a:xfrm>
                <a:off x="359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2" name="Rectangle 177"/>
              <p:cNvSpPr>
                <a:spLocks noChangeArrowheads="1"/>
              </p:cNvSpPr>
              <p:nvPr/>
            </p:nvSpPr>
            <p:spPr bwMode="auto">
              <a:xfrm>
                <a:off x="361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3" name="Rectangle 178"/>
              <p:cNvSpPr>
                <a:spLocks noChangeArrowheads="1"/>
              </p:cNvSpPr>
              <p:nvPr/>
            </p:nvSpPr>
            <p:spPr bwMode="auto">
              <a:xfrm>
                <a:off x="363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4" name="Rectangle 179"/>
              <p:cNvSpPr>
                <a:spLocks noChangeArrowheads="1"/>
              </p:cNvSpPr>
              <p:nvPr/>
            </p:nvSpPr>
            <p:spPr bwMode="auto">
              <a:xfrm>
                <a:off x="3655"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5" name="Rectangle 180"/>
              <p:cNvSpPr>
                <a:spLocks noChangeArrowheads="1"/>
              </p:cNvSpPr>
              <p:nvPr/>
            </p:nvSpPr>
            <p:spPr bwMode="auto">
              <a:xfrm>
                <a:off x="367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6" name="Rectangle 181"/>
              <p:cNvSpPr>
                <a:spLocks noChangeArrowheads="1"/>
              </p:cNvSpPr>
              <p:nvPr/>
            </p:nvSpPr>
            <p:spPr bwMode="auto">
              <a:xfrm>
                <a:off x="369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7" name="Rectangle 182"/>
              <p:cNvSpPr>
                <a:spLocks noChangeArrowheads="1"/>
              </p:cNvSpPr>
              <p:nvPr/>
            </p:nvSpPr>
            <p:spPr bwMode="auto">
              <a:xfrm>
                <a:off x="371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8" name="Rectangle 183"/>
              <p:cNvSpPr>
                <a:spLocks noChangeArrowheads="1"/>
              </p:cNvSpPr>
              <p:nvPr/>
            </p:nvSpPr>
            <p:spPr bwMode="auto">
              <a:xfrm>
                <a:off x="373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4999" name="Rectangle 184"/>
              <p:cNvSpPr>
                <a:spLocks noChangeArrowheads="1"/>
              </p:cNvSpPr>
              <p:nvPr/>
            </p:nvSpPr>
            <p:spPr bwMode="auto">
              <a:xfrm>
                <a:off x="3751"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0" name="Rectangle 185"/>
              <p:cNvSpPr>
                <a:spLocks noChangeArrowheads="1"/>
              </p:cNvSpPr>
              <p:nvPr/>
            </p:nvSpPr>
            <p:spPr bwMode="auto">
              <a:xfrm>
                <a:off x="377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1" name="Rectangle 186"/>
              <p:cNvSpPr>
                <a:spLocks noChangeArrowheads="1"/>
              </p:cNvSpPr>
              <p:nvPr/>
            </p:nvSpPr>
            <p:spPr bwMode="auto">
              <a:xfrm>
                <a:off x="378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2" name="Rectangle 187"/>
              <p:cNvSpPr>
                <a:spLocks noChangeArrowheads="1"/>
              </p:cNvSpPr>
              <p:nvPr/>
            </p:nvSpPr>
            <p:spPr bwMode="auto">
              <a:xfrm>
                <a:off x="380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3" name="Rectangle 188"/>
              <p:cNvSpPr>
                <a:spLocks noChangeArrowheads="1"/>
              </p:cNvSpPr>
              <p:nvPr/>
            </p:nvSpPr>
            <p:spPr bwMode="auto">
              <a:xfrm>
                <a:off x="3828"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4" name="Rectangle 189"/>
              <p:cNvSpPr>
                <a:spLocks noChangeArrowheads="1"/>
              </p:cNvSpPr>
              <p:nvPr/>
            </p:nvSpPr>
            <p:spPr bwMode="auto">
              <a:xfrm>
                <a:off x="384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5" name="Rectangle 190"/>
              <p:cNvSpPr>
                <a:spLocks noChangeArrowheads="1"/>
              </p:cNvSpPr>
              <p:nvPr/>
            </p:nvSpPr>
            <p:spPr bwMode="auto">
              <a:xfrm>
                <a:off x="386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6" name="Rectangle 191"/>
              <p:cNvSpPr>
                <a:spLocks noChangeArrowheads="1"/>
              </p:cNvSpPr>
              <p:nvPr/>
            </p:nvSpPr>
            <p:spPr bwMode="auto">
              <a:xfrm>
                <a:off x="388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7" name="Rectangle 192"/>
              <p:cNvSpPr>
                <a:spLocks noChangeArrowheads="1"/>
              </p:cNvSpPr>
              <p:nvPr/>
            </p:nvSpPr>
            <p:spPr bwMode="auto">
              <a:xfrm>
                <a:off x="390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8" name="Rectangle 193"/>
              <p:cNvSpPr>
                <a:spLocks noChangeArrowheads="1"/>
              </p:cNvSpPr>
              <p:nvPr/>
            </p:nvSpPr>
            <p:spPr bwMode="auto">
              <a:xfrm>
                <a:off x="3924"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09" name="Rectangle 194"/>
              <p:cNvSpPr>
                <a:spLocks noChangeArrowheads="1"/>
              </p:cNvSpPr>
              <p:nvPr/>
            </p:nvSpPr>
            <p:spPr bwMode="auto">
              <a:xfrm>
                <a:off x="394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0" name="Rectangle 195"/>
              <p:cNvSpPr>
                <a:spLocks noChangeArrowheads="1"/>
              </p:cNvSpPr>
              <p:nvPr/>
            </p:nvSpPr>
            <p:spPr bwMode="auto">
              <a:xfrm>
                <a:off x="396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1" name="Rectangle 196"/>
              <p:cNvSpPr>
                <a:spLocks noChangeArrowheads="1"/>
              </p:cNvSpPr>
              <p:nvPr/>
            </p:nvSpPr>
            <p:spPr bwMode="auto">
              <a:xfrm>
                <a:off x="398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2" name="Rectangle 197"/>
              <p:cNvSpPr>
                <a:spLocks noChangeArrowheads="1"/>
              </p:cNvSpPr>
              <p:nvPr/>
            </p:nvSpPr>
            <p:spPr bwMode="auto">
              <a:xfrm>
                <a:off x="400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3" name="Rectangle 198"/>
              <p:cNvSpPr>
                <a:spLocks noChangeArrowheads="1"/>
              </p:cNvSpPr>
              <p:nvPr/>
            </p:nvSpPr>
            <p:spPr bwMode="auto">
              <a:xfrm>
                <a:off x="402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4" name="Rectangle 199"/>
              <p:cNvSpPr>
                <a:spLocks noChangeArrowheads="1"/>
              </p:cNvSpPr>
              <p:nvPr/>
            </p:nvSpPr>
            <p:spPr bwMode="auto">
              <a:xfrm>
                <a:off x="403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5" name="Rectangle 200"/>
              <p:cNvSpPr>
                <a:spLocks noChangeArrowheads="1"/>
              </p:cNvSpPr>
              <p:nvPr/>
            </p:nvSpPr>
            <p:spPr bwMode="auto">
              <a:xfrm>
                <a:off x="405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6" name="Rectangle 201"/>
              <p:cNvSpPr>
                <a:spLocks noChangeArrowheads="1"/>
              </p:cNvSpPr>
              <p:nvPr/>
            </p:nvSpPr>
            <p:spPr bwMode="auto">
              <a:xfrm>
                <a:off x="407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7" name="Rectangle 202"/>
              <p:cNvSpPr>
                <a:spLocks noChangeArrowheads="1"/>
              </p:cNvSpPr>
              <p:nvPr/>
            </p:nvSpPr>
            <p:spPr bwMode="auto">
              <a:xfrm>
                <a:off x="409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8" name="Rectangle 203"/>
              <p:cNvSpPr>
                <a:spLocks noChangeArrowheads="1"/>
              </p:cNvSpPr>
              <p:nvPr/>
            </p:nvSpPr>
            <p:spPr bwMode="auto">
              <a:xfrm>
                <a:off x="411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19" name="Rectangle 204"/>
              <p:cNvSpPr>
                <a:spLocks noChangeArrowheads="1"/>
              </p:cNvSpPr>
              <p:nvPr/>
            </p:nvSpPr>
            <p:spPr bwMode="auto">
              <a:xfrm>
                <a:off x="413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0" name="Rectangle 205"/>
              <p:cNvSpPr>
                <a:spLocks noChangeArrowheads="1"/>
              </p:cNvSpPr>
              <p:nvPr/>
            </p:nvSpPr>
            <p:spPr bwMode="auto">
              <a:xfrm>
                <a:off x="415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1" name="Rectangle 206"/>
              <p:cNvSpPr>
                <a:spLocks noChangeArrowheads="1"/>
              </p:cNvSpPr>
              <p:nvPr/>
            </p:nvSpPr>
            <p:spPr bwMode="auto">
              <a:xfrm>
                <a:off x="4165" y="399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2" name="Rectangle 207"/>
              <p:cNvSpPr>
                <a:spLocks noChangeArrowheads="1"/>
              </p:cNvSpPr>
              <p:nvPr/>
            </p:nvSpPr>
            <p:spPr bwMode="auto">
              <a:xfrm>
                <a:off x="4165" y="397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3" name="Rectangle 208"/>
              <p:cNvSpPr>
                <a:spLocks noChangeArrowheads="1"/>
              </p:cNvSpPr>
              <p:nvPr/>
            </p:nvSpPr>
            <p:spPr bwMode="auto">
              <a:xfrm>
                <a:off x="4165" y="3952"/>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4" name="Rectangle 209"/>
              <p:cNvSpPr>
                <a:spLocks noChangeArrowheads="1"/>
              </p:cNvSpPr>
              <p:nvPr/>
            </p:nvSpPr>
            <p:spPr bwMode="auto">
              <a:xfrm>
                <a:off x="4165" y="39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5" name="Rectangle 210"/>
              <p:cNvSpPr>
                <a:spLocks noChangeArrowheads="1"/>
              </p:cNvSpPr>
              <p:nvPr/>
            </p:nvSpPr>
            <p:spPr bwMode="auto">
              <a:xfrm>
                <a:off x="4165" y="3913"/>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6" name="Rectangle 211"/>
              <p:cNvSpPr>
                <a:spLocks noChangeArrowheads="1"/>
              </p:cNvSpPr>
              <p:nvPr/>
            </p:nvSpPr>
            <p:spPr bwMode="auto">
              <a:xfrm>
                <a:off x="4165" y="389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7" name="Rectangle 212"/>
              <p:cNvSpPr>
                <a:spLocks noChangeArrowheads="1"/>
              </p:cNvSpPr>
              <p:nvPr/>
            </p:nvSpPr>
            <p:spPr bwMode="auto">
              <a:xfrm>
                <a:off x="4165" y="387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8" name="Rectangle 213"/>
              <p:cNvSpPr>
                <a:spLocks noChangeArrowheads="1"/>
              </p:cNvSpPr>
              <p:nvPr/>
            </p:nvSpPr>
            <p:spPr bwMode="auto">
              <a:xfrm>
                <a:off x="4165" y="385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29" name="Rectangle 214"/>
              <p:cNvSpPr>
                <a:spLocks noChangeArrowheads="1"/>
              </p:cNvSpPr>
              <p:nvPr/>
            </p:nvSpPr>
            <p:spPr bwMode="auto">
              <a:xfrm>
                <a:off x="4165" y="3837"/>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0" name="Rectangle 215"/>
              <p:cNvSpPr>
                <a:spLocks noChangeArrowheads="1"/>
              </p:cNvSpPr>
              <p:nvPr/>
            </p:nvSpPr>
            <p:spPr bwMode="auto">
              <a:xfrm>
                <a:off x="4165" y="3817"/>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1" name="Rectangle 216"/>
              <p:cNvSpPr>
                <a:spLocks noChangeArrowheads="1"/>
              </p:cNvSpPr>
              <p:nvPr/>
            </p:nvSpPr>
            <p:spPr bwMode="auto">
              <a:xfrm>
                <a:off x="4165" y="3798"/>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2" name="Rectangle 217"/>
              <p:cNvSpPr>
                <a:spLocks noChangeArrowheads="1"/>
              </p:cNvSpPr>
              <p:nvPr/>
            </p:nvSpPr>
            <p:spPr bwMode="auto">
              <a:xfrm>
                <a:off x="4165" y="377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3" name="Rectangle 218"/>
              <p:cNvSpPr>
                <a:spLocks noChangeArrowheads="1"/>
              </p:cNvSpPr>
              <p:nvPr/>
            </p:nvSpPr>
            <p:spPr bwMode="auto">
              <a:xfrm>
                <a:off x="4165" y="3760"/>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4" name="Rectangle 219"/>
              <p:cNvSpPr>
                <a:spLocks noChangeArrowheads="1"/>
              </p:cNvSpPr>
              <p:nvPr/>
            </p:nvSpPr>
            <p:spPr bwMode="auto">
              <a:xfrm>
                <a:off x="4165" y="374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5" name="Rectangle 220"/>
              <p:cNvSpPr>
                <a:spLocks noChangeArrowheads="1"/>
              </p:cNvSpPr>
              <p:nvPr/>
            </p:nvSpPr>
            <p:spPr bwMode="auto">
              <a:xfrm>
                <a:off x="4165" y="372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6" name="Rectangle 221"/>
              <p:cNvSpPr>
                <a:spLocks noChangeArrowheads="1"/>
              </p:cNvSpPr>
              <p:nvPr/>
            </p:nvSpPr>
            <p:spPr bwMode="auto">
              <a:xfrm>
                <a:off x="4165" y="3702"/>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7" name="Rectangle 222"/>
              <p:cNvSpPr>
                <a:spLocks noChangeArrowheads="1"/>
              </p:cNvSpPr>
              <p:nvPr/>
            </p:nvSpPr>
            <p:spPr bwMode="auto">
              <a:xfrm>
                <a:off x="4165" y="368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8" name="Rectangle 223"/>
              <p:cNvSpPr>
                <a:spLocks noChangeArrowheads="1"/>
              </p:cNvSpPr>
              <p:nvPr/>
            </p:nvSpPr>
            <p:spPr bwMode="auto">
              <a:xfrm>
                <a:off x="4165" y="366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39" name="Rectangle 224"/>
              <p:cNvSpPr>
                <a:spLocks noChangeArrowheads="1"/>
              </p:cNvSpPr>
              <p:nvPr/>
            </p:nvSpPr>
            <p:spPr bwMode="auto">
              <a:xfrm>
                <a:off x="4165" y="364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0" name="Freeform 225"/>
              <p:cNvSpPr>
                <a:spLocks noChangeArrowheads="1"/>
              </p:cNvSpPr>
              <p:nvPr/>
            </p:nvSpPr>
            <p:spPr bwMode="auto">
              <a:xfrm>
                <a:off x="4163" y="3628"/>
                <a:ext cx="12" cy="9"/>
              </a:xfrm>
              <a:custGeom>
                <a:avLst/>
                <a:gdLst>
                  <a:gd name="T0" fmla="*/ 2 w 12"/>
                  <a:gd name="T1" fmla="*/ 7 h 9"/>
                  <a:gd name="T2" fmla="*/ 12 w 12"/>
                  <a:gd name="T3" fmla="*/ 7 h 9"/>
                  <a:gd name="T4" fmla="*/ 12 w 12"/>
                  <a:gd name="T5" fmla="*/ 4 h 9"/>
                  <a:gd name="T6" fmla="*/ 12 w 12"/>
                  <a:gd name="T7" fmla="*/ 0 h 9"/>
                  <a:gd name="T8" fmla="*/ 7 w 12"/>
                  <a:gd name="T9" fmla="*/ 0 h 9"/>
                  <a:gd name="T10" fmla="*/ 0 w 12"/>
                  <a:gd name="T11" fmla="*/ 0 h 9"/>
                  <a:gd name="T12" fmla="*/ 0 w 12"/>
                  <a:gd name="T13" fmla="*/ 9 h 9"/>
                  <a:gd name="T14" fmla="*/ 7 w 12"/>
                  <a:gd name="T15" fmla="*/ 9 h 9"/>
                  <a:gd name="T16" fmla="*/ 7 w 12"/>
                  <a:gd name="T17" fmla="*/ 4 h 9"/>
                  <a:gd name="T18" fmla="*/ 2 w 12"/>
                  <a:gd name="T19" fmla="*/ 4 h 9"/>
                  <a:gd name="T20" fmla="*/ 2 w 12"/>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9">
                    <a:moveTo>
                      <a:pt x="2" y="7"/>
                    </a:moveTo>
                    <a:lnTo>
                      <a:pt x="12" y="7"/>
                    </a:lnTo>
                    <a:lnTo>
                      <a:pt x="12" y="4"/>
                    </a:lnTo>
                    <a:lnTo>
                      <a:pt x="12" y="0"/>
                    </a:lnTo>
                    <a:lnTo>
                      <a:pt x="7" y="0"/>
                    </a:lnTo>
                    <a:lnTo>
                      <a:pt x="0" y="0"/>
                    </a:lnTo>
                    <a:lnTo>
                      <a:pt x="0" y="9"/>
                    </a:lnTo>
                    <a:lnTo>
                      <a:pt x="7" y="9"/>
                    </a:lnTo>
                    <a:lnTo>
                      <a:pt x="7" y="4"/>
                    </a:lnTo>
                    <a:lnTo>
                      <a:pt x="2" y="4"/>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41" name="Rectangle 226"/>
              <p:cNvSpPr>
                <a:spLocks noChangeArrowheads="1"/>
              </p:cNvSpPr>
              <p:nvPr/>
            </p:nvSpPr>
            <p:spPr bwMode="auto">
              <a:xfrm>
                <a:off x="414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2" name="Rectangle 227"/>
              <p:cNvSpPr>
                <a:spLocks noChangeArrowheads="1"/>
              </p:cNvSpPr>
              <p:nvPr/>
            </p:nvSpPr>
            <p:spPr bwMode="auto">
              <a:xfrm>
                <a:off x="412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3" name="Rectangle 228"/>
              <p:cNvSpPr>
                <a:spLocks noChangeArrowheads="1"/>
              </p:cNvSpPr>
              <p:nvPr/>
            </p:nvSpPr>
            <p:spPr bwMode="auto">
              <a:xfrm>
                <a:off x="410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4" name="Rectangle 229"/>
              <p:cNvSpPr>
                <a:spLocks noChangeArrowheads="1"/>
              </p:cNvSpPr>
              <p:nvPr/>
            </p:nvSpPr>
            <p:spPr bwMode="auto">
              <a:xfrm>
                <a:off x="408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5" name="Rectangle 230"/>
              <p:cNvSpPr>
                <a:spLocks noChangeArrowheads="1"/>
              </p:cNvSpPr>
              <p:nvPr/>
            </p:nvSpPr>
            <p:spPr bwMode="auto">
              <a:xfrm>
                <a:off x="406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6" name="Rectangle 231"/>
              <p:cNvSpPr>
                <a:spLocks noChangeArrowheads="1"/>
              </p:cNvSpPr>
              <p:nvPr/>
            </p:nvSpPr>
            <p:spPr bwMode="auto">
              <a:xfrm>
                <a:off x="404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7" name="Rectangle 232"/>
              <p:cNvSpPr>
                <a:spLocks noChangeArrowheads="1"/>
              </p:cNvSpPr>
              <p:nvPr/>
            </p:nvSpPr>
            <p:spPr bwMode="auto">
              <a:xfrm>
                <a:off x="402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8" name="Rectangle 233"/>
              <p:cNvSpPr>
                <a:spLocks noChangeArrowheads="1"/>
              </p:cNvSpPr>
              <p:nvPr/>
            </p:nvSpPr>
            <p:spPr bwMode="auto">
              <a:xfrm>
                <a:off x="400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49" name="Rectangle 234"/>
              <p:cNvSpPr>
                <a:spLocks noChangeArrowheads="1"/>
              </p:cNvSpPr>
              <p:nvPr/>
            </p:nvSpPr>
            <p:spPr bwMode="auto">
              <a:xfrm>
                <a:off x="3990"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0" name="Rectangle 235"/>
              <p:cNvSpPr>
                <a:spLocks noChangeArrowheads="1"/>
              </p:cNvSpPr>
              <p:nvPr/>
            </p:nvSpPr>
            <p:spPr bwMode="auto">
              <a:xfrm>
                <a:off x="397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1" name="Rectangle 236"/>
              <p:cNvSpPr>
                <a:spLocks noChangeArrowheads="1"/>
              </p:cNvSpPr>
              <p:nvPr/>
            </p:nvSpPr>
            <p:spPr bwMode="auto">
              <a:xfrm>
                <a:off x="395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2" name="Rectangle 237"/>
              <p:cNvSpPr>
                <a:spLocks noChangeArrowheads="1"/>
              </p:cNvSpPr>
              <p:nvPr/>
            </p:nvSpPr>
            <p:spPr bwMode="auto">
              <a:xfrm>
                <a:off x="393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3" name="Rectangle 238"/>
              <p:cNvSpPr>
                <a:spLocks noChangeArrowheads="1"/>
              </p:cNvSpPr>
              <p:nvPr/>
            </p:nvSpPr>
            <p:spPr bwMode="auto">
              <a:xfrm>
                <a:off x="391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4" name="Rectangle 239"/>
              <p:cNvSpPr>
                <a:spLocks noChangeArrowheads="1"/>
              </p:cNvSpPr>
              <p:nvPr/>
            </p:nvSpPr>
            <p:spPr bwMode="auto">
              <a:xfrm>
                <a:off x="3894"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5" name="Rectangle 240"/>
              <p:cNvSpPr>
                <a:spLocks noChangeArrowheads="1"/>
              </p:cNvSpPr>
              <p:nvPr/>
            </p:nvSpPr>
            <p:spPr bwMode="auto">
              <a:xfrm>
                <a:off x="387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6" name="Rectangle 241"/>
              <p:cNvSpPr>
                <a:spLocks noChangeArrowheads="1"/>
              </p:cNvSpPr>
              <p:nvPr/>
            </p:nvSpPr>
            <p:spPr bwMode="auto">
              <a:xfrm>
                <a:off x="385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7" name="Rectangle 242"/>
              <p:cNvSpPr>
                <a:spLocks noChangeArrowheads="1"/>
              </p:cNvSpPr>
              <p:nvPr/>
            </p:nvSpPr>
            <p:spPr bwMode="auto">
              <a:xfrm>
                <a:off x="383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8" name="Rectangle 243"/>
              <p:cNvSpPr>
                <a:spLocks noChangeArrowheads="1"/>
              </p:cNvSpPr>
              <p:nvPr/>
            </p:nvSpPr>
            <p:spPr bwMode="auto">
              <a:xfrm>
                <a:off x="381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59" name="Rectangle 244"/>
              <p:cNvSpPr>
                <a:spLocks noChangeArrowheads="1"/>
              </p:cNvSpPr>
              <p:nvPr/>
            </p:nvSpPr>
            <p:spPr bwMode="auto">
              <a:xfrm>
                <a:off x="3798"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0" name="Rectangle 245"/>
              <p:cNvSpPr>
                <a:spLocks noChangeArrowheads="1"/>
              </p:cNvSpPr>
              <p:nvPr/>
            </p:nvSpPr>
            <p:spPr bwMode="auto">
              <a:xfrm>
                <a:off x="377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1" name="Rectangle 246"/>
              <p:cNvSpPr>
                <a:spLocks noChangeArrowheads="1"/>
              </p:cNvSpPr>
              <p:nvPr/>
            </p:nvSpPr>
            <p:spPr bwMode="auto">
              <a:xfrm>
                <a:off x="375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2" name="Rectangle 247"/>
              <p:cNvSpPr>
                <a:spLocks noChangeArrowheads="1"/>
              </p:cNvSpPr>
              <p:nvPr/>
            </p:nvSpPr>
            <p:spPr bwMode="auto">
              <a:xfrm>
                <a:off x="374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3" name="Rectangle 248"/>
              <p:cNvSpPr>
                <a:spLocks noChangeArrowheads="1"/>
              </p:cNvSpPr>
              <p:nvPr/>
            </p:nvSpPr>
            <p:spPr bwMode="auto">
              <a:xfrm>
                <a:off x="3721"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4" name="Rectangle 249"/>
              <p:cNvSpPr>
                <a:spLocks noChangeArrowheads="1"/>
              </p:cNvSpPr>
              <p:nvPr/>
            </p:nvSpPr>
            <p:spPr bwMode="auto">
              <a:xfrm>
                <a:off x="370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5" name="Rectangle 250"/>
              <p:cNvSpPr>
                <a:spLocks noChangeArrowheads="1"/>
              </p:cNvSpPr>
              <p:nvPr/>
            </p:nvSpPr>
            <p:spPr bwMode="auto">
              <a:xfrm>
                <a:off x="368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6" name="Rectangle 251"/>
              <p:cNvSpPr>
                <a:spLocks noChangeArrowheads="1"/>
              </p:cNvSpPr>
              <p:nvPr/>
            </p:nvSpPr>
            <p:spPr bwMode="auto">
              <a:xfrm>
                <a:off x="366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7" name="Rectangle 252"/>
              <p:cNvSpPr>
                <a:spLocks noChangeArrowheads="1"/>
              </p:cNvSpPr>
              <p:nvPr/>
            </p:nvSpPr>
            <p:spPr bwMode="auto">
              <a:xfrm>
                <a:off x="364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8" name="Rectangle 253"/>
              <p:cNvSpPr>
                <a:spLocks noChangeArrowheads="1"/>
              </p:cNvSpPr>
              <p:nvPr/>
            </p:nvSpPr>
            <p:spPr bwMode="auto">
              <a:xfrm>
                <a:off x="3625"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69" name="Rectangle 254"/>
              <p:cNvSpPr>
                <a:spLocks noChangeArrowheads="1"/>
              </p:cNvSpPr>
              <p:nvPr/>
            </p:nvSpPr>
            <p:spPr bwMode="auto">
              <a:xfrm>
                <a:off x="360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0" name="Rectangle 255"/>
              <p:cNvSpPr>
                <a:spLocks noChangeArrowheads="1"/>
              </p:cNvSpPr>
              <p:nvPr/>
            </p:nvSpPr>
            <p:spPr bwMode="auto">
              <a:xfrm>
                <a:off x="358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1" name="Rectangle 256"/>
              <p:cNvSpPr>
                <a:spLocks noChangeArrowheads="1"/>
              </p:cNvSpPr>
              <p:nvPr/>
            </p:nvSpPr>
            <p:spPr bwMode="auto">
              <a:xfrm>
                <a:off x="356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2" name="Rectangle 257"/>
              <p:cNvSpPr>
                <a:spLocks noChangeArrowheads="1"/>
              </p:cNvSpPr>
              <p:nvPr/>
            </p:nvSpPr>
            <p:spPr bwMode="auto">
              <a:xfrm>
                <a:off x="354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3" name="Rectangle 258"/>
              <p:cNvSpPr>
                <a:spLocks noChangeArrowheads="1"/>
              </p:cNvSpPr>
              <p:nvPr/>
            </p:nvSpPr>
            <p:spPr bwMode="auto">
              <a:xfrm>
                <a:off x="352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4" name="Rectangle 259"/>
              <p:cNvSpPr>
                <a:spLocks noChangeArrowheads="1"/>
              </p:cNvSpPr>
              <p:nvPr/>
            </p:nvSpPr>
            <p:spPr bwMode="auto">
              <a:xfrm>
                <a:off x="350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5" name="Rectangle 260"/>
              <p:cNvSpPr>
                <a:spLocks noChangeArrowheads="1"/>
              </p:cNvSpPr>
              <p:nvPr/>
            </p:nvSpPr>
            <p:spPr bwMode="auto">
              <a:xfrm>
                <a:off x="349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6" name="Rectangle 261"/>
              <p:cNvSpPr>
                <a:spLocks noChangeArrowheads="1"/>
              </p:cNvSpPr>
              <p:nvPr/>
            </p:nvSpPr>
            <p:spPr bwMode="auto">
              <a:xfrm>
                <a:off x="347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7" name="Rectangle 262"/>
              <p:cNvSpPr>
                <a:spLocks noChangeArrowheads="1"/>
              </p:cNvSpPr>
              <p:nvPr/>
            </p:nvSpPr>
            <p:spPr bwMode="auto">
              <a:xfrm>
                <a:off x="345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8" name="Rectangle 263"/>
              <p:cNvSpPr>
                <a:spLocks noChangeArrowheads="1"/>
              </p:cNvSpPr>
              <p:nvPr/>
            </p:nvSpPr>
            <p:spPr bwMode="auto">
              <a:xfrm>
                <a:off x="343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79" name="Rectangle 264"/>
              <p:cNvSpPr>
                <a:spLocks noChangeArrowheads="1"/>
              </p:cNvSpPr>
              <p:nvPr/>
            </p:nvSpPr>
            <p:spPr bwMode="auto">
              <a:xfrm>
                <a:off x="341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0" name="Rectangle 265"/>
              <p:cNvSpPr>
                <a:spLocks noChangeArrowheads="1"/>
              </p:cNvSpPr>
              <p:nvPr/>
            </p:nvSpPr>
            <p:spPr bwMode="auto">
              <a:xfrm>
                <a:off x="339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1" name="Rectangle 266"/>
              <p:cNvSpPr>
                <a:spLocks noChangeArrowheads="1"/>
              </p:cNvSpPr>
              <p:nvPr/>
            </p:nvSpPr>
            <p:spPr bwMode="auto">
              <a:xfrm>
                <a:off x="337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2" name="Rectangle 267"/>
              <p:cNvSpPr>
                <a:spLocks noChangeArrowheads="1"/>
              </p:cNvSpPr>
              <p:nvPr/>
            </p:nvSpPr>
            <p:spPr bwMode="auto">
              <a:xfrm>
                <a:off x="335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3" name="Rectangle 268"/>
              <p:cNvSpPr>
                <a:spLocks noChangeArrowheads="1"/>
              </p:cNvSpPr>
              <p:nvPr/>
            </p:nvSpPr>
            <p:spPr bwMode="auto">
              <a:xfrm>
                <a:off x="333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4" name="Rectangle 269"/>
              <p:cNvSpPr>
                <a:spLocks noChangeArrowheads="1"/>
              </p:cNvSpPr>
              <p:nvPr/>
            </p:nvSpPr>
            <p:spPr bwMode="auto">
              <a:xfrm>
                <a:off x="331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5" name="Rectangle 270"/>
              <p:cNvSpPr>
                <a:spLocks noChangeArrowheads="1"/>
              </p:cNvSpPr>
              <p:nvPr/>
            </p:nvSpPr>
            <p:spPr bwMode="auto">
              <a:xfrm>
                <a:off x="329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086" name="Rectangle 271"/>
              <p:cNvSpPr>
                <a:spLocks noChangeArrowheads="1"/>
              </p:cNvSpPr>
              <p:nvPr/>
            </p:nvSpPr>
            <p:spPr bwMode="auto">
              <a:xfrm>
                <a:off x="327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grpSp>
        <p:grpSp>
          <p:nvGrpSpPr>
            <p:cNvPr id="35087" name="Group 272"/>
            <p:cNvGrpSpPr>
              <a:grpSpLocks/>
            </p:cNvGrpSpPr>
            <p:nvPr/>
          </p:nvGrpSpPr>
          <p:grpSpPr bwMode="auto">
            <a:xfrm>
              <a:off x="3273" y="3473"/>
              <a:ext cx="1085" cy="168"/>
              <a:chOff x="3273" y="3473"/>
              <a:chExt cx="1085" cy="168"/>
            </a:xfrm>
          </p:grpSpPr>
          <p:sp>
            <p:nvSpPr>
              <p:cNvPr id="35088" name="Freeform 273"/>
              <p:cNvSpPr>
                <a:spLocks noChangeArrowheads="1"/>
              </p:cNvSpPr>
              <p:nvPr/>
            </p:nvSpPr>
            <p:spPr bwMode="auto">
              <a:xfrm>
                <a:off x="3278" y="3478"/>
                <a:ext cx="1075" cy="158"/>
              </a:xfrm>
              <a:custGeom>
                <a:avLst/>
                <a:gdLst>
                  <a:gd name="T0" fmla="*/ 0 w 1075"/>
                  <a:gd name="T1" fmla="*/ 158 h 158"/>
                  <a:gd name="T2" fmla="*/ 888 w 1075"/>
                  <a:gd name="T3" fmla="*/ 158 h 158"/>
                  <a:gd name="T4" fmla="*/ 1075 w 1075"/>
                  <a:gd name="T5" fmla="*/ 0 h 158"/>
                  <a:gd name="T6" fmla="*/ 206 w 1075"/>
                  <a:gd name="T7" fmla="*/ 0 h 158"/>
                  <a:gd name="T8" fmla="*/ 0 w 1075"/>
                  <a:gd name="T9" fmla="*/ 150 h 158"/>
                  <a:gd name="T10" fmla="*/ 0 w 1075"/>
                  <a:gd name="T11" fmla="*/ 158 h 158"/>
                </a:gdLst>
                <a:ahLst/>
                <a:cxnLst>
                  <a:cxn ang="0">
                    <a:pos x="T0" y="T1"/>
                  </a:cxn>
                  <a:cxn ang="0">
                    <a:pos x="T2" y="T3"/>
                  </a:cxn>
                  <a:cxn ang="0">
                    <a:pos x="T4" y="T5"/>
                  </a:cxn>
                  <a:cxn ang="0">
                    <a:pos x="T6" y="T7"/>
                  </a:cxn>
                  <a:cxn ang="0">
                    <a:pos x="T8" y="T9"/>
                  </a:cxn>
                  <a:cxn ang="0">
                    <a:pos x="T10" y="T11"/>
                  </a:cxn>
                </a:cxnLst>
                <a:rect l="0" t="0" r="r" b="b"/>
                <a:pathLst>
                  <a:path w="1075" h="158">
                    <a:moveTo>
                      <a:pt x="0" y="158"/>
                    </a:moveTo>
                    <a:lnTo>
                      <a:pt x="888" y="158"/>
                    </a:lnTo>
                    <a:lnTo>
                      <a:pt x="1075" y="0"/>
                    </a:lnTo>
                    <a:lnTo>
                      <a:pt x="206" y="0"/>
                    </a:lnTo>
                    <a:lnTo>
                      <a:pt x="0" y="150"/>
                    </a:lnTo>
                    <a:lnTo>
                      <a:pt x="0" y="158"/>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89" name="Freeform 274"/>
              <p:cNvSpPr>
                <a:spLocks noChangeArrowheads="1"/>
              </p:cNvSpPr>
              <p:nvPr/>
            </p:nvSpPr>
            <p:spPr bwMode="auto">
              <a:xfrm>
                <a:off x="327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0" name="Freeform 275"/>
              <p:cNvSpPr>
                <a:spLocks noChangeArrowheads="1"/>
              </p:cNvSpPr>
              <p:nvPr/>
            </p:nvSpPr>
            <p:spPr bwMode="auto">
              <a:xfrm>
                <a:off x="329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1" name="Freeform 276"/>
              <p:cNvSpPr>
                <a:spLocks noChangeArrowheads="1"/>
              </p:cNvSpPr>
              <p:nvPr/>
            </p:nvSpPr>
            <p:spPr bwMode="auto">
              <a:xfrm>
                <a:off x="3311"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2" name="Freeform 277"/>
              <p:cNvSpPr>
                <a:spLocks noChangeArrowheads="1"/>
              </p:cNvSpPr>
              <p:nvPr/>
            </p:nvSpPr>
            <p:spPr bwMode="auto">
              <a:xfrm>
                <a:off x="3331"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3" name="Freeform 278"/>
              <p:cNvSpPr>
                <a:spLocks noChangeArrowheads="1"/>
              </p:cNvSpPr>
              <p:nvPr/>
            </p:nvSpPr>
            <p:spPr bwMode="auto">
              <a:xfrm>
                <a:off x="335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4" name="Freeform 279"/>
              <p:cNvSpPr>
                <a:spLocks noChangeArrowheads="1"/>
              </p:cNvSpPr>
              <p:nvPr/>
            </p:nvSpPr>
            <p:spPr bwMode="auto">
              <a:xfrm>
                <a:off x="336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5" name="Freeform 280"/>
              <p:cNvSpPr>
                <a:spLocks noChangeArrowheads="1"/>
              </p:cNvSpPr>
              <p:nvPr/>
            </p:nvSpPr>
            <p:spPr bwMode="auto">
              <a:xfrm>
                <a:off x="338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6" name="Freeform 281"/>
              <p:cNvSpPr>
                <a:spLocks noChangeArrowheads="1"/>
              </p:cNvSpPr>
              <p:nvPr/>
            </p:nvSpPr>
            <p:spPr bwMode="auto">
              <a:xfrm>
                <a:off x="340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7" name="Freeform 282"/>
              <p:cNvSpPr>
                <a:spLocks noChangeArrowheads="1"/>
              </p:cNvSpPr>
              <p:nvPr/>
            </p:nvSpPr>
            <p:spPr bwMode="auto">
              <a:xfrm>
                <a:off x="342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8" name="Freeform 283"/>
              <p:cNvSpPr>
                <a:spLocks noChangeArrowheads="1"/>
              </p:cNvSpPr>
              <p:nvPr/>
            </p:nvSpPr>
            <p:spPr bwMode="auto">
              <a:xfrm>
                <a:off x="3446"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099" name="Freeform 284"/>
              <p:cNvSpPr>
                <a:spLocks noChangeArrowheads="1"/>
              </p:cNvSpPr>
              <p:nvPr/>
            </p:nvSpPr>
            <p:spPr bwMode="auto">
              <a:xfrm>
                <a:off x="346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0" name="Freeform 285"/>
              <p:cNvSpPr>
                <a:spLocks noChangeArrowheads="1"/>
              </p:cNvSpPr>
              <p:nvPr/>
            </p:nvSpPr>
            <p:spPr bwMode="auto">
              <a:xfrm>
                <a:off x="348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1" name="Freeform 286"/>
              <p:cNvSpPr>
                <a:spLocks noChangeArrowheads="1"/>
              </p:cNvSpPr>
              <p:nvPr/>
            </p:nvSpPr>
            <p:spPr bwMode="auto">
              <a:xfrm>
                <a:off x="3503"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2" name="Freeform 287"/>
              <p:cNvSpPr>
                <a:spLocks noChangeArrowheads="1"/>
              </p:cNvSpPr>
              <p:nvPr/>
            </p:nvSpPr>
            <p:spPr bwMode="auto">
              <a:xfrm>
                <a:off x="352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3" name="Freeform 288"/>
              <p:cNvSpPr>
                <a:spLocks noChangeArrowheads="1"/>
              </p:cNvSpPr>
              <p:nvPr/>
            </p:nvSpPr>
            <p:spPr bwMode="auto">
              <a:xfrm>
                <a:off x="354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4" name="Freeform 289"/>
              <p:cNvSpPr>
                <a:spLocks noChangeArrowheads="1"/>
              </p:cNvSpPr>
              <p:nvPr/>
            </p:nvSpPr>
            <p:spPr bwMode="auto">
              <a:xfrm>
                <a:off x="356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5" name="Freeform 290"/>
              <p:cNvSpPr>
                <a:spLocks noChangeArrowheads="1"/>
              </p:cNvSpPr>
              <p:nvPr/>
            </p:nvSpPr>
            <p:spPr bwMode="auto">
              <a:xfrm>
                <a:off x="358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6" name="Freeform 291"/>
              <p:cNvSpPr>
                <a:spLocks noChangeArrowheads="1"/>
              </p:cNvSpPr>
              <p:nvPr/>
            </p:nvSpPr>
            <p:spPr bwMode="auto">
              <a:xfrm>
                <a:off x="3600"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7" name="Freeform 292"/>
              <p:cNvSpPr>
                <a:spLocks noChangeArrowheads="1"/>
              </p:cNvSpPr>
              <p:nvPr/>
            </p:nvSpPr>
            <p:spPr bwMode="auto">
              <a:xfrm>
                <a:off x="3619"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8" name="Freeform 293"/>
              <p:cNvSpPr>
                <a:spLocks noChangeArrowheads="1"/>
              </p:cNvSpPr>
              <p:nvPr/>
            </p:nvSpPr>
            <p:spPr bwMode="auto">
              <a:xfrm>
                <a:off x="363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09" name="Freeform 294"/>
              <p:cNvSpPr>
                <a:spLocks noChangeArrowheads="1"/>
              </p:cNvSpPr>
              <p:nvPr/>
            </p:nvSpPr>
            <p:spPr bwMode="auto">
              <a:xfrm>
                <a:off x="3657"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0" name="Freeform 295"/>
              <p:cNvSpPr>
                <a:spLocks noChangeArrowheads="1"/>
              </p:cNvSpPr>
              <p:nvPr/>
            </p:nvSpPr>
            <p:spPr bwMode="auto">
              <a:xfrm>
                <a:off x="3676"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1" name="Freeform 296"/>
              <p:cNvSpPr>
                <a:spLocks noChangeArrowheads="1"/>
              </p:cNvSpPr>
              <p:nvPr/>
            </p:nvSpPr>
            <p:spPr bwMode="auto">
              <a:xfrm>
                <a:off x="3696"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2" name="Freeform 297"/>
              <p:cNvSpPr>
                <a:spLocks noChangeArrowheads="1"/>
              </p:cNvSpPr>
              <p:nvPr/>
            </p:nvSpPr>
            <p:spPr bwMode="auto">
              <a:xfrm>
                <a:off x="3715"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3" name="Freeform 298"/>
              <p:cNvSpPr>
                <a:spLocks noChangeArrowheads="1"/>
              </p:cNvSpPr>
              <p:nvPr/>
            </p:nvSpPr>
            <p:spPr bwMode="auto">
              <a:xfrm>
                <a:off x="373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4" name="Freeform 299"/>
              <p:cNvSpPr>
                <a:spLocks noChangeArrowheads="1"/>
              </p:cNvSpPr>
              <p:nvPr/>
            </p:nvSpPr>
            <p:spPr bwMode="auto">
              <a:xfrm>
                <a:off x="375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5" name="Freeform 300"/>
              <p:cNvSpPr>
                <a:spLocks noChangeArrowheads="1"/>
              </p:cNvSpPr>
              <p:nvPr/>
            </p:nvSpPr>
            <p:spPr bwMode="auto">
              <a:xfrm>
                <a:off x="3772"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6" name="Freeform 301"/>
              <p:cNvSpPr>
                <a:spLocks noChangeArrowheads="1"/>
              </p:cNvSpPr>
              <p:nvPr/>
            </p:nvSpPr>
            <p:spPr bwMode="auto">
              <a:xfrm>
                <a:off x="3792"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7" name="Freeform 302"/>
              <p:cNvSpPr>
                <a:spLocks noChangeArrowheads="1"/>
              </p:cNvSpPr>
              <p:nvPr/>
            </p:nvSpPr>
            <p:spPr bwMode="auto">
              <a:xfrm>
                <a:off x="3811"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8" name="Freeform 303"/>
              <p:cNvSpPr>
                <a:spLocks noChangeArrowheads="1"/>
              </p:cNvSpPr>
              <p:nvPr/>
            </p:nvSpPr>
            <p:spPr bwMode="auto">
              <a:xfrm>
                <a:off x="3830"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19" name="Freeform 304"/>
              <p:cNvSpPr>
                <a:spLocks noChangeArrowheads="1"/>
              </p:cNvSpPr>
              <p:nvPr/>
            </p:nvSpPr>
            <p:spPr bwMode="auto">
              <a:xfrm>
                <a:off x="384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0" name="Freeform 305"/>
              <p:cNvSpPr>
                <a:spLocks noChangeArrowheads="1"/>
              </p:cNvSpPr>
              <p:nvPr/>
            </p:nvSpPr>
            <p:spPr bwMode="auto">
              <a:xfrm>
                <a:off x="3868"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1" name="Freeform 306"/>
              <p:cNvSpPr>
                <a:spLocks noChangeArrowheads="1"/>
              </p:cNvSpPr>
              <p:nvPr/>
            </p:nvSpPr>
            <p:spPr bwMode="auto">
              <a:xfrm>
                <a:off x="3888"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2" name="Freeform 307"/>
              <p:cNvSpPr>
                <a:spLocks noChangeArrowheads="1"/>
              </p:cNvSpPr>
              <p:nvPr/>
            </p:nvSpPr>
            <p:spPr bwMode="auto">
              <a:xfrm>
                <a:off x="3907"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3" name="Freeform 308"/>
              <p:cNvSpPr>
                <a:spLocks noChangeArrowheads="1"/>
              </p:cNvSpPr>
              <p:nvPr/>
            </p:nvSpPr>
            <p:spPr bwMode="auto">
              <a:xfrm>
                <a:off x="3926"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4" name="Freeform 309"/>
              <p:cNvSpPr>
                <a:spLocks noChangeArrowheads="1"/>
              </p:cNvSpPr>
              <p:nvPr/>
            </p:nvSpPr>
            <p:spPr bwMode="auto">
              <a:xfrm>
                <a:off x="394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5" name="Freeform 310"/>
              <p:cNvSpPr>
                <a:spLocks noChangeArrowheads="1"/>
              </p:cNvSpPr>
              <p:nvPr/>
            </p:nvSpPr>
            <p:spPr bwMode="auto">
              <a:xfrm>
                <a:off x="3964"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6" name="Freeform 311"/>
              <p:cNvSpPr>
                <a:spLocks noChangeArrowheads="1"/>
              </p:cNvSpPr>
              <p:nvPr/>
            </p:nvSpPr>
            <p:spPr bwMode="auto">
              <a:xfrm>
                <a:off x="3984"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7" name="Freeform 312"/>
              <p:cNvSpPr>
                <a:spLocks noChangeArrowheads="1"/>
              </p:cNvSpPr>
              <p:nvPr/>
            </p:nvSpPr>
            <p:spPr bwMode="auto">
              <a:xfrm>
                <a:off x="400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8" name="Freeform 313"/>
              <p:cNvSpPr>
                <a:spLocks noChangeArrowheads="1"/>
              </p:cNvSpPr>
              <p:nvPr/>
            </p:nvSpPr>
            <p:spPr bwMode="auto">
              <a:xfrm>
                <a:off x="402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29" name="Freeform 314"/>
              <p:cNvSpPr>
                <a:spLocks noChangeArrowheads="1"/>
              </p:cNvSpPr>
              <p:nvPr/>
            </p:nvSpPr>
            <p:spPr bwMode="auto">
              <a:xfrm>
                <a:off x="404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0" name="Freeform 315"/>
              <p:cNvSpPr>
                <a:spLocks noChangeArrowheads="1"/>
              </p:cNvSpPr>
              <p:nvPr/>
            </p:nvSpPr>
            <p:spPr bwMode="auto">
              <a:xfrm>
                <a:off x="406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1" name="Freeform 316"/>
              <p:cNvSpPr>
                <a:spLocks noChangeArrowheads="1"/>
              </p:cNvSpPr>
              <p:nvPr/>
            </p:nvSpPr>
            <p:spPr bwMode="auto">
              <a:xfrm>
                <a:off x="408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2" name="Freeform 317"/>
              <p:cNvSpPr>
                <a:spLocks noChangeArrowheads="1"/>
              </p:cNvSpPr>
              <p:nvPr/>
            </p:nvSpPr>
            <p:spPr bwMode="auto">
              <a:xfrm>
                <a:off x="409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3" name="Freeform 318"/>
              <p:cNvSpPr>
                <a:spLocks noChangeArrowheads="1"/>
              </p:cNvSpPr>
              <p:nvPr/>
            </p:nvSpPr>
            <p:spPr bwMode="auto">
              <a:xfrm>
                <a:off x="411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4" name="Freeform 319"/>
              <p:cNvSpPr>
                <a:spLocks noChangeArrowheads="1"/>
              </p:cNvSpPr>
              <p:nvPr/>
            </p:nvSpPr>
            <p:spPr bwMode="auto">
              <a:xfrm>
                <a:off x="413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5" name="Freeform 320"/>
              <p:cNvSpPr>
                <a:spLocks noChangeArrowheads="1"/>
              </p:cNvSpPr>
              <p:nvPr/>
            </p:nvSpPr>
            <p:spPr bwMode="auto">
              <a:xfrm>
                <a:off x="415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6" name="Freeform 321"/>
              <p:cNvSpPr>
                <a:spLocks noChangeArrowheads="1"/>
              </p:cNvSpPr>
              <p:nvPr/>
            </p:nvSpPr>
            <p:spPr bwMode="auto">
              <a:xfrm>
                <a:off x="4172" y="3622"/>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9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7" name="Freeform 322"/>
              <p:cNvSpPr>
                <a:spLocks noChangeArrowheads="1"/>
              </p:cNvSpPr>
              <p:nvPr/>
            </p:nvSpPr>
            <p:spPr bwMode="auto">
              <a:xfrm>
                <a:off x="4187" y="3610"/>
                <a:ext cx="9" cy="9"/>
              </a:xfrm>
              <a:custGeom>
                <a:avLst/>
                <a:gdLst>
                  <a:gd name="T0" fmla="*/ 1 w 9"/>
                  <a:gd name="T1" fmla="*/ 1 h 9"/>
                  <a:gd name="T2" fmla="*/ 0 w 9"/>
                  <a:gd name="T3" fmla="*/ 4 h 9"/>
                  <a:gd name="T4" fmla="*/ 1 w 9"/>
                  <a:gd name="T5" fmla="*/ 8 h 9"/>
                  <a:gd name="T6" fmla="*/ 4 w 9"/>
                  <a:gd name="T7" fmla="*/ 9 h 9"/>
                  <a:gd name="T8" fmla="*/ 8 w 9"/>
                  <a:gd name="T9" fmla="*/ 8 h 9"/>
                  <a:gd name="T10" fmla="*/ 8 w 9"/>
                  <a:gd name="T11" fmla="*/ 8 h 9"/>
                  <a:gd name="T12" fmla="*/ 9 w 9"/>
                  <a:gd name="T13" fmla="*/ 4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4" y="9"/>
                    </a:lnTo>
                    <a:lnTo>
                      <a:pt x="8" y="8"/>
                    </a:lnTo>
                    <a:lnTo>
                      <a:pt x="9" y="4"/>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8" name="Freeform 323"/>
              <p:cNvSpPr>
                <a:spLocks noChangeArrowheads="1"/>
              </p:cNvSpPr>
              <p:nvPr/>
            </p:nvSpPr>
            <p:spPr bwMode="auto">
              <a:xfrm>
                <a:off x="4202" y="3598"/>
                <a:ext cx="10" cy="9"/>
              </a:xfrm>
              <a:custGeom>
                <a:avLst/>
                <a:gdLst>
                  <a:gd name="T0" fmla="*/ 1 w 10"/>
                  <a:gd name="T1" fmla="*/ 1 h 9"/>
                  <a:gd name="T2" fmla="*/ 0 w 10"/>
                  <a:gd name="T3" fmla="*/ 4 h 9"/>
                  <a:gd name="T4" fmla="*/ 1 w 10"/>
                  <a:gd name="T5" fmla="*/ 7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7"/>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39" name="Freeform 324"/>
              <p:cNvSpPr>
                <a:spLocks noChangeArrowheads="1"/>
              </p:cNvSpPr>
              <p:nvPr/>
            </p:nvSpPr>
            <p:spPr bwMode="auto">
              <a:xfrm>
                <a:off x="4217" y="3584"/>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0" name="Freeform 325"/>
              <p:cNvSpPr>
                <a:spLocks noChangeArrowheads="1"/>
              </p:cNvSpPr>
              <p:nvPr/>
            </p:nvSpPr>
            <p:spPr bwMode="auto">
              <a:xfrm>
                <a:off x="4231" y="3572"/>
                <a:ext cx="10" cy="10"/>
              </a:xfrm>
              <a:custGeom>
                <a:avLst/>
                <a:gdLst>
                  <a:gd name="T0" fmla="*/ 1 w 10"/>
                  <a:gd name="T1" fmla="*/ 2 h 10"/>
                  <a:gd name="T2" fmla="*/ 0 w 10"/>
                  <a:gd name="T3" fmla="*/ 5 h 10"/>
                  <a:gd name="T4" fmla="*/ 1 w 10"/>
                  <a:gd name="T5" fmla="*/ 9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1" name="Freeform 326"/>
              <p:cNvSpPr>
                <a:spLocks noChangeArrowheads="1"/>
              </p:cNvSpPr>
              <p:nvPr/>
            </p:nvSpPr>
            <p:spPr bwMode="auto">
              <a:xfrm>
                <a:off x="4245" y="3560"/>
                <a:ext cx="10" cy="10"/>
              </a:xfrm>
              <a:custGeom>
                <a:avLst/>
                <a:gdLst>
                  <a:gd name="T0" fmla="*/ 2 w 10"/>
                  <a:gd name="T1" fmla="*/ 2 h 10"/>
                  <a:gd name="T2" fmla="*/ 0 w 10"/>
                  <a:gd name="T3" fmla="*/ 5 h 10"/>
                  <a:gd name="T4" fmla="*/ 2 w 10"/>
                  <a:gd name="T5" fmla="*/ 8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8"/>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2" name="Freeform 327"/>
              <p:cNvSpPr>
                <a:spLocks noChangeArrowheads="1"/>
              </p:cNvSpPr>
              <p:nvPr/>
            </p:nvSpPr>
            <p:spPr bwMode="auto">
              <a:xfrm>
                <a:off x="4260" y="3547"/>
                <a:ext cx="9" cy="10"/>
              </a:xfrm>
              <a:custGeom>
                <a:avLst/>
                <a:gdLst>
                  <a:gd name="T0" fmla="*/ 1 w 9"/>
                  <a:gd name="T1" fmla="*/ 1 h 10"/>
                  <a:gd name="T2" fmla="*/ 0 w 9"/>
                  <a:gd name="T3" fmla="*/ 5 h 10"/>
                  <a:gd name="T4" fmla="*/ 2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2"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3" name="Freeform 328"/>
              <p:cNvSpPr>
                <a:spLocks noChangeArrowheads="1"/>
              </p:cNvSpPr>
              <p:nvPr/>
            </p:nvSpPr>
            <p:spPr bwMode="auto">
              <a:xfrm>
                <a:off x="4275" y="3535"/>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4" name="Freeform 329"/>
              <p:cNvSpPr>
                <a:spLocks noChangeArrowheads="1"/>
              </p:cNvSpPr>
              <p:nvPr/>
            </p:nvSpPr>
            <p:spPr bwMode="auto">
              <a:xfrm>
                <a:off x="4290" y="3523"/>
                <a:ext cx="9" cy="10"/>
              </a:xfrm>
              <a:custGeom>
                <a:avLst/>
                <a:gdLst>
                  <a:gd name="T0" fmla="*/ 1 w 9"/>
                  <a:gd name="T1" fmla="*/ 1 h 10"/>
                  <a:gd name="T2" fmla="*/ 0 w 9"/>
                  <a:gd name="T3" fmla="*/ 5 h 10"/>
                  <a:gd name="T4" fmla="*/ 1 w 9"/>
                  <a:gd name="T5" fmla="*/ 7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7"/>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5" name="Freeform 330"/>
              <p:cNvSpPr>
                <a:spLocks noChangeArrowheads="1"/>
              </p:cNvSpPr>
              <p:nvPr/>
            </p:nvSpPr>
            <p:spPr bwMode="auto">
              <a:xfrm>
                <a:off x="4304" y="3510"/>
                <a:ext cx="10" cy="10"/>
              </a:xfrm>
              <a:custGeom>
                <a:avLst/>
                <a:gdLst>
                  <a:gd name="T0" fmla="*/ 1 w 10"/>
                  <a:gd name="T1" fmla="*/ 1 h 10"/>
                  <a:gd name="T2" fmla="*/ 0 w 10"/>
                  <a:gd name="T3" fmla="*/ 5 h 10"/>
                  <a:gd name="T4" fmla="*/ 1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6" name="Freeform 331"/>
              <p:cNvSpPr>
                <a:spLocks noChangeArrowheads="1"/>
              </p:cNvSpPr>
              <p:nvPr/>
            </p:nvSpPr>
            <p:spPr bwMode="auto">
              <a:xfrm>
                <a:off x="4319" y="3498"/>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7" name="Freeform 332"/>
              <p:cNvSpPr>
                <a:spLocks noChangeArrowheads="1"/>
              </p:cNvSpPr>
              <p:nvPr/>
            </p:nvSpPr>
            <p:spPr bwMode="auto">
              <a:xfrm>
                <a:off x="4334" y="3486"/>
                <a:ext cx="10" cy="10"/>
              </a:xfrm>
              <a:custGeom>
                <a:avLst/>
                <a:gdLst>
                  <a:gd name="T0" fmla="*/ 1 w 10"/>
                  <a:gd name="T1" fmla="*/ 1 h 10"/>
                  <a:gd name="T2" fmla="*/ 0 w 10"/>
                  <a:gd name="T3" fmla="*/ 5 h 10"/>
                  <a:gd name="T4" fmla="*/ 1 w 10"/>
                  <a:gd name="T5" fmla="*/ 7 h 10"/>
                  <a:gd name="T6" fmla="*/ 5 w 10"/>
                  <a:gd name="T7" fmla="*/ 10 h 10"/>
                  <a:gd name="T8" fmla="*/ 9 w 10"/>
                  <a:gd name="T9" fmla="*/ 8 h 10"/>
                  <a:gd name="T10" fmla="*/ 9 w 10"/>
                  <a:gd name="T11" fmla="*/ 8 h 10"/>
                  <a:gd name="T12" fmla="*/ 10 w 10"/>
                  <a:gd name="T13" fmla="*/ 5 h 10"/>
                  <a:gd name="T14" fmla="*/ 7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8"/>
                    </a:lnTo>
                    <a:lnTo>
                      <a:pt x="10" y="5"/>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8" name="Freeform 333"/>
              <p:cNvSpPr>
                <a:spLocks noChangeArrowheads="1"/>
              </p:cNvSpPr>
              <p:nvPr/>
            </p:nvSpPr>
            <p:spPr bwMode="auto">
              <a:xfrm>
                <a:off x="4349" y="3473"/>
                <a:ext cx="9" cy="9"/>
              </a:xfrm>
              <a:custGeom>
                <a:avLst/>
                <a:gdLst>
                  <a:gd name="T0" fmla="*/ 1 w 9"/>
                  <a:gd name="T1" fmla="*/ 1 h 9"/>
                  <a:gd name="T2" fmla="*/ 0 w 9"/>
                  <a:gd name="T3" fmla="*/ 5 h 9"/>
                  <a:gd name="T4" fmla="*/ 1 w 9"/>
                  <a:gd name="T5" fmla="*/ 8 h 9"/>
                  <a:gd name="T6" fmla="*/ 4 w 9"/>
                  <a:gd name="T7" fmla="*/ 9 h 9"/>
                  <a:gd name="T8" fmla="*/ 8 w 9"/>
                  <a:gd name="T9" fmla="*/ 8 h 9"/>
                  <a:gd name="T10" fmla="*/ 8 w 9"/>
                  <a:gd name="T11" fmla="*/ 8 h 9"/>
                  <a:gd name="T12" fmla="*/ 9 w 9"/>
                  <a:gd name="T13" fmla="*/ 5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5"/>
                    </a:lnTo>
                    <a:lnTo>
                      <a:pt x="1" y="8"/>
                    </a:lnTo>
                    <a:lnTo>
                      <a:pt x="4" y="9"/>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49" name="Freeform 334"/>
              <p:cNvSpPr>
                <a:spLocks noChangeArrowheads="1"/>
              </p:cNvSpPr>
              <p:nvPr/>
            </p:nvSpPr>
            <p:spPr bwMode="auto">
              <a:xfrm>
                <a:off x="432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0" name="Freeform 335"/>
              <p:cNvSpPr>
                <a:spLocks noChangeArrowheads="1"/>
              </p:cNvSpPr>
              <p:nvPr/>
            </p:nvSpPr>
            <p:spPr bwMode="auto">
              <a:xfrm>
                <a:off x="431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1" name="Freeform 336"/>
              <p:cNvSpPr>
                <a:spLocks noChangeArrowheads="1"/>
              </p:cNvSpPr>
              <p:nvPr/>
            </p:nvSpPr>
            <p:spPr bwMode="auto">
              <a:xfrm>
                <a:off x="4291"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2" name="Freeform 337"/>
              <p:cNvSpPr>
                <a:spLocks noChangeArrowheads="1"/>
              </p:cNvSpPr>
              <p:nvPr/>
            </p:nvSpPr>
            <p:spPr bwMode="auto">
              <a:xfrm>
                <a:off x="4272"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3" name="Freeform 338"/>
              <p:cNvSpPr>
                <a:spLocks noChangeArrowheads="1"/>
              </p:cNvSpPr>
              <p:nvPr/>
            </p:nvSpPr>
            <p:spPr bwMode="auto">
              <a:xfrm>
                <a:off x="4253"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4" name="Freeform 339"/>
              <p:cNvSpPr>
                <a:spLocks noChangeArrowheads="1"/>
              </p:cNvSpPr>
              <p:nvPr/>
            </p:nvSpPr>
            <p:spPr bwMode="auto">
              <a:xfrm>
                <a:off x="423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5" name="Freeform 340"/>
              <p:cNvSpPr>
                <a:spLocks noChangeArrowheads="1"/>
              </p:cNvSpPr>
              <p:nvPr/>
            </p:nvSpPr>
            <p:spPr bwMode="auto">
              <a:xfrm>
                <a:off x="421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6" name="Freeform 341"/>
              <p:cNvSpPr>
                <a:spLocks noChangeArrowheads="1"/>
              </p:cNvSpPr>
              <p:nvPr/>
            </p:nvSpPr>
            <p:spPr bwMode="auto">
              <a:xfrm>
                <a:off x="4195"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7" name="Freeform 342"/>
              <p:cNvSpPr>
                <a:spLocks noChangeArrowheads="1"/>
              </p:cNvSpPr>
              <p:nvPr/>
            </p:nvSpPr>
            <p:spPr bwMode="auto">
              <a:xfrm>
                <a:off x="4176"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8" name="Freeform 343"/>
              <p:cNvSpPr>
                <a:spLocks noChangeArrowheads="1"/>
              </p:cNvSpPr>
              <p:nvPr/>
            </p:nvSpPr>
            <p:spPr bwMode="auto">
              <a:xfrm>
                <a:off x="4157"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59" name="Freeform 344"/>
              <p:cNvSpPr>
                <a:spLocks noChangeArrowheads="1"/>
              </p:cNvSpPr>
              <p:nvPr/>
            </p:nvSpPr>
            <p:spPr bwMode="auto">
              <a:xfrm>
                <a:off x="413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0" name="Freeform 345"/>
              <p:cNvSpPr>
                <a:spLocks noChangeArrowheads="1"/>
              </p:cNvSpPr>
              <p:nvPr/>
            </p:nvSpPr>
            <p:spPr bwMode="auto">
              <a:xfrm>
                <a:off x="411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1" name="Freeform 346"/>
              <p:cNvSpPr>
                <a:spLocks noChangeArrowheads="1"/>
              </p:cNvSpPr>
              <p:nvPr/>
            </p:nvSpPr>
            <p:spPr bwMode="auto">
              <a:xfrm>
                <a:off x="4099"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2" name="Freeform 347"/>
              <p:cNvSpPr>
                <a:spLocks noChangeArrowheads="1"/>
              </p:cNvSpPr>
              <p:nvPr/>
            </p:nvSpPr>
            <p:spPr bwMode="auto">
              <a:xfrm>
                <a:off x="4080"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3" name="Freeform 348"/>
              <p:cNvSpPr>
                <a:spLocks noChangeArrowheads="1"/>
              </p:cNvSpPr>
              <p:nvPr/>
            </p:nvSpPr>
            <p:spPr bwMode="auto">
              <a:xfrm>
                <a:off x="406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4" name="Freeform 349"/>
              <p:cNvSpPr>
                <a:spLocks noChangeArrowheads="1"/>
              </p:cNvSpPr>
              <p:nvPr/>
            </p:nvSpPr>
            <p:spPr bwMode="auto">
              <a:xfrm>
                <a:off x="404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5" name="Freeform 350"/>
              <p:cNvSpPr>
                <a:spLocks noChangeArrowheads="1"/>
              </p:cNvSpPr>
              <p:nvPr/>
            </p:nvSpPr>
            <p:spPr bwMode="auto">
              <a:xfrm>
                <a:off x="402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6" name="Freeform 351"/>
              <p:cNvSpPr>
                <a:spLocks noChangeArrowheads="1"/>
              </p:cNvSpPr>
              <p:nvPr/>
            </p:nvSpPr>
            <p:spPr bwMode="auto">
              <a:xfrm>
                <a:off x="400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7" name="Freeform 352"/>
              <p:cNvSpPr>
                <a:spLocks noChangeArrowheads="1"/>
              </p:cNvSpPr>
              <p:nvPr/>
            </p:nvSpPr>
            <p:spPr bwMode="auto">
              <a:xfrm>
                <a:off x="3984"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8" name="Freeform 353"/>
              <p:cNvSpPr>
                <a:spLocks noChangeArrowheads="1"/>
              </p:cNvSpPr>
              <p:nvPr/>
            </p:nvSpPr>
            <p:spPr bwMode="auto">
              <a:xfrm>
                <a:off x="396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69" name="Freeform 354"/>
              <p:cNvSpPr>
                <a:spLocks noChangeArrowheads="1"/>
              </p:cNvSpPr>
              <p:nvPr/>
            </p:nvSpPr>
            <p:spPr bwMode="auto">
              <a:xfrm>
                <a:off x="3945"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0" name="Freeform 355"/>
              <p:cNvSpPr>
                <a:spLocks noChangeArrowheads="1"/>
              </p:cNvSpPr>
              <p:nvPr/>
            </p:nvSpPr>
            <p:spPr bwMode="auto">
              <a:xfrm>
                <a:off x="3926"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1" name="Freeform 356"/>
              <p:cNvSpPr>
                <a:spLocks noChangeArrowheads="1"/>
              </p:cNvSpPr>
              <p:nvPr/>
            </p:nvSpPr>
            <p:spPr bwMode="auto">
              <a:xfrm>
                <a:off x="3907"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2" name="Freeform 357"/>
              <p:cNvSpPr>
                <a:spLocks noChangeArrowheads="1"/>
              </p:cNvSpPr>
              <p:nvPr/>
            </p:nvSpPr>
            <p:spPr bwMode="auto">
              <a:xfrm>
                <a:off x="3888"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3" name="Freeform 358"/>
              <p:cNvSpPr>
                <a:spLocks noChangeArrowheads="1"/>
              </p:cNvSpPr>
              <p:nvPr/>
            </p:nvSpPr>
            <p:spPr bwMode="auto">
              <a:xfrm>
                <a:off x="386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4" name="Freeform 359"/>
              <p:cNvSpPr>
                <a:spLocks noChangeArrowheads="1"/>
              </p:cNvSpPr>
              <p:nvPr/>
            </p:nvSpPr>
            <p:spPr bwMode="auto">
              <a:xfrm>
                <a:off x="384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5" name="Freeform 360"/>
              <p:cNvSpPr>
                <a:spLocks noChangeArrowheads="1"/>
              </p:cNvSpPr>
              <p:nvPr/>
            </p:nvSpPr>
            <p:spPr bwMode="auto">
              <a:xfrm>
                <a:off x="3830"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6" name="Freeform 361"/>
              <p:cNvSpPr>
                <a:spLocks noChangeArrowheads="1"/>
              </p:cNvSpPr>
              <p:nvPr/>
            </p:nvSpPr>
            <p:spPr bwMode="auto">
              <a:xfrm>
                <a:off x="3811"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7" name="Freeform 362"/>
              <p:cNvSpPr>
                <a:spLocks noChangeArrowheads="1"/>
              </p:cNvSpPr>
              <p:nvPr/>
            </p:nvSpPr>
            <p:spPr bwMode="auto">
              <a:xfrm>
                <a:off x="3792"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8" name="Freeform 363"/>
              <p:cNvSpPr>
                <a:spLocks noChangeArrowheads="1"/>
              </p:cNvSpPr>
              <p:nvPr/>
            </p:nvSpPr>
            <p:spPr bwMode="auto">
              <a:xfrm>
                <a:off x="3772"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79" name="Freeform 364"/>
              <p:cNvSpPr>
                <a:spLocks noChangeArrowheads="1"/>
              </p:cNvSpPr>
              <p:nvPr/>
            </p:nvSpPr>
            <p:spPr bwMode="auto">
              <a:xfrm>
                <a:off x="375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0" name="Freeform 365"/>
              <p:cNvSpPr>
                <a:spLocks noChangeArrowheads="1"/>
              </p:cNvSpPr>
              <p:nvPr/>
            </p:nvSpPr>
            <p:spPr bwMode="auto">
              <a:xfrm>
                <a:off x="3734"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1" name="Freeform 366"/>
              <p:cNvSpPr>
                <a:spLocks noChangeArrowheads="1"/>
              </p:cNvSpPr>
              <p:nvPr/>
            </p:nvSpPr>
            <p:spPr bwMode="auto">
              <a:xfrm>
                <a:off x="3715"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2" name="Freeform 367"/>
              <p:cNvSpPr>
                <a:spLocks noChangeArrowheads="1"/>
              </p:cNvSpPr>
              <p:nvPr/>
            </p:nvSpPr>
            <p:spPr bwMode="auto">
              <a:xfrm>
                <a:off x="3696"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3" name="Freeform 368"/>
              <p:cNvSpPr>
                <a:spLocks noChangeArrowheads="1"/>
              </p:cNvSpPr>
              <p:nvPr/>
            </p:nvSpPr>
            <p:spPr bwMode="auto">
              <a:xfrm>
                <a:off x="3676"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4" name="Freeform 369"/>
              <p:cNvSpPr>
                <a:spLocks noChangeArrowheads="1"/>
              </p:cNvSpPr>
              <p:nvPr/>
            </p:nvSpPr>
            <p:spPr bwMode="auto">
              <a:xfrm>
                <a:off x="365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5" name="Freeform 370"/>
              <p:cNvSpPr>
                <a:spLocks noChangeArrowheads="1"/>
              </p:cNvSpPr>
              <p:nvPr/>
            </p:nvSpPr>
            <p:spPr bwMode="auto">
              <a:xfrm>
                <a:off x="3638"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6" name="Freeform 371"/>
              <p:cNvSpPr>
                <a:spLocks noChangeArrowheads="1"/>
              </p:cNvSpPr>
              <p:nvPr/>
            </p:nvSpPr>
            <p:spPr bwMode="auto">
              <a:xfrm>
                <a:off x="3619"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7" name="Freeform 372"/>
              <p:cNvSpPr>
                <a:spLocks noChangeArrowheads="1"/>
              </p:cNvSpPr>
              <p:nvPr/>
            </p:nvSpPr>
            <p:spPr bwMode="auto">
              <a:xfrm>
                <a:off x="3600"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8" name="Freeform 373"/>
              <p:cNvSpPr>
                <a:spLocks noChangeArrowheads="1"/>
              </p:cNvSpPr>
              <p:nvPr/>
            </p:nvSpPr>
            <p:spPr bwMode="auto">
              <a:xfrm>
                <a:off x="358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89" name="Freeform 374"/>
              <p:cNvSpPr>
                <a:spLocks noChangeArrowheads="1"/>
              </p:cNvSpPr>
              <p:nvPr/>
            </p:nvSpPr>
            <p:spPr bwMode="auto">
              <a:xfrm>
                <a:off x="356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0" name="Freeform 375"/>
              <p:cNvSpPr>
                <a:spLocks noChangeArrowheads="1"/>
              </p:cNvSpPr>
              <p:nvPr/>
            </p:nvSpPr>
            <p:spPr bwMode="auto">
              <a:xfrm>
                <a:off x="354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1" name="Freeform 376"/>
              <p:cNvSpPr>
                <a:spLocks noChangeArrowheads="1"/>
              </p:cNvSpPr>
              <p:nvPr/>
            </p:nvSpPr>
            <p:spPr bwMode="auto">
              <a:xfrm>
                <a:off x="352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2" name="Freeform 377"/>
              <p:cNvSpPr>
                <a:spLocks noChangeArrowheads="1"/>
              </p:cNvSpPr>
              <p:nvPr/>
            </p:nvSpPr>
            <p:spPr bwMode="auto">
              <a:xfrm>
                <a:off x="350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3" name="Freeform 378"/>
              <p:cNvSpPr>
                <a:spLocks noChangeArrowheads="1"/>
              </p:cNvSpPr>
              <p:nvPr/>
            </p:nvSpPr>
            <p:spPr bwMode="auto">
              <a:xfrm>
                <a:off x="348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4" name="Freeform 379"/>
              <p:cNvSpPr>
                <a:spLocks noChangeArrowheads="1"/>
              </p:cNvSpPr>
              <p:nvPr/>
            </p:nvSpPr>
            <p:spPr bwMode="auto">
              <a:xfrm>
                <a:off x="3469" y="3481"/>
                <a:ext cx="9" cy="10"/>
              </a:xfrm>
              <a:custGeom>
                <a:avLst/>
                <a:gdLst>
                  <a:gd name="T0" fmla="*/ 8 w 9"/>
                  <a:gd name="T1" fmla="*/ 9 h 10"/>
                  <a:gd name="T2" fmla="*/ 9 w 9"/>
                  <a:gd name="T3" fmla="*/ 5 h 10"/>
                  <a:gd name="T4" fmla="*/ 7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7"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5" name="Freeform 380"/>
              <p:cNvSpPr>
                <a:spLocks noChangeArrowheads="1"/>
              </p:cNvSpPr>
              <p:nvPr/>
            </p:nvSpPr>
            <p:spPr bwMode="auto">
              <a:xfrm>
                <a:off x="3453" y="3492"/>
                <a:ext cx="10" cy="10"/>
              </a:xfrm>
              <a:custGeom>
                <a:avLst/>
                <a:gdLst>
                  <a:gd name="T0" fmla="*/ 8 w 10"/>
                  <a:gd name="T1" fmla="*/ 8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8 h 10"/>
                  <a:gd name="T16" fmla="*/ 5 w 10"/>
                  <a:gd name="T17" fmla="*/ 10 h 10"/>
                  <a:gd name="T18" fmla="*/ 8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8"/>
                    </a:moveTo>
                    <a:lnTo>
                      <a:pt x="10" y="5"/>
                    </a:lnTo>
                    <a:lnTo>
                      <a:pt x="8" y="1"/>
                    </a:lnTo>
                    <a:lnTo>
                      <a:pt x="5" y="0"/>
                    </a:lnTo>
                    <a:lnTo>
                      <a:pt x="1" y="1"/>
                    </a:lnTo>
                    <a:lnTo>
                      <a:pt x="0" y="5"/>
                    </a:lnTo>
                    <a:lnTo>
                      <a:pt x="1"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6" name="Freeform 381"/>
              <p:cNvSpPr>
                <a:spLocks noChangeArrowheads="1"/>
              </p:cNvSpPr>
              <p:nvPr/>
            </p:nvSpPr>
            <p:spPr bwMode="auto">
              <a:xfrm>
                <a:off x="3437" y="350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7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7"/>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7" name="Freeform 382"/>
              <p:cNvSpPr>
                <a:spLocks noChangeArrowheads="1"/>
              </p:cNvSpPr>
              <p:nvPr/>
            </p:nvSpPr>
            <p:spPr bwMode="auto">
              <a:xfrm>
                <a:off x="3422" y="3515"/>
                <a:ext cx="9" cy="9"/>
              </a:xfrm>
              <a:custGeom>
                <a:avLst/>
                <a:gdLst>
                  <a:gd name="T0" fmla="*/ 8 w 9"/>
                  <a:gd name="T1" fmla="*/ 8 h 9"/>
                  <a:gd name="T2" fmla="*/ 9 w 9"/>
                  <a:gd name="T3" fmla="*/ 5 h 9"/>
                  <a:gd name="T4" fmla="*/ 8 w 9"/>
                  <a:gd name="T5" fmla="*/ 1 h 9"/>
                  <a:gd name="T6" fmla="*/ 5 w 9"/>
                  <a:gd name="T7" fmla="*/ 0 h 9"/>
                  <a:gd name="T8" fmla="*/ 1 w 9"/>
                  <a:gd name="T9" fmla="*/ 1 h 9"/>
                  <a:gd name="T10" fmla="*/ 1 w 9"/>
                  <a:gd name="T11" fmla="*/ 1 h 9"/>
                  <a:gd name="T12" fmla="*/ 0 w 9"/>
                  <a:gd name="T13" fmla="*/ 5 h 9"/>
                  <a:gd name="T14" fmla="*/ 1 w 9"/>
                  <a:gd name="T15" fmla="*/ 8 h 9"/>
                  <a:gd name="T16" fmla="*/ 5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5"/>
                    </a:lnTo>
                    <a:lnTo>
                      <a:pt x="8" y="1"/>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8" name="Freeform 383"/>
              <p:cNvSpPr>
                <a:spLocks noChangeArrowheads="1"/>
              </p:cNvSpPr>
              <p:nvPr/>
            </p:nvSpPr>
            <p:spPr bwMode="auto">
              <a:xfrm>
                <a:off x="3406" y="3526"/>
                <a:ext cx="10" cy="9"/>
              </a:xfrm>
              <a:custGeom>
                <a:avLst/>
                <a:gdLst>
                  <a:gd name="T0" fmla="*/ 9 w 10"/>
                  <a:gd name="T1" fmla="*/ 8 h 9"/>
                  <a:gd name="T2" fmla="*/ 10 w 10"/>
                  <a:gd name="T3" fmla="*/ 4 h 9"/>
                  <a:gd name="T4" fmla="*/ 9 w 10"/>
                  <a:gd name="T5" fmla="*/ 2 h 9"/>
                  <a:gd name="T6" fmla="*/ 5 w 10"/>
                  <a:gd name="T7" fmla="*/ 0 h 9"/>
                  <a:gd name="T8" fmla="*/ 1 w 10"/>
                  <a:gd name="T9" fmla="*/ 1 h 9"/>
                  <a:gd name="T10" fmla="*/ 1 w 10"/>
                  <a:gd name="T11" fmla="*/ 1 h 9"/>
                  <a:gd name="T12" fmla="*/ 0 w 10"/>
                  <a:gd name="T13" fmla="*/ 4 h 9"/>
                  <a:gd name="T14" fmla="*/ 1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4"/>
                    </a:lnTo>
                    <a:lnTo>
                      <a:pt x="9" y="2"/>
                    </a:lnTo>
                    <a:lnTo>
                      <a:pt x="5" y="0"/>
                    </a:lnTo>
                    <a:lnTo>
                      <a:pt x="1" y="1"/>
                    </a:lnTo>
                    <a:lnTo>
                      <a:pt x="0" y="4"/>
                    </a:lnTo>
                    <a:lnTo>
                      <a:pt x="1"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199" name="Freeform 384"/>
              <p:cNvSpPr>
                <a:spLocks noChangeArrowheads="1"/>
              </p:cNvSpPr>
              <p:nvPr/>
            </p:nvSpPr>
            <p:spPr bwMode="auto">
              <a:xfrm>
                <a:off x="3391" y="3538"/>
                <a:ext cx="9" cy="9"/>
              </a:xfrm>
              <a:custGeom>
                <a:avLst/>
                <a:gdLst>
                  <a:gd name="T0" fmla="*/ 8 w 9"/>
                  <a:gd name="T1" fmla="*/ 8 h 9"/>
                  <a:gd name="T2" fmla="*/ 9 w 9"/>
                  <a:gd name="T3" fmla="*/ 4 h 9"/>
                  <a:gd name="T4" fmla="*/ 8 w 9"/>
                  <a:gd name="T5" fmla="*/ 1 h 9"/>
                  <a:gd name="T6" fmla="*/ 4 w 9"/>
                  <a:gd name="T7" fmla="*/ 0 h 9"/>
                  <a:gd name="T8" fmla="*/ 1 w 9"/>
                  <a:gd name="T9" fmla="*/ 1 h 9"/>
                  <a:gd name="T10" fmla="*/ 1 w 9"/>
                  <a:gd name="T11" fmla="*/ 1 h 9"/>
                  <a:gd name="T12" fmla="*/ 0 w 9"/>
                  <a:gd name="T13" fmla="*/ 4 h 9"/>
                  <a:gd name="T14" fmla="*/ 1 w 9"/>
                  <a:gd name="T15" fmla="*/ 8 h 9"/>
                  <a:gd name="T16" fmla="*/ 4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4"/>
                    </a:lnTo>
                    <a:lnTo>
                      <a:pt x="8" y="1"/>
                    </a:lnTo>
                    <a:lnTo>
                      <a:pt x="4" y="0"/>
                    </a:lnTo>
                    <a:lnTo>
                      <a:pt x="1" y="1"/>
                    </a:lnTo>
                    <a:lnTo>
                      <a:pt x="0" y="4"/>
                    </a:lnTo>
                    <a:lnTo>
                      <a:pt x="1" y="8"/>
                    </a:lnTo>
                    <a:lnTo>
                      <a:pt x="4"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0" name="Freeform 385"/>
              <p:cNvSpPr>
                <a:spLocks noChangeArrowheads="1"/>
              </p:cNvSpPr>
              <p:nvPr/>
            </p:nvSpPr>
            <p:spPr bwMode="auto">
              <a:xfrm>
                <a:off x="3375" y="3548"/>
                <a:ext cx="10" cy="10"/>
              </a:xfrm>
              <a:custGeom>
                <a:avLst/>
                <a:gdLst>
                  <a:gd name="T0" fmla="*/ 8 w 10"/>
                  <a:gd name="T1" fmla="*/ 9 h 10"/>
                  <a:gd name="T2" fmla="*/ 10 w 10"/>
                  <a:gd name="T3" fmla="*/ 5 h 10"/>
                  <a:gd name="T4" fmla="*/ 8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2"/>
                    </a:lnTo>
                    <a:lnTo>
                      <a:pt x="5" y="0"/>
                    </a:lnTo>
                    <a:lnTo>
                      <a:pt x="1" y="2"/>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1" name="Freeform 386"/>
              <p:cNvSpPr>
                <a:spLocks noChangeArrowheads="1"/>
              </p:cNvSpPr>
              <p:nvPr/>
            </p:nvSpPr>
            <p:spPr bwMode="auto">
              <a:xfrm>
                <a:off x="3359" y="3560"/>
                <a:ext cx="10" cy="10"/>
              </a:xfrm>
              <a:custGeom>
                <a:avLst/>
                <a:gdLst>
                  <a:gd name="T0" fmla="*/ 9 w 10"/>
                  <a:gd name="T1" fmla="*/ 9 h 10"/>
                  <a:gd name="T2" fmla="*/ 10 w 10"/>
                  <a:gd name="T3" fmla="*/ 5 h 10"/>
                  <a:gd name="T4" fmla="*/ 9 w 10"/>
                  <a:gd name="T5" fmla="*/ 2 h 10"/>
                  <a:gd name="T6" fmla="*/ 5 w 10"/>
                  <a:gd name="T7" fmla="*/ 0 h 10"/>
                  <a:gd name="T8" fmla="*/ 2 w 10"/>
                  <a:gd name="T9" fmla="*/ 2 h 10"/>
                  <a:gd name="T10" fmla="*/ 2 w 10"/>
                  <a:gd name="T11" fmla="*/ 2 h 10"/>
                  <a:gd name="T12" fmla="*/ 0 w 10"/>
                  <a:gd name="T13" fmla="*/ 5 h 10"/>
                  <a:gd name="T14" fmla="*/ 2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2" y="2"/>
                    </a:lnTo>
                    <a:lnTo>
                      <a:pt x="0" y="5"/>
                    </a:lnTo>
                    <a:lnTo>
                      <a:pt x="2"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2" name="Freeform 387"/>
              <p:cNvSpPr>
                <a:spLocks noChangeArrowheads="1"/>
              </p:cNvSpPr>
              <p:nvPr/>
            </p:nvSpPr>
            <p:spPr bwMode="auto">
              <a:xfrm>
                <a:off x="3344" y="3571"/>
                <a:ext cx="9" cy="10"/>
              </a:xfrm>
              <a:custGeom>
                <a:avLst/>
                <a:gdLst>
                  <a:gd name="T0" fmla="*/ 8 w 9"/>
                  <a:gd name="T1" fmla="*/ 9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1 w 9"/>
                  <a:gd name="T15" fmla="*/ 9 h 10"/>
                  <a:gd name="T16" fmla="*/ 5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3" name="Freeform 388"/>
              <p:cNvSpPr>
                <a:spLocks noChangeArrowheads="1"/>
              </p:cNvSpPr>
              <p:nvPr/>
            </p:nvSpPr>
            <p:spPr bwMode="auto">
              <a:xfrm>
                <a:off x="3328" y="3583"/>
                <a:ext cx="10" cy="10"/>
              </a:xfrm>
              <a:custGeom>
                <a:avLst/>
                <a:gdLst>
                  <a:gd name="T0" fmla="*/ 9 w 10"/>
                  <a:gd name="T1" fmla="*/ 9 h 10"/>
                  <a:gd name="T2" fmla="*/ 10 w 10"/>
                  <a:gd name="T3" fmla="*/ 5 h 10"/>
                  <a:gd name="T4" fmla="*/ 9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1" y="1"/>
                    </a:lnTo>
                    <a:lnTo>
                      <a:pt x="0" y="5"/>
                    </a:lnTo>
                    <a:lnTo>
                      <a:pt x="1" y="7"/>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4" name="Freeform 389"/>
              <p:cNvSpPr>
                <a:spLocks noChangeArrowheads="1"/>
              </p:cNvSpPr>
              <p:nvPr/>
            </p:nvSpPr>
            <p:spPr bwMode="auto">
              <a:xfrm>
                <a:off x="3313" y="3594"/>
                <a:ext cx="9" cy="10"/>
              </a:xfrm>
              <a:custGeom>
                <a:avLst/>
                <a:gdLst>
                  <a:gd name="T0" fmla="*/ 8 w 9"/>
                  <a:gd name="T1" fmla="*/ 8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8 h 10"/>
                  <a:gd name="T16" fmla="*/ 4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4" y="0"/>
                    </a:lnTo>
                    <a:lnTo>
                      <a:pt x="1" y="1"/>
                    </a:lnTo>
                    <a:lnTo>
                      <a:pt x="0" y="5"/>
                    </a:lnTo>
                    <a:lnTo>
                      <a:pt x="1" y="8"/>
                    </a:lnTo>
                    <a:lnTo>
                      <a:pt x="4"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5" name="Freeform 390"/>
              <p:cNvSpPr>
                <a:spLocks noChangeArrowheads="1"/>
              </p:cNvSpPr>
              <p:nvPr/>
            </p:nvSpPr>
            <p:spPr bwMode="auto">
              <a:xfrm>
                <a:off x="3297" y="3605"/>
                <a:ext cx="10" cy="9"/>
              </a:xfrm>
              <a:custGeom>
                <a:avLst/>
                <a:gdLst>
                  <a:gd name="T0" fmla="*/ 8 w 10"/>
                  <a:gd name="T1" fmla="*/ 8 h 9"/>
                  <a:gd name="T2" fmla="*/ 10 w 10"/>
                  <a:gd name="T3" fmla="*/ 5 h 9"/>
                  <a:gd name="T4" fmla="*/ 8 w 10"/>
                  <a:gd name="T5" fmla="*/ 2 h 9"/>
                  <a:gd name="T6" fmla="*/ 5 w 10"/>
                  <a:gd name="T7" fmla="*/ 0 h 9"/>
                  <a:gd name="T8" fmla="*/ 1 w 10"/>
                  <a:gd name="T9" fmla="*/ 1 h 9"/>
                  <a:gd name="T10" fmla="*/ 1 w 10"/>
                  <a:gd name="T11" fmla="*/ 1 h 9"/>
                  <a:gd name="T12" fmla="*/ 0 w 10"/>
                  <a:gd name="T13" fmla="*/ 5 h 9"/>
                  <a:gd name="T14" fmla="*/ 1 w 10"/>
                  <a:gd name="T15" fmla="*/ 8 h 9"/>
                  <a:gd name="T16" fmla="*/ 5 w 10"/>
                  <a:gd name="T17" fmla="*/ 9 h 9"/>
                  <a:gd name="T18" fmla="*/ 8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8" y="8"/>
                    </a:moveTo>
                    <a:lnTo>
                      <a:pt x="10" y="5"/>
                    </a:lnTo>
                    <a:lnTo>
                      <a:pt x="8" y="2"/>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6" name="Freeform 391"/>
              <p:cNvSpPr>
                <a:spLocks noChangeArrowheads="1"/>
              </p:cNvSpPr>
              <p:nvPr/>
            </p:nvSpPr>
            <p:spPr bwMode="auto">
              <a:xfrm>
                <a:off x="3281" y="3617"/>
                <a:ext cx="10" cy="9"/>
              </a:xfrm>
              <a:custGeom>
                <a:avLst/>
                <a:gdLst>
                  <a:gd name="T0" fmla="*/ 9 w 10"/>
                  <a:gd name="T1" fmla="*/ 8 h 9"/>
                  <a:gd name="T2" fmla="*/ 10 w 10"/>
                  <a:gd name="T3" fmla="*/ 5 h 9"/>
                  <a:gd name="T4" fmla="*/ 9 w 10"/>
                  <a:gd name="T5" fmla="*/ 1 h 9"/>
                  <a:gd name="T6" fmla="*/ 5 w 10"/>
                  <a:gd name="T7" fmla="*/ 0 h 9"/>
                  <a:gd name="T8" fmla="*/ 2 w 10"/>
                  <a:gd name="T9" fmla="*/ 1 h 9"/>
                  <a:gd name="T10" fmla="*/ 2 w 10"/>
                  <a:gd name="T11" fmla="*/ 1 h 9"/>
                  <a:gd name="T12" fmla="*/ 0 w 10"/>
                  <a:gd name="T13" fmla="*/ 5 h 9"/>
                  <a:gd name="T14" fmla="*/ 2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5"/>
                    </a:lnTo>
                    <a:lnTo>
                      <a:pt x="9" y="1"/>
                    </a:lnTo>
                    <a:lnTo>
                      <a:pt x="5" y="0"/>
                    </a:lnTo>
                    <a:lnTo>
                      <a:pt x="2" y="1"/>
                    </a:lnTo>
                    <a:lnTo>
                      <a:pt x="0" y="5"/>
                    </a:lnTo>
                    <a:lnTo>
                      <a:pt x="2"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grpSp>
          <p:nvGrpSpPr>
            <p:cNvPr id="35207" name="Group 392"/>
            <p:cNvGrpSpPr>
              <a:grpSpLocks/>
            </p:cNvGrpSpPr>
            <p:nvPr/>
          </p:nvGrpSpPr>
          <p:grpSpPr bwMode="auto">
            <a:xfrm>
              <a:off x="4160" y="3474"/>
              <a:ext cx="198" cy="535"/>
              <a:chOff x="4160" y="3474"/>
              <a:chExt cx="198" cy="535"/>
            </a:xfrm>
          </p:grpSpPr>
          <p:sp>
            <p:nvSpPr>
              <p:cNvPr id="35208" name="Freeform 393"/>
              <p:cNvSpPr>
                <a:spLocks noChangeArrowheads="1"/>
              </p:cNvSpPr>
              <p:nvPr/>
            </p:nvSpPr>
            <p:spPr bwMode="auto">
              <a:xfrm>
                <a:off x="4165" y="3478"/>
                <a:ext cx="188" cy="531"/>
              </a:xfrm>
              <a:custGeom>
                <a:avLst/>
                <a:gdLst>
                  <a:gd name="T0" fmla="*/ 0 w 188"/>
                  <a:gd name="T1" fmla="*/ 156 h 531"/>
                  <a:gd name="T2" fmla="*/ 0 w 188"/>
                  <a:gd name="T3" fmla="*/ 531 h 531"/>
                  <a:gd name="T4" fmla="*/ 188 w 188"/>
                  <a:gd name="T5" fmla="*/ 313 h 531"/>
                  <a:gd name="T6" fmla="*/ 188 w 188"/>
                  <a:gd name="T7" fmla="*/ 0 h 531"/>
                  <a:gd name="T8" fmla="*/ 0 w 188"/>
                  <a:gd name="T9" fmla="*/ 156 h 531"/>
                </a:gdLst>
                <a:ahLst/>
                <a:cxnLst>
                  <a:cxn ang="0">
                    <a:pos x="T0" y="T1"/>
                  </a:cxn>
                  <a:cxn ang="0">
                    <a:pos x="T2" y="T3"/>
                  </a:cxn>
                  <a:cxn ang="0">
                    <a:pos x="T4" y="T5"/>
                  </a:cxn>
                  <a:cxn ang="0">
                    <a:pos x="T6" y="T7"/>
                  </a:cxn>
                  <a:cxn ang="0">
                    <a:pos x="T8" y="T9"/>
                  </a:cxn>
                </a:cxnLst>
                <a:rect l="0" t="0" r="r" b="b"/>
                <a:pathLst>
                  <a:path w="188" h="531">
                    <a:moveTo>
                      <a:pt x="0" y="156"/>
                    </a:moveTo>
                    <a:lnTo>
                      <a:pt x="0" y="531"/>
                    </a:lnTo>
                    <a:lnTo>
                      <a:pt x="188" y="313"/>
                    </a:lnTo>
                    <a:lnTo>
                      <a:pt x="188" y="0"/>
                    </a:lnTo>
                    <a:lnTo>
                      <a:pt x="0" y="156"/>
                    </a:lnTo>
                    <a:close/>
                  </a:path>
                </a:pathLst>
              </a:custGeom>
              <a:solidFill>
                <a:srgbClr val="6767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09" name="Freeform 394"/>
              <p:cNvSpPr>
                <a:spLocks noChangeArrowheads="1"/>
              </p:cNvSpPr>
              <p:nvPr/>
            </p:nvSpPr>
            <p:spPr bwMode="auto">
              <a:xfrm>
                <a:off x="4160" y="3629"/>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0" name="Freeform 395"/>
              <p:cNvSpPr>
                <a:spLocks noChangeArrowheads="1"/>
              </p:cNvSpPr>
              <p:nvPr/>
            </p:nvSpPr>
            <p:spPr bwMode="auto">
              <a:xfrm>
                <a:off x="4160" y="3648"/>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1" name="Freeform 396"/>
              <p:cNvSpPr>
                <a:spLocks noChangeArrowheads="1"/>
              </p:cNvSpPr>
              <p:nvPr/>
            </p:nvSpPr>
            <p:spPr bwMode="auto">
              <a:xfrm>
                <a:off x="4160" y="366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2" name="Freeform 397"/>
              <p:cNvSpPr>
                <a:spLocks noChangeArrowheads="1"/>
              </p:cNvSpPr>
              <p:nvPr/>
            </p:nvSpPr>
            <p:spPr bwMode="auto">
              <a:xfrm>
                <a:off x="4160" y="3686"/>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3" name="Freeform 398"/>
              <p:cNvSpPr>
                <a:spLocks noChangeArrowheads="1"/>
              </p:cNvSpPr>
              <p:nvPr/>
            </p:nvSpPr>
            <p:spPr bwMode="auto">
              <a:xfrm>
                <a:off x="4160" y="3706"/>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4" name="Freeform 399"/>
              <p:cNvSpPr>
                <a:spLocks noChangeArrowheads="1"/>
              </p:cNvSpPr>
              <p:nvPr/>
            </p:nvSpPr>
            <p:spPr bwMode="auto">
              <a:xfrm>
                <a:off x="4160" y="3725"/>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5" name="Freeform 400"/>
              <p:cNvSpPr>
                <a:spLocks noChangeArrowheads="1"/>
              </p:cNvSpPr>
              <p:nvPr/>
            </p:nvSpPr>
            <p:spPr bwMode="auto">
              <a:xfrm>
                <a:off x="4160" y="3744"/>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6" name="Freeform 401"/>
              <p:cNvSpPr>
                <a:spLocks noChangeArrowheads="1"/>
              </p:cNvSpPr>
              <p:nvPr/>
            </p:nvSpPr>
            <p:spPr bwMode="auto">
              <a:xfrm>
                <a:off x="4160" y="3763"/>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7" name="Freeform 402"/>
              <p:cNvSpPr>
                <a:spLocks noChangeArrowheads="1"/>
              </p:cNvSpPr>
              <p:nvPr/>
            </p:nvSpPr>
            <p:spPr bwMode="auto">
              <a:xfrm>
                <a:off x="4160" y="3782"/>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8" name="Freeform 403"/>
              <p:cNvSpPr>
                <a:spLocks noChangeArrowheads="1"/>
              </p:cNvSpPr>
              <p:nvPr/>
            </p:nvSpPr>
            <p:spPr bwMode="auto">
              <a:xfrm>
                <a:off x="4160" y="3802"/>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19" name="Freeform 404"/>
              <p:cNvSpPr>
                <a:spLocks noChangeArrowheads="1"/>
              </p:cNvSpPr>
              <p:nvPr/>
            </p:nvSpPr>
            <p:spPr bwMode="auto">
              <a:xfrm>
                <a:off x="4160" y="3821"/>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0" name="Freeform 405"/>
              <p:cNvSpPr>
                <a:spLocks noChangeArrowheads="1"/>
              </p:cNvSpPr>
              <p:nvPr/>
            </p:nvSpPr>
            <p:spPr bwMode="auto">
              <a:xfrm>
                <a:off x="4160" y="3840"/>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1" name="Freeform 406"/>
              <p:cNvSpPr>
                <a:spLocks noChangeArrowheads="1"/>
              </p:cNvSpPr>
              <p:nvPr/>
            </p:nvSpPr>
            <p:spPr bwMode="auto">
              <a:xfrm>
                <a:off x="4160" y="3859"/>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2" name="Freeform 407"/>
              <p:cNvSpPr>
                <a:spLocks noChangeArrowheads="1"/>
              </p:cNvSpPr>
              <p:nvPr/>
            </p:nvSpPr>
            <p:spPr bwMode="auto">
              <a:xfrm>
                <a:off x="4160" y="3879"/>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3" name="Freeform 408"/>
              <p:cNvSpPr>
                <a:spLocks noChangeArrowheads="1"/>
              </p:cNvSpPr>
              <p:nvPr/>
            </p:nvSpPr>
            <p:spPr bwMode="auto">
              <a:xfrm>
                <a:off x="4160" y="3898"/>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4" name="Freeform 409"/>
              <p:cNvSpPr>
                <a:spLocks noChangeArrowheads="1"/>
              </p:cNvSpPr>
              <p:nvPr/>
            </p:nvSpPr>
            <p:spPr bwMode="auto">
              <a:xfrm>
                <a:off x="4160" y="391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5" name="Freeform 410"/>
              <p:cNvSpPr>
                <a:spLocks noChangeArrowheads="1"/>
              </p:cNvSpPr>
              <p:nvPr/>
            </p:nvSpPr>
            <p:spPr bwMode="auto">
              <a:xfrm>
                <a:off x="4160" y="3936"/>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6" name="Freeform 411"/>
              <p:cNvSpPr>
                <a:spLocks noChangeArrowheads="1"/>
              </p:cNvSpPr>
              <p:nvPr/>
            </p:nvSpPr>
            <p:spPr bwMode="auto">
              <a:xfrm>
                <a:off x="4160" y="3955"/>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7" name="Freeform 412"/>
              <p:cNvSpPr>
                <a:spLocks noChangeArrowheads="1"/>
              </p:cNvSpPr>
              <p:nvPr/>
            </p:nvSpPr>
            <p:spPr bwMode="auto">
              <a:xfrm>
                <a:off x="4160" y="3975"/>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8" name="Freeform 413"/>
              <p:cNvSpPr>
                <a:spLocks noChangeArrowheads="1"/>
              </p:cNvSpPr>
              <p:nvPr/>
            </p:nvSpPr>
            <p:spPr bwMode="auto">
              <a:xfrm>
                <a:off x="4160" y="3994"/>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29" name="Freeform 414"/>
              <p:cNvSpPr>
                <a:spLocks noChangeArrowheads="1"/>
              </p:cNvSpPr>
              <p:nvPr/>
            </p:nvSpPr>
            <p:spPr bwMode="auto">
              <a:xfrm>
                <a:off x="4166" y="3999"/>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0" name="Freeform 415"/>
              <p:cNvSpPr>
                <a:spLocks noChangeArrowheads="1"/>
              </p:cNvSpPr>
              <p:nvPr/>
            </p:nvSpPr>
            <p:spPr bwMode="auto">
              <a:xfrm>
                <a:off x="4178" y="3984"/>
                <a:ext cx="10" cy="10"/>
              </a:xfrm>
              <a:custGeom>
                <a:avLst/>
                <a:gdLst>
                  <a:gd name="T0" fmla="*/ 1 w 10"/>
                  <a:gd name="T1" fmla="*/ 1 h 10"/>
                  <a:gd name="T2" fmla="*/ 0 w 10"/>
                  <a:gd name="T3" fmla="*/ 5 h 10"/>
                  <a:gd name="T4" fmla="*/ 1 w 10"/>
                  <a:gd name="T5" fmla="*/ 7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9"/>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1" name="Freeform 416"/>
              <p:cNvSpPr>
                <a:spLocks noChangeArrowheads="1"/>
              </p:cNvSpPr>
              <p:nvPr/>
            </p:nvSpPr>
            <p:spPr bwMode="auto">
              <a:xfrm>
                <a:off x="4190" y="3969"/>
                <a:ext cx="10" cy="9"/>
              </a:xfrm>
              <a:custGeom>
                <a:avLst/>
                <a:gdLst>
                  <a:gd name="T0" fmla="*/ 1 w 10"/>
                  <a:gd name="T1" fmla="*/ 1 h 9"/>
                  <a:gd name="T2" fmla="*/ 0 w 10"/>
                  <a:gd name="T3" fmla="*/ 4 h 9"/>
                  <a:gd name="T4" fmla="*/ 3 w 10"/>
                  <a:gd name="T5" fmla="*/ 8 h 9"/>
                  <a:gd name="T6" fmla="*/ 5 w 10"/>
                  <a:gd name="T7" fmla="*/ 9 h 9"/>
                  <a:gd name="T8" fmla="*/ 9 w 10"/>
                  <a:gd name="T9" fmla="*/ 8 h 9"/>
                  <a:gd name="T10" fmla="*/ 9 w 10"/>
                  <a:gd name="T11" fmla="*/ 8 h 9"/>
                  <a:gd name="T12" fmla="*/ 10 w 10"/>
                  <a:gd name="T13" fmla="*/ 4 h 9"/>
                  <a:gd name="T14" fmla="*/ 9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3" y="8"/>
                    </a:lnTo>
                    <a:lnTo>
                      <a:pt x="5" y="9"/>
                    </a:lnTo>
                    <a:lnTo>
                      <a:pt x="9" y="8"/>
                    </a:lnTo>
                    <a:lnTo>
                      <a:pt x="10" y="4"/>
                    </a:lnTo>
                    <a:lnTo>
                      <a:pt x="9"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2" name="Freeform 417"/>
              <p:cNvSpPr>
                <a:spLocks noChangeArrowheads="1"/>
              </p:cNvSpPr>
              <p:nvPr/>
            </p:nvSpPr>
            <p:spPr bwMode="auto">
              <a:xfrm>
                <a:off x="4203" y="3954"/>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3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3"/>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3" name="Freeform 418"/>
              <p:cNvSpPr>
                <a:spLocks noChangeArrowheads="1"/>
              </p:cNvSpPr>
              <p:nvPr/>
            </p:nvSpPr>
            <p:spPr bwMode="auto">
              <a:xfrm>
                <a:off x="4215" y="3940"/>
                <a:ext cx="10" cy="9"/>
              </a:xfrm>
              <a:custGeom>
                <a:avLst/>
                <a:gdLst>
                  <a:gd name="T0" fmla="*/ 2 w 10"/>
                  <a:gd name="T1" fmla="*/ 1 h 9"/>
                  <a:gd name="T2" fmla="*/ 0 w 10"/>
                  <a:gd name="T3" fmla="*/ 5 h 9"/>
                  <a:gd name="T4" fmla="*/ 3 w 10"/>
                  <a:gd name="T5" fmla="*/ 8 h 9"/>
                  <a:gd name="T6" fmla="*/ 5 w 10"/>
                  <a:gd name="T7" fmla="*/ 9 h 9"/>
                  <a:gd name="T8" fmla="*/ 9 w 10"/>
                  <a:gd name="T9" fmla="*/ 8 h 9"/>
                  <a:gd name="T10" fmla="*/ 9 w 10"/>
                  <a:gd name="T11" fmla="*/ 8 h 9"/>
                  <a:gd name="T12" fmla="*/ 10 w 10"/>
                  <a:gd name="T13" fmla="*/ 5 h 9"/>
                  <a:gd name="T14" fmla="*/ 9 w 10"/>
                  <a:gd name="T15" fmla="*/ 1 h 9"/>
                  <a:gd name="T16" fmla="*/ 5 w 10"/>
                  <a:gd name="T17" fmla="*/ 0 h 9"/>
                  <a:gd name="T18" fmla="*/ 2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2" y="1"/>
                    </a:moveTo>
                    <a:lnTo>
                      <a:pt x="0" y="5"/>
                    </a:lnTo>
                    <a:lnTo>
                      <a:pt x="3" y="8"/>
                    </a:lnTo>
                    <a:lnTo>
                      <a:pt x="5" y="9"/>
                    </a:lnTo>
                    <a:lnTo>
                      <a:pt x="9" y="8"/>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4" name="Freeform 419"/>
              <p:cNvSpPr>
                <a:spLocks noChangeArrowheads="1"/>
              </p:cNvSpPr>
              <p:nvPr/>
            </p:nvSpPr>
            <p:spPr bwMode="auto">
              <a:xfrm>
                <a:off x="4229" y="3925"/>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5" name="Freeform 420"/>
              <p:cNvSpPr>
                <a:spLocks noChangeArrowheads="1"/>
              </p:cNvSpPr>
              <p:nvPr/>
            </p:nvSpPr>
            <p:spPr bwMode="auto">
              <a:xfrm>
                <a:off x="4241" y="3911"/>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6" name="Freeform 421"/>
              <p:cNvSpPr>
                <a:spLocks noChangeArrowheads="1"/>
              </p:cNvSpPr>
              <p:nvPr/>
            </p:nvSpPr>
            <p:spPr bwMode="auto">
              <a:xfrm>
                <a:off x="4254" y="3897"/>
                <a:ext cx="9" cy="9"/>
              </a:xfrm>
              <a:custGeom>
                <a:avLst/>
                <a:gdLst>
                  <a:gd name="T0" fmla="*/ 1 w 9"/>
                  <a:gd name="T1" fmla="*/ 1 h 9"/>
                  <a:gd name="T2" fmla="*/ 0 w 9"/>
                  <a:gd name="T3" fmla="*/ 4 h 9"/>
                  <a:gd name="T4" fmla="*/ 1 w 9"/>
                  <a:gd name="T5" fmla="*/ 8 h 9"/>
                  <a:gd name="T6" fmla="*/ 5 w 9"/>
                  <a:gd name="T7" fmla="*/ 9 h 9"/>
                  <a:gd name="T8" fmla="*/ 8 w 9"/>
                  <a:gd name="T9" fmla="*/ 8 h 9"/>
                  <a:gd name="T10" fmla="*/ 8 w 9"/>
                  <a:gd name="T11" fmla="*/ 8 h 9"/>
                  <a:gd name="T12" fmla="*/ 9 w 9"/>
                  <a:gd name="T13" fmla="*/ 4 h 9"/>
                  <a:gd name="T14" fmla="*/ 8 w 9"/>
                  <a:gd name="T15" fmla="*/ 1 h 9"/>
                  <a:gd name="T16" fmla="*/ 5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5" y="9"/>
                    </a:lnTo>
                    <a:lnTo>
                      <a:pt x="8" y="8"/>
                    </a:lnTo>
                    <a:lnTo>
                      <a:pt x="9" y="4"/>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7" name="Freeform 422"/>
              <p:cNvSpPr>
                <a:spLocks noChangeArrowheads="1"/>
              </p:cNvSpPr>
              <p:nvPr/>
            </p:nvSpPr>
            <p:spPr bwMode="auto">
              <a:xfrm>
                <a:off x="4266" y="3882"/>
                <a:ext cx="9" cy="10"/>
              </a:xfrm>
              <a:custGeom>
                <a:avLst/>
                <a:gdLst>
                  <a:gd name="T0" fmla="*/ 1 w 9"/>
                  <a:gd name="T1" fmla="*/ 1 h 10"/>
                  <a:gd name="T2" fmla="*/ 0 w 9"/>
                  <a:gd name="T3" fmla="*/ 5 h 10"/>
                  <a:gd name="T4" fmla="*/ 1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8" name="Freeform 423"/>
              <p:cNvSpPr>
                <a:spLocks noChangeArrowheads="1"/>
              </p:cNvSpPr>
              <p:nvPr/>
            </p:nvSpPr>
            <p:spPr bwMode="auto">
              <a:xfrm>
                <a:off x="4279" y="3868"/>
                <a:ext cx="10" cy="9"/>
              </a:xfrm>
              <a:custGeom>
                <a:avLst/>
                <a:gdLst>
                  <a:gd name="T0" fmla="*/ 1 w 10"/>
                  <a:gd name="T1" fmla="*/ 1 h 9"/>
                  <a:gd name="T2" fmla="*/ 0 w 10"/>
                  <a:gd name="T3" fmla="*/ 5 h 9"/>
                  <a:gd name="T4" fmla="*/ 1 w 10"/>
                  <a:gd name="T5" fmla="*/ 7 h 9"/>
                  <a:gd name="T6" fmla="*/ 5 w 10"/>
                  <a:gd name="T7" fmla="*/ 9 h 9"/>
                  <a:gd name="T8" fmla="*/ 8 w 10"/>
                  <a:gd name="T9" fmla="*/ 8 h 9"/>
                  <a:gd name="T10" fmla="*/ 8 w 10"/>
                  <a:gd name="T11" fmla="*/ 8 h 9"/>
                  <a:gd name="T12" fmla="*/ 10 w 10"/>
                  <a:gd name="T13" fmla="*/ 5 h 9"/>
                  <a:gd name="T14" fmla="*/ 8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7"/>
                    </a:lnTo>
                    <a:lnTo>
                      <a:pt x="5" y="9"/>
                    </a:lnTo>
                    <a:lnTo>
                      <a:pt x="8" y="8"/>
                    </a:lnTo>
                    <a:lnTo>
                      <a:pt x="10"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39" name="Freeform 424"/>
              <p:cNvSpPr>
                <a:spLocks noChangeArrowheads="1"/>
              </p:cNvSpPr>
              <p:nvPr/>
            </p:nvSpPr>
            <p:spPr bwMode="auto">
              <a:xfrm>
                <a:off x="4291" y="3853"/>
                <a:ext cx="10" cy="10"/>
              </a:xfrm>
              <a:custGeom>
                <a:avLst/>
                <a:gdLst>
                  <a:gd name="T0" fmla="*/ 1 w 10"/>
                  <a:gd name="T1" fmla="*/ 2 h 10"/>
                  <a:gd name="T2" fmla="*/ 0 w 10"/>
                  <a:gd name="T3" fmla="*/ 5 h 10"/>
                  <a:gd name="T4" fmla="*/ 1 w 10"/>
                  <a:gd name="T5" fmla="*/ 8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8"/>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0" name="Freeform 425"/>
              <p:cNvSpPr>
                <a:spLocks noChangeArrowheads="1"/>
              </p:cNvSpPr>
              <p:nvPr/>
            </p:nvSpPr>
            <p:spPr bwMode="auto">
              <a:xfrm>
                <a:off x="4304" y="3838"/>
                <a:ext cx="10" cy="9"/>
              </a:xfrm>
              <a:custGeom>
                <a:avLst/>
                <a:gdLst>
                  <a:gd name="T0" fmla="*/ 1 w 10"/>
                  <a:gd name="T1" fmla="*/ 1 h 9"/>
                  <a:gd name="T2" fmla="*/ 0 w 10"/>
                  <a:gd name="T3" fmla="*/ 5 h 9"/>
                  <a:gd name="T4" fmla="*/ 1 w 10"/>
                  <a:gd name="T5" fmla="*/ 8 h 9"/>
                  <a:gd name="T6" fmla="*/ 5 w 10"/>
                  <a:gd name="T7" fmla="*/ 9 h 9"/>
                  <a:gd name="T8" fmla="*/ 9 w 10"/>
                  <a:gd name="T9" fmla="*/ 8 h 9"/>
                  <a:gd name="T10" fmla="*/ 9 w 10"/>
                  <a:gd name="T11" fmla="*/ 8 h 9"/>
                  <a:gd name="T12" fmla="*/ 10 w 10"/>
                  <a:gd name="T13" fmla="*/ 5 h 9"/>
                  <a:gd name="T14" fmla="*/ 7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8"/>
                    </a:lnTo>
                    <a:lnTo>
                      <a:pt x="5" y="9"/>
                    </a:lnTo>
                    <a:lnTo>
                      <a:pt x="9" y="8"/>
                    </a:lnTo>
                    <a:lnTo>
                      <a:pt x="10" y="5"/>
                    </a:lnTo>
                    <a:lnTo>
                      <a:pt x="7"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1" name="Freeform 426"/>
              <p:cNvSpPr>
                <a:spLocks noChangeArrowheads="1"/>
              </p:cNvSpPr>
              <p:nvPr/>
            </p:nvSpPr>
            <p:spPr bwMode="auto">
              <a:xfrm>
                <a:off x="4316" y="3823"/>
                <a:ext cx="10" cy="10"/>
              </a:xfrm>
              <a:custGeom>
                <a:avLst/>
                <a:gdLst>
                  <a:gd name="T0" fmla="*/ 1 w 10"/>
                  <a:gd name="T1" fmla="*/ 2 h 10"/>
                  <a:gd name="T2" fmla="*/ 0 w 10"/>
                  <a:gd name="T3" fmla="*/ 5 h 10"/>
                  <a:gd name="T4" fmla="*/ 1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9" y="9"/>
                    </a:lnTo>
                    <a:lnTo>
                      <a:pt x="10" y="5"/>
                    </a:lnTo>
                    <a:lnTo>
                      <a:pt x="9"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2" name="Freeform 427"/>
              <p:cNvSpPr>
                <a:spLocks noChangeArrowheads="1"/>
              </p:cNvSpPr>
              <p:nvPr/>
            </p:nvSpPr>
            <p:spPr bwMode="auto">
              <a:xfrm>
                <a:off x="4328" y="3809"/>
                <a:ext cx="10" cy="10"/>
              </a:xfrm>
              <a:custGeom>
                <a:avLst/>
                <a:gdLst>
                  <a:gd name="T0" fmla="*/ 1 w 10"/>
                  <a:gd name="T1" fmla="*/ 1 h 10"/>
                  <a:gd name="T2" fmla="*/ 0 w 10"/>
                  <a:gd name="T3" fmla="*/ 5 h 10"/>
                  <a:gd name="T4" fmla="*/ 3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3"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3" name="Freeform 428"/>
              <p:cNvSpPr>
                <a:spLocks noChangeArrowheads="1"/>
              </p:cNvSpPr>
              <p:nvPr/>
            </p:nvSpPr>
            <p:spPr bwMode="auto">
              <a:xfrm>
                <a:off x="4341" y="3794"/>
                <a:ext cx="10" cy="10"/>
              </a:xfrm>
              <a:custGeom>
                <a:avLst/>
                <a:gdLst>
                  <a:gd name="T0" fmla="*/ 2 w 10"/>
                  <a:gd name="T1" fmla="*/ 2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9"/>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4" name="Freeform 429"/>
              <p:cNvSpPr>
                <a:spLocks noChangeArrowheads="1"/>
              </p:cNvSpPr>
              <p:nvPr/>
            </p:nvSpPr>
            <p:spPr bwMode="auto">
              <a:xfrm>
                <a:off x="4349" y="3778"/>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5" name="Freeform 430"/>
              <p:cNvSpPr>
                <a:spLocks noChangeArrowheads="1"/>
              </p:cNvSpPr>
              <p:nvPr/>
            </p:nvSpPr>
            <p:spPr bwMode="auto">
              <a:xfrm>
                <a:off x="4349" y="3758"/>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6" name="Freeform 431"/>
              <p:cNvSpPr>
                <a:spLocks noChangeArrowheads="1"/>
              </p:cNvSpPr>
              <p:nvPr/>
            </p:nvSpPr>
            <p:spPr bwMode="auto">
              <a:xfrm>
                <a:off x="4349" y="3739"/>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7" name="Freeform 432"/>
              <p:cNvSpPr>
                <a:spLocks noChangeArrowheads="1"/>
              </p:cNvSpPr>
              <p:nvPr/>
            </p:nvSpPr>
            <p:spPr bwMode="auto">
              <a:xfrm>
                <a:off x="4349" y="3720"/>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8" name="Freeform 433"/>
              <p:cNvSpPr>
                <a:spLocks noChangeArrowheads="1"/>
              </p:cNvSpPr>
              <p:nvPr/>
            </p:nvSpPr>
            <p:spPr bwMode="auto">
              <a:xfrm>
                <a:off x="4349" y="3701"/>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49" name="Freeform 434"/>
              <p:cNvSpPr>
                <a:spLocks noChangeArrowheads="1"/>
              </p:cNvSpPr>
              <p:nvPr/>
            </p:nvSpPr>
            <p:spPr bwMode="auto">
              <a:xfrm>
                <a:off x="4349" y="3682"/>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0" name="Freeform 435"/>
              <p:cNvSpPr>
                <a:spLocks noChangeArrowheads="1"/>
              </p:cNvSpPr>
              <p:nvPr/>
            </p:nvSpPr>
            <p:spPr bwMode="auto">
              <a:xfrm>
                <a:off x="4349" y="3662"/>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1" name="Freeform 436"/>
              <p:cNvSpPr>
                <a:spLocks noChangeArrowheads="1"/>
              </p:cNvSpPr>
              <p:nvPr/>
            </p:nvSpPr>
            <p:spPr bwMode="auto">
              <a:xfrm>
                <a:off x="4349" y="3643"/>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2" name="Freeform 437"/>
              <p:cNvSpPr>
                <a:spLocks noChangeArrowheads="1"/>
              </p:cNvSpPr>
              <p:nvPr/>
            </p:nvSpPr>
            <p:spPr bwMode="auto">
              <a:xfrm>
                <a:off x="4349" y="3624"/>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3" name="Freeform 438"/>
              <p:cNvSpPr>
                <a:spLocks noChangeArrowheads="1"/>
              </p:cNvSpPr>
              <p:nvPr/>
            </p:nvSpPr>
            <p:spPr bwMode="auto">
              <a:xfrm>
                <a:off x="4349" y="3605"/>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4" name="Freeform 439"/>
              <p:cNvSpPr>
                <a:spLocks noChangeArrowheads="1"/>
              </p:cNvSpPr>
              <p:nvPr/>
            </p:nvSpPr>
            <p:spPr bwMode="auto">
              <a:xfrm>
                <a:off x="4349" y="3586"/>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5" name="Freeform 440"/>
              <p:cNvSpPr>
                <a:spLocks noChangeArrowheads="1"/>
              </p:cNvSpPr>
              <p:nvPr/>
            </p:nvSpPr>
            <p:spPr bwMode="auto">
              <a:xfrm>
                <a:off x="4349" y="3566"/>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6" name="Freeform 441"/>
              <p:cNvSpPr>
                <a:spLocks noChangeArrowheads="1"/>
              </p:cNvSpPr>
              <p:nvPr/>
            </p:nvSpPr>
            <p:spPr bwMode="auto">
              <a:xfrm>
                <a:off x="4349" y="3547"/>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7" name="Freeform 442"/>
              <p:cNvSpPr>
                <a:spLocks noChangeArrowheads="1"/>
              </p:cNvSpPr>
              <p:nvPr/>
            </p:nvSpPr>
            <p:spPr bwMode="auto">
              <a:xfrm>
                <a:off x="4349" y="3528"/>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8" name="Freeform 443"/>
              <p:cNvSpPr>
                <a:spLocks noChangeArrowheads="1"/>
              </p:cNvSpPr>
              <p:nvPr/>
            </p:nvSpPr>
            <p:spPr bwMode="auto">
              <a:xfrm>
                <a:off x="4349" y="3509"/>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59" name="Freeform 444"/>
              <p:cNvSpPr>
                <a:spLocks noChangeArrowheads="1"/>
              </p:cNvSpPr>
              <p:nvPr/>
            </p:nvSpPr>
            <p:spPr bwMode="auto">
              <a:xfrm>
                <a:off x="4349" y="3490"/>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0" name="Freeform 445"/>
              <p:cNvSpPr>
                <a:spLocks noChangeArrowheads="1"/>
              </p:cNvSpPr>
              <p:nvPr/>
            </p:nvSpPr>
            <p:spPr bwMode="auto">
              <a:xfrm>
                <a:off x="4347" y="347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1" name="Freeform 446"/>
              <p:cNvSpPr>
                <a:spLocks noChangeArrowheads="1"/>
              </p:cNvSpPr>
              <p:nvPr/>
            </p:nvSpPr>
            <p:spPr bwMode="auto">
              <a:xfrm>
                <a:off x="4332" y="3486"/>
                <a:ext cx="9" cy="10"/>
              </a:xfrm>
              <a:custGeom>
                <a:avLst/>
                <a:gdLst>
                  <a:gd name="T0" fmla="*/ 8 w 9"/>
                  <a:gd name="T1" fmla="*/ 8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2 w 9"/>
                  <a:gd name="T15" fmla="*/ 8 h 10"/>
                  <a:gd name="T16" fmla="*/ 5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5" y="0"/>
                    </a:lnTo>
                    <a:lnTo>
                      <a:pt x="1" y="1"/>
                    </a:lnTo>
                    <a:lnTo>
                      <a:pt x="0" y="5"/>
                    </a:lnTo>
                    <a:lnTo>
                      <a:pt x="2"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2" name="Freeform 447"/>
              <p:cNvSpPr>
                <a:spLocks noChangeArrowheads="1"/>
              </p:cNvSpPr>
              <p:nvPr/>
            </p:nvSpPr>
            <p:spPr bwMode="auto">
              <a:xfrm>
                <a:off x="4317" y="3498"/>
                <a:ext cx="10" cy="10"/>
              </a:xfrm>
              <a:custGeom>
                <a:avLst/>
                <a:gdLst>
                  <a:gd name="T0" fmla="*/ 9 w 10"/>
                  <a:gd name="T1" fmla="*/ 8 h 10"/>
                  <a:gd name="T2" fmla="*/ 10 w 10"/>
                  <a:gd name="T3" fmla="*/ 5 h 10"/>
                  <a:gd name="T4" fmla="*/ 9 w 10"/>
                  <a:gd name="T5" fmla="*/ 2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2"/>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3" name="Freeform 448"/>
              <p:cNvSpPr>
                <a:spLocks noChangeArrowheads="1"/>
              </p:cNvSpPr>
              <p:nvPr/>
            </p:nvSpPr>
            <p:spPr bwMode="auto">
              <a:xfrm>
                <a:off x="4303" y="3511"/>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7"/>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4" name="Freeform 449"/>
              <p:cNvSpPr>
                <a:spLocks noChangeArrowheads="1"/>
              </p:cNvSpPr>
              <p:nvPr/>
            </p:nvSpPr>
            <p:spPr bwMode="auto">
              <a:xfrm>
                <a:off x="4287" y="3523"/>
                <a:ext cx="10" cy="10"/>
              </a:xfrm>
              <a:custGeom>
                <a:avLst/>
                <a:gdLst>
                  <a:gd name="T0" fmla="*/ 9 w 10"/>
                  <a:gd name="T1" fmla="*/ 9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3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2" y="1"/>
                    </a:lnTo>
                    <a:lnTo>
                      <a:pt x="0" y="5"/>
                    </a:lnTo>
                    <a:lnTo>
                      <a:pt x="3"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5" name="Freeform 450"/>
              <p:cNvSpPr>
                <a:spLocks noChangeArrowheads="1"/>
              </p:cNvSpPr>
              <p:nvPr/>
            </p:nvSpPr>
            <p:spPr bwMode="auto">
              <a:xfrm>
                <a:off x="4273" y="3535"/>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6" name="Freeform 451"/>
              <p:cNvSpPr>
                <a:spLocks noChangeArrowheads="1"/>
              </p:cNvSpPr>
              <p:nvPr/>
            </p:nvSpPr>
            <p:spPr bwMode="auto">
              <a:xfrm>
                <a:off x="4259" y="3547"/>
                <a:ext cx="9" cy="10"/>
              </a:xfrm>
              <a:custGeom>
                <a:avLst/>
                <a:gdLst>
                  <a:gd name="T0" fmla="*/ 8 w 9"/>
                  <a:gd name="T1" fmla="*/ 9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7" name="Freeform 452"/>
              <p:cNvSpPr>
                <a:spLocks noChangeArrowheads="1"/>
              </p:cNvSpPr>
              <p:nvPr/>
            </p:nvSpPr>
            <p:spPr bwMode="auto">
              <a:xfrm>
                <a:off x="4243" y="3559"/>
                <a:ext cx="10" cy="10"/>
              </a:xfrm>
              <a:custGeom>
                <a:avLst/>
                <a:gdLst>
                  <a:gd name="T0" fmla="*/ 8 w 10"/>
                  <a:gd name="T1" fmla="*/ 9 h 10"/>
                  <a:gd name="T2" fmla="*/ 10 w 10"/>
                  <a:gd name="T3" fmla="*/ 5 h 10"/>
                  <a:gd name="T4" fmla="*/ 8 w 10"/>
                  <a:gd name="T5" fmla="*/ 3 h 10"/>
                  <a:gd name="T6" fmla="*/ 5 w 10"/>
                  <a:gd name="T7" fmla="*/ 0 h 10"/>
                  <a:gd name="T8" fmla="*/ 1 w 10"/>
                  <a:gd name="T9" fmla="*/ 1 h 10"/>
                  <a:gd name="T10" fmla="*/ 1 w 10"/>
                  <a:gd name="T11" fmla="*/ 1 h 10"/>
                  <a:gd name="T12" fmla="*/ 0 w 10"/>
                  <a:gd name="T13" fmla="*/ 5 h 10"/>
                  <a:gd name="T14" fmla="*/ 2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3"/>
                    </a:lnTo>
                    <a:lnTo>
                      <a:pt x="5" y="0"/>
                    </a:lnTo>
                    <a:lnTo>
                      <a:pt x="1" y="1"/>
                    </a:lnTo>
                    <a:lnTo>
                      <a:pt x="0" y="5"/>
                    </a:lnTo>
                    <a:lnTo>
                      <a:pt x="2"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8" name="Freeform 453"/>
              <p:cNvSpPr>
                <a:spLocks noChangeArrowheads="1"/>
              </p:cNvSpPr>
              <p:nvPr/>
            </p:nvSpPr>
            <p:spPr bwMode="auto">
              <a:xfrm>
                <a:off x="4229" y="3572"/>
                <a:ext cx="9" cy="10"/>
              </a:xfrm>
              <a:custGeom>
                <a:avLst/>
                <a:gdLst>
                  <a:gd name="T0" fmla="*/ 8 w 9"/>
                  <a:gd name="T1" fmla="*/ 9 h 10"/>
                  <a:gd name="T2" fmla="*/ 9 w 9"/>
                  <a:gd name="T3" fmla="*/ 5 h 10"/>
                  <a:gd name="T4" fmla="*/ 8 w 9"/>
                  <a:gd name="T5" fmla="*/ 2 h 10"/>
                  <a:gd name="T6" fmla="*/ 4 w 9"/>
                  <a:gd name="T7" fmla="*/ 0 h 10"/>
                  <a:gd name="T8" fmla="*/ 1 w 9"/>
                  <a:gd name="T9" fmla="*/ 2 h 10"/>
                  <a:gd name="T10" fmla="*/ 1 w 9"/>
                  <a:gd name="T11" fmla="*/ 2 h 10"/>
                  <a:gd name="T12" fmla="*/ 0 w 9"/>
                  <a:gd name="T13" fmla="*/ 5 h 10"/>
                  <a:gd name="T14" fmla="*/ 1 w 9"/>
                  <a:gd name="T15" fmla="*/ 8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2"/>
                    </a:lnTo>
                    <a:lnTo>
                      <a:pt x="4" y="0"/>
                    </a:lnTo>
                    <a:lnTo>
                      <a:pt x="1" y="2"/>
                    </a:lnTo>
                    <a:lnTo>
                      <a:pt x="0" y="5"/>
                    </a:lnTo>
                    <a:lnTo>
                      <a:pt x="1" y="8"/>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69" name="Freeform 454"/>
              <p:cNvSpPr>
                <a:spLocks noChangeArrowheads="1"/>
              </p:cNvSpPr>
              <p:nvPr/>
            </p:nvSpPr>
            <p:spPr bwMode="auto">
              <a:xfrm>
                <a:off x="4214" y="3584"/>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70" name="Freeform 455"/>
              <p:cNvSpPr>
                <a:spLocks noChangeArrowheads="1"/>
              </p:cNvSpPr>
              <p:nvPr/>
            </p:nvSpPr>
            <p:spPr bwMode="auto">
              <a:xfrm>
                <a:off x="4199" y="3596"/>
                <a:ext cx="10" cy="10"/>
              </a:xfrm>
              <a:custGeom>
                <a:avLst/>
                <a:gdLst>
                  <a:gd name="T0" fmla="*/ 9 w 10"/>
                  <a:gd name="T1" fmla="*/ 9 h 10"/>
                  <a:gd name="T2" fmla="*/ 10 w 10"/>
                  <a:gd name="T3" fmla="*/ 5 h 10"/>
                  <a:gd name="T4" fmla="*/ 8 w 10"/>
                  <a:gd name="T5" fmla="*/ 2 h 10"/>
                  <a:gd name="T6" fmla="*/ 6 w 10"/>
                  <a:gd name="T7" fmla="*/ 0 h 10"/>
                  <a:gd name="T8" fmla="*/ 2 w 10"/>
                  <a:gd name="T9" fmla="*/ 2 h 10"/>
                  <a:gd name="T10" fmla="*/ 1 w 10"/>
                  <a:gd name="T11" fmla="*/ 2 h 10"/>
                  <a:gd name="T12" fmla="*/ 0 w 10"/>
                  <a:gd name="T13" fmla="*/ 5 h 10"/>
                  <a:gd name="T14" fmla="*/ 2 w 10"/>
                  <a:gd name="T15" fmla="*/ 9 h 10"/>
                  <a:gd name="T16" fmla="*/ 4 w 10"/>
                  <a:gd name="T17" fmla="*/ 10 h 10"/>
                  <a:gd name="T18" fmla="*/ 8 w 10"/>
                  <a:gd name="T19" fmla="*/ 9 h 10"/>
                  <a:gd name="T20" fmla="*/ 9 w 10"/>
                  <a:gd name="T2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0">
                    <a:moveTo>
                      <a:pt x="9" y="9"/>
                    </a:moveTo>
                    <a:lnTo>
                      <a:pt x="10" y="5"/>
                    </a:lnTo>
                    <a:lnTo>
                      <a:pt x="8" y="2"/>
                    </a:lnTo>
                    <a:lnTo>
                      <a:pt x="6" y="0"/>
                    </a:lnTo>
                    <a:lnTo>
                      <a:pt x="2" y="2"/>
                    </a:lnTo>
                    <a:lnTo>
                      <a:pt x="1" y="2"/>
                    </a:lnTo>
                    <a:lnTo>
                      <a:pt x="0" y="5"/>
                    </a:lnTo>
                    <a:lnTo>
                      <a:pt x="2" y="9"/>
                    </a:lnTo>
                    <a:lnTo>
                      <a:pt x="4" y="10"/>
                    </a:lnTo>
                    <a:lnTo>
                      <a:pt x="8" y="9"/>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71" name="Freeform 456"/>
              <p:cNvSpPr>
                <a:spLocks noChangeArrowheads="1"/>
              </p:cNvSpPr>
              <p:nvPr/>
            </p:nvSpPr>
            <p:spPr bwMode="auto">
              <a:xfrm>
                <a:off x="4184" y="3608"/>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72" name="Freeform 457"/>
              <p:cNvSpPr>
                <a:spLocks noChangeArrowheads="1"/>
              </p:cNvSpPr>
              <p:nvPr/>
            </p:nvSpPr>
            <p:spPr bwMode="auto">
              <a:xfrm>
                <a:off x="4170" y="3620"/>
                <a:ext cx="9" cy="11"/>
              </a:xfrm>
              <a:custGeom>
                <a:avLst/>
                <a:gdLst>
                  <a:gd name="T0" fmla="*/ 8 w 9"/>
                  <a:gd name="T1" fmla="*/ 9 h 11"/>
                  <a:gd name="T2" fmla="*/ 9 w 9"/>
                  <a:gd name="T3" fmla="*/ 5 h 11"/>
                  <a:gd name="T4" fmla="*/ 8 w 9"/>
                  <a:gd name="T5" fmla="*/ 3 h 11"/>
                  <a:gd name="T6" fmla="*/ 5 w 9"/>
                  <a:gd name="T7" fmla="*/ 0 h 11"/>
                  <a:gd name="T8" fmla="*/ 1 w 9"/>
                  <a:gd name="T9" fmla="*/ 2 h 11"/>
                  <a:gd name="T10" fmla="*/ 1 w 9"/>
                  <a:gd name="T11" fmla="*/ 3 h 11"/>
                  <a:gd name="T12" fmla="*/ 0 w 9"/>
                  <a:gd name="T13" fmla="*/ 6 h 11"/>
                  <a:gd name="T14" fmla="*/ 1 w 9"/>
                  <a:gd name="T15" fmla="*/ 9 h 11"/>
                  <a:gd name="T16" fmla="*/ 5 w 9"/>
                  <a:gd name="T17" fmla="*/ 11 h 11"/>
                  <a:gd name="T18" fmla="*/ 8 w 9"/>
                  <a:gd name="T19" fmla="*/ 10 h 11"/>
                  <a:gd name="T20" fmla="*/ 8 w 9"/>
                  <a:gd name="T2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8" y="9"/>
                    </a:moveTo>
                    <a:lnTo>
                      <a:pt x="9" y="5"/>
                    </a:lnTo>
                    <a:lnTo>
                      <a:pt x="8" y="3"/>
                    </a:lnTo>
                    <a:lnTo>
                      <a:pt x="5" y="0"/>
                    </a:lnTo>
                    <a:lnTo>
                      <a:pt x="1" y="2"/>
                    </a:lnTo>
                    <a:lnTo>
                      <a:pt x="1" y="3"/>
                    </a:lnTo>
                    <a:lnTo>
                      <a:pt x="0" y="6"/>
                    </a:lnTo>
                    <a:lnTo>
                      <a:pt x="1" y="9"/>
                    </a:lnTo>
                    <a:lnTo>
                      <a:pt x="5" y="11"/>
                    </a:lnTo>
                    <a:lnTo>
                      <a:pt x="8"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sp>
          <p:nvSpPr>
            <p:cNvPr id="35273" name="Oval 458"/>
            <p:cNvSpPr>
              <a:spLocks noChangeArrowheads="1"/>
            </p:cNvSpPr>
            <p:nvPr/>
          </p:nvSpPr>
          <p:spPr bwMode="auto">
            <a:xfrm>
              <a:off x="3907" y="3958"/>
              <a:ext cx="2"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74" name="Oval 459"/>
            <p:cNvSpPr>
              <a:spLocks noChangeArrowheads="1"/>
            </p:cNvSpPr>
            <p:nvPr/>
          </p:nvSpPr>
          <p:spPr bwMode="auto">
            <a:xfrm>
              <a:off x="3949"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75" name="Oval 460"/>
            <p:cNvSpPr>
              <a:spLocks noChangeArrowheads="1"/>
            </p:cNvSpPr>
            <p:nvPr/>
          </p:nvSpPr>
          <p:spPr bwMode="auto">
            <a:xfrm>
              <a:off x="3967"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76" name="Rectangle 461"/>
            <p:cNvSpPr>
              <a:spLocks noChangeArrowheads="1"/>
            </p:cNvSpPr>
            <p:nvPr/>
          </p:nvSpPr>
          <p:spPr bwMode="auto">
            <a:xfrm>
              <a:off x="3294" y="3677"/>
              <a:ext cx="819" cy="3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5277" name="Line 462"/>
            <p:cNvSpPr>
              <a:spLocks noChangeShapeType="1"/>
            </p:cNvSpPr>
            <p:nvPr/>
          </p:nvSpPr>
          <p:spPr bwMode="auto">
            <a:xfrm>
              <a:off x="4076"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78" name="Line 463"/>
            <p:cNvSpPr>
              <a:spLocks noChangeShapeType="1"/>
            </p:cNvSpPr>
            <p:nvPr/>
          </p:nvSpPr>
          <p:spPr bwMode="auto">
            <a:xfrm>
              <a:off x="401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79" name="Line 464"/>
            <p:cNvSpPr>
              <a:spLocks noChangeShapeType="1"/>
            </p:cNvSpPr>
            <p:nvPr/>
          </p:nvSpPr>
          <p:spPr bwMode="auto">
            <a:xfrm>
              <a:off x="329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80" name="Line 465"/>
            <p:cNvSpPr>
              <a:spLocks noChangeShapeType="1"/>
            </p:cNvSpPr>
            <p:nvPr/>
          </p:nvSpPr>
          <p:spPr bwMode="auto">
            <a:xfrm flipH="1">
              <a:off x="3278" y="3947"/>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281" name="Rectangle 466"/>
            <p:cNvSpPr>
              <a:spLocks noChangeArrowheads="1"/>
            </p:cNvSpPr>
            <p:nvPr/>
          </p:nvSpPr>
          <p:spPr bwMode="auto">
            <a:xfrm>
              <a:off x="3349" y="3894"/>
              <a:ext cx="8"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2" name="Rectangle 467"/>
            <p:cNvSpPr>
              <a:spLocks noChangeArrowheads="1"/>
            </p:cNvSpPr>
            <p:nvPr/>
          </p:nvSpPr>
          <p:spPr bwMode="auto">
            <a:xfrm>
              <a:off x="3362" y="3889"/>
              <a:ext cx="9" cy="3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3" name="Rectangle 468"/>
            <p:cNvSpPr>
              <a:spLocks noChangeArrowheads="1"/>
            </p:cNvSpPr>
            <p:nvPr/>
          </p:nvSpPr>
          <p:spPr bwMode="auto">
            <a:xfrm>
              <a:off x="3415"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4" name="Rectangle 469"/>
            <p:cNvSpPr>
              <a:spLocks noChangeArrowheads="1"/>
            </p:cNvSpPr>
            <p:nvPr/>
          </p:nvSpPr>
          <p:spPr bwMode="auto">
            <a:xfrm>
              <a:off x="3426"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5" name="Rectangle 470"/>
            <p:cNvSpPr>
              <a:spLocks noChangeArrowheads="1"/>
            </p:cNvSpPr>
            <p:nvPr/>
          </p:nvSpPr>
          <p:spPr bwMode="auto">
            <a:xfrm>
              <a:off x="3446" y="3894"/>
              <a:ext cx="4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6" name="Rectangle 471"/>
            <p:cNvSpPr>
              <a:spLocks noChangeArrowheads="1"/>
            </p:cNvSpPr>
            <p:nvPr/>
          </p:nvSpPr>
          <p:spPr bwMode="auto">
            <a:xfrm>
              <a:off x="3495"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7" name="Rectangle 472"/>
            <p:cNvSpPr>
              <a:spLocks noChangeArrowheads="1"/>
            </p:cNvSpPr>
            <p:nvPr/>
          </p:nvSpPr>
          <p:spPr bwMode="auto">
            <a:xfrm>
              <a:off x="3514" y="3894"/>
              <a:ext cx="1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8" name="Rectangle 473"/>
            <p:cNvSpPr>
              <a:spLocks noChangeArrowheads="1"/>
            </p:cNvSpPr>
            <p:nvPr/>
          </p:nvSpPr>
          <p:spPr bwMode="auto">
            <a:xfrm>
              <a:off x="3545" y="3894"/>
              <a:ext cx="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89" name="Rectangle 474"/>
            <p:cNvSpPr>
              <a:spLocks noChangeArrowheads="1"/>
            </p:cNvSpPr>
            <p:nvPr/>
          </p:nvSpPr>
          <p:spPr bwMode="auto">
            <a:xfrm>
              <a:off x="3573" y="3894"/>
              <a:ext cx="4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90" name="Rectangle 475"/>
            <p:cNvSpPr>
              <a:spLocks noChangeArrowheads="1"/>
            </p:cNvSpPr>
            <p:nvPr/>
          </p:nvSpPr>
          <p:spPr bwMode="auto">
            <a:xfrm>
              <a:off x="3631"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91" name="Rectangle 476"/>
            <p:cNvSpPr>
              <a:spLocks noChangeArrowheads="1"/>
            </p:cNvSpPr>
            <p:nvPr/>
          </p:nvSpPr>
          <p:spPr bwMode="auto">
            <a:xfrm>
              <a:off x="3672" y="3894"/>
              <a:ext cx="1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92" name="Rectangle 477"/>
            <p:cNvSpPr>
              <a:spLocks noChangeArrowheads="1"/>
            </p:cNvSpPr>
            <p:nvPr/>
          </p:nvSpPr>
          <p:spPr bwMode="auto">
            <a:xfrm>
              <a:off x="3693"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293" name="Oval 478"/>
            <p:cNvSpPr>
              <a:spLocks noChangeArrowheads="1"/>
            </p:cNvSpPr>
            <p:nvPr/>
          </p:nvSpPr>
          <p:spPr bwMode="auto">
            <a:xfrm>
              <a:off x="3344"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94" name="Oval 479"/>
            <p:cNvSpPr>
              <a:spLocks noChangeArrowheads="1"/>
            </p:cNvSpPr>
            <p:nvPr/>
          </p:nvSpPr>
          <p:spPr bwMode="auto">
            <a:xfrm>
              <a:off x="3362" y="3881"/>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5295" name="Oval 480"/>
            <p:cNvSpPr>
              <a:spLocks noChangeArrowheads="1"/>
            </p:cNvSpPr>
            <p:nvPr/>
          </p:nvSpPr>
          <p:spPr bwMode="auto">
            <a:xfrm>
              <a:off x="3405" y="3876"/>
              <a:ext cx="20"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296" name="Oval 481"/>
            <p:cNvSpPr>
              <a:spLocks noChangeArrowheads="1"/>
            </p:cNvSpPr>
            <p:nvPr/>
          </p:nvSpPr>
          <p:spPr bwMode="auto">
            <a:xfrm>
              <a:off x="3421"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97" name="Oval 482"/>
            <p:cNvSpPr>
              <a:spLocks noChangeArrowheads="1"/>
            </p:cNvSpPr>
            <p:nvPr/>
          </p:nvSpPr>
          <p:spPr bwMode="auto">
            <a:xfrm>
              <a:off x="3446" y="3886"/>
              <a:ext cx="3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98" name="Oval 483"/>
            <p:cNvSpPr>
              <a:spLocks noChangeArrowheads="1"/>
            </p:cNvSpPr>
            <p:nvPr/>
          </p:nvSpPr>
          <p:spPr bwMode="auto">
            <a:xfrm>
              <a:off x="3495"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299" name="Oval 484"/>
            <p:cNvSpPr>
              <a:spLocks noChangeArrowheads="1"/>
            </p:cNvSpPr>
            <p:nvPr/>
          </p:nvSpPr>
          <p:spPr bwMode="auto">
            <a:xfrm>
              <a:off x="3514" y="3886"/>
              <a:ext cx="11"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00" name="Oval 485"/>
            <p:cNvSpPr>
              <a:spLocks noChangeArrowheads="1"/>
            </p:cNvSpPr>
            <p:nvPr/>
          </p:nvSpPr>
          <p:spPr bwMode="auto">
            <a:xfrm>
              <a:off x="3540"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01" name="Oval 486"/>
            <p:cNvSpPr>
              <a:spLocks noChangeArrowheads="1"/>
            </p:cNvSpPr>
            <p:nvPr/>
          </p:nvSpPr>
          <p:spPr bwMode="auto">
            <a:xfrm>
              <a:off x="3619"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02" name="Oval 487"/>
            <p:cNvSpPr>
              <a:spLocks noChangeArrowheads="1"/>
            </p:cNvSpPr>
            <p:nvPr/>
          </p:nvSpPr>
          <p:spPr bwMode="auto">
            <a:xfrm>
              <a:off x="3631"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03" name="Oval 488"/>
            <p:cNvSpPr>
              <a:spLocks noChangeArrowheads="1"/>
            </p:cNvSpPr>
            <p:nvPr/>
          </p:nvSpPr>
          <p:spPr bwMode="auto">
            <a:xfrm>
              <a:off x="3682" y="3876"/>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04" name="Oval 489"/>
            <p:cNvSpPr>
              <a:spLocks noChangeArrowheads="1"/>
            </p:cNvSpPr>
            <p:nvPr/>
          </p:nvSpPr>
          <p:spPr bwMode="auto">
            <a:xfrm>
              <a:off x="3693"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05" name="Line 490"/>
            <p:cNvSpPr>
              <a:spLocks noChangeShapeType="1"/>
            </p:cNvSpPr>
            <p:nvPr/>
          </p:nvSpPr>
          <p:spPr bwMode="auto">
            <a:xfrm>
              <a:off x="3278" y="384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5306" name="Group 491"/>
            <p:cNvGrpSpPr>
              <a:grpSpLocks/>
            </p:cNvGrpSpPr>
            <p:nvPr/>
          </p:nvGrpSpPr>
          <p:grpSpPr bwMode="auto">
            <a:xfrm>
              <a:off x="3349" y="3796"/>
              <a:ext cx="345" cy="20"/>
              <a:chOff x="3349" y="3796"/>
              <a:chExt cx="345" cy="20"/>
            </a:xfrm>
          </p:grpSpPr>
          <p:sp>
            <p:nvSpPr>
              <p:cNvPr id="35307" name="Rectangle 492"/>
              <p:cNvSpPr>
                <a:spLocks noChangeArrowheads="1"/>
              </p:cNvSpPr>
              <p:nvPr/>
            </p:nvSpPr>
            <p:spPr bwMode="auto">
              <a:xfrm>
                <a:off x="3349" y="3801"/>
                <a:ext cx="8"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08" name="Rectangle 493"/>
              <p:cNvSpPr>
                <a:spLocks noChangeArrowheads="1"/>
              </p:cNvSpPr>
              <p:nvPr/>
            </p:nvSpPr>
            <p:spPr bwMode="auto">
              <a:xfrm>
                <a:off x="3362" y="3796"/>
                <a:ext cx="8" cy="2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09" name="Rectangle 494"/>
              <p:cNvSpPr>
                <a:spLocks noChangeArrowheads="1"/>
              </p:cNvSpPr>
              <p:nvPr/>
            </p:nvSpPr>
            <p:spPr bwMode="auto">
              <a:xfrm>
                <a:off x="3415"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0" name="Rectangle 495"/>
              <p:cNvSpPr>
                <a:spLocks noChangeArrowheads="1"/>
              </p:cNvSpPr>
              <p:nvPr/>
            </p:nvSpPr>
            <p:spPr bwMode="auto">
              <a:xfrm>
                <a:off x="3426"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1" name="Rectangle 496"/>
              <p:cNvSpPr>
                <a:spLocks noChangeArrowheads="1"/>
              </p:cNvSpPr>
              <p:nvPr/>
            </p:nvSpPr>
            <p:spPr bwMode="auto">
              <a:xfrm>
                <a:off x="3446" y="3801"/>
                <a:ext cx="4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2" name="Rectangle 497"/>
              <p:cNvSpPr>
                <a:spLocks noChangeArrowheads="1"/>
              </p:cNvSpPr>
              <p:nvPr/>
            </p:nvSpPr>
            <p:spPr bwMode="auto">
              <a:xfrm>
                <a:off x="3495"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3" name="Rectangle 498"/>
              <p:cNvSpPr>
                <a:spLocks noChangeArrowheads="1"/>
              </p:cNvSpPr>
              <p:nvPr/>
            </p:nvSpPr>
            <p:spPr bwMode="auto">
              <a:xfrm>
                <a:off x="3514" y="3801"/>
                <a:ext cx="1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4" name="Rectangle 499"/>
              <p:cNvSpPr>
                <a:spLocks noChangeArrowheads="1"/>
              </p:cNvSpPr>
              <p:nvPr/>
            </p:nvSpPr>
            <p:spPr bwMode="auto">
              <a:xfrm>
                <a:off x="3545" y="3801"/>
                <a:ext cx="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5" name="Rectangle 500"/>
              <p:cNvSpPr>
                <a:spLocks noChangeArrowheads="1"/>
              </p:cNvSpPr>
              <p:nvPr/>
            </p:nvSpPr>
            <p:spPr bwMode="auto">
              <a:xfrm>
                <a:off x="3573" y="3801"/>
                <a:ext cx="4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6" name="Rectangle 501"/>
              <p:cNvSpPr>
                <a:spLocks noChangeArrowheads="1"/>
              </p:cNvSpPr>
              <p:nvPr/>
            </p:nvSpPr>
            <p:spPr bwMode="auto">
              <a:xfrm>
                <a:off x="3631"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7" name="Rectangle 502"/>
              <p:cNvSpPr>
                <a:spLocks noChangeArrowheads="1"/>
              </p:cNvSpPr>
              <p:nvPr/>
            </p:nvSpPr>
            <p:spPr bwMode="auto">
              <a:xfrm>
                <a:off x="3672" y="3801"/>
                <a:ext cx="1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18" name="Rectangle 503"/>
              <p:cNvSpPr>
                <a:spLocks noChangeArrowheads="1"/>
              </p:cNvSpPr>
              <p:nvPr/>
            </p:nvSpPr>
            <p:spPr bwMode="auto">
              <a:xfrm>
                <a:off x="3693"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5319" name="Oval 504"/>
            <p:cNvSpPr>
              <a:spLocks noChangeArrowheads="1"/>
            </p:cNvSpPr>
            <p:nvPr/>
          </p:nvSpPr>
          <p:spPr bwMode="auto">
            <a:xfrm>
              <a:off x="3344"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20" name="Oval 505"/>
            <p:cNvSpPr>
              <a:spLocks noChangeArrowheads="1"/>
            </p:cNvSpPr>
            <p:nvPr/>
          </p:nvSpPr>
          <p:spPr bwMode="auto">
            <a:xfrm>
              <a:off x="3362"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21" name="Oval 506"/>
            <p:cNvSpPr>
              <a:spLocks noChangeArrowheads="1"/>
            </p:cNvSpPr>
            <p:nvPr/>
          </p:nvSpPr>
          <p:spPr bwMode="auto">
            <a:xfrm>
              <a:off x="341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22" name="Oval 507"/>
            <p:cNvSpPr>
              <a:spLocks noChangeArrowheads="1"/>
            </p:cNvSpPr>
            <p:nvPr/>
          </p:nvSpPr>
          <p:spPr bwMode="auto">
            <a:xfrm>
              <a:off x="3421"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23" name="Oval 508"/>
            <p:cNvSpPr>
              <a:spLocks noChangeArrowheads="1"/>
            </p:cNvSpPr>
            <p:nvPr/>
          </p:nvSpPr>
          <p:spPr bwMode="auto">
            <a:xfrm>
              <a:off x="3436" y="3768"/>
              <a:ext cx="49"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24" name="Oval 509"/>
            <p:cNvSpPr>
              <a:spLocks noChangeArrowheads="1"/>
            </p:cNvSpPr>
            <p:nvPr/>
          </p:nvSpPr>
          <p:spPr bwMode="auto">
            <a:xfrm>
              <a:off x="3484" y="3768"/>
              <a:ext cx="22"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25" name="Oval 510"/>
            <p:cNvSpPr>
              <a:spLocks noChangeArrowheads="1"/>
            </p:cNvSpPr>
            <p:nvPr/>
          </p:nvSpPr>
          <p:spPr bwMode="auto">
            <a:xfrm>
              <a:off x="3505" y="3768"/>
              <a:ext cx="31"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26" name="Oval 511"/>
            <p:cNvSpPr>
              <a:spLocks noChangeArrowheads="1"/>
            </p:cNvSpPr>
            <p:nvPr/>
          </p:nvSpPr>
          <p:spPr bwMode="auto">
            <a:xfrm>
              <a:off x="354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27" name="Oval 512"/>
            <p:cNvSpPr>
              <a:spLocks noChangeArrowheads="1"/>
            </p:cNvSpPr>
            <p:nvPr/>
          </p:nvSpPr>
          <p:spPr bwMode="auto">
            <a:xfrm>
              <a:off x="3619" y="3773"/>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5328" name="Oval 513"/>
            <p:cNvSpPr>
              <a:spLocks noChangeArrowheads="1"/>
            </p:cNvSpPr>
            <p:nvPr/>
          </p:nvSpPr>
          <p:spPr bwMode="auto">
            <a:xfrm>
              <a:off x="3631"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29" name="Oval 514"/>
            <p:cNvSpPr>
              <a:spLocks noChangeArrowheads="1"/>
            </p:cNvSpPr>
            <p:nvPr/>
          </p:nvSpPr>
          <p:spPr bwMode="auto">
            <a:xfrm>
              <a:off x="3682" y="3768"/>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30" name="Oval 515"/>
            <p:cNvSpPr>
              <a:spLocks noChangeArrowheads="1"/>
            </p:cNvSpPr>
            <p:nvPr/>
          </p:nvSpPr>
          <p:spPr bwMode="auto">
            <a:xfrm>
              <a:off x="3693"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31" name="Line 516"/>
            <p:cNvSpPr>
              <a:spLocks noChangeShapeType="1"/>
            </p:cNvSpPr>
            <p:nvPr/>
          </p:nvSpPr>
          <p:spPr bwMode="auto">
            <a:xfrm>
              <a:off x="3278" y="3768"/>
              <a:ext cx="798" cy="1"/>
            </a:xfrm>
            <a:prstGeom prst="line">
              <a:avLst/>
            </a:prstGeom>
            <a:noFill/>
            <a:ln w="15875">
              <a:solidFill>
                <a:srgbClr val="0054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5332" name="Group 517"/>
            <p:cNvGrpSpPr>
              <a:grpSpLocks/>
            </p:cNvGrpSpPr>
            <p:nvPr/>
          </p:nvGrpSpPr>
          <p:grpSpPr bwMode="auto">
            <a:xfrm>
              <a:off x="3349" y="3725"/>
              <a:ext cx="345" cy="14"/>
              <a:chOff x="3349" y="3725"/>
              <a:chExt cx="345" cy="14"/>
            </a:xfrm>
          </p:grpSpPr>
          <p:sp>
            <p:nvSpPr>
              <p:cNvPr id="35333" name="Rectangle 518"/>
              <p:cNvSpPr>
                <a:spLocks noChangeArrowheads="1"/>
              </p:cNvSpPr>
              <p:nvPr/>
            </p:nvSpPr>
            <p:spPr bwMode="auto">
              <a:xfrm>
                <a:off x="3349" y="3730"/>
                <a:ext cx="8"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34" name="Rectangle 519"/>
              <p:cNvSpPr>
                <a:spLocks noChangeArrowheads="1"/>
              </p:cNvSpPr>
              <p:nvPr/>
            </p:nvSpPr>
            <p:spPr bwMode="auto">
              <a:xfrm>
                <a:off x="3362" y="3725"/>
                <a:ext cx="8" cy="1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35" name="Rectangle 520"/>
              <p:cNvSpPr>
                <a:spLocks noChangeArrowheads="1"/>
              </p:cNvSpPr>
              <p:nvPr/>
            </p:nvSpPr>
            <p:spPr bwMode="auto">
              <a:xfrm>
                <a:off x="3415"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36" name="Rectangle 521"/>
              <p:cNvSpPr>
                <a:spLocks noChangeArrowheads="1"/>
              </p:cNvSpPr>
              <p:nvPr/>
            </p:nvSpPr>
            <p:spPr bwMode="auto">
              <a:xfrm>
                <a:off x="3426"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37" name="Rectangle 522"/>
              <p:cNvSpPr>
                <a:spLocks noChangeArrowheads="1"/>
              </p:cNvSpPr>
              <p:nvPr/>
            </p:nvSpPr>
            <p:spPr bwMode="auto">
              <a:xfrm>
                <a:off x="3446" y="3730"/>
                <a:ext cx="4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38" name="Rectangle 523"/>
              <p:cNvSpPr>
                <a:spLocks noChangeArrowheads="1"/>
              </p:cNvSpPr>
              <p:nvPr/>
            </p:nvSpPr>
            <p:spPr bwMode="auto">
              <a:xfrm>
                <a:off x="3495"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39" name="Rectangle 524"/>
              <p:cNvSpPr>
                <a:spLocks noChangeArrowheads="1"/>
              </p:cNvSpPr>
              <p:nvPr/>
            </p:nvSpPr>
            <p:spPr bwMode="auto">
              <a:xfrm>
                <a:off x="3514" y="3730"/>
                <a:ext cx="1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40" name="Rectangle 525"/>
              <p:cNvSpPr>
                <a:spLocks noChangeArrowheads="1"/>
              </p:cNvSpPr>
              <p:nvPr/>
            </p:nvSpPr>
            <p:spPr bwMode="auto">
              <a:xfrm>
                <a:off x="3545" y="3730"/>
                <a:ext cx="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41" name="Rectangle 526"/>
              <p:cNvSpPr>
                <a:spLocks noChangeArrowheads="1"/>
              </p:cNvSpPr>
              <p:nvPr/>
            </p:nvSpPr>
            <p:spPr bwMode="auto">
              <a:xfrm>
                <a:off x="3573" y="3730"/>
                <a:ext cx="4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42" name="Rectangle 527"/>
              <p:cNvSpPr>
                <a:spLocks noChangeArrowheads="1"/>
              </p:cNvSpPr>
              <p:nvPr/>
            </p:nvSpPr>
            <p:spPr bwMode="auto">
              <a:xfrm>
                <a:off x="3631"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43" name="Rectangle 528"/>
              <p:cNvSpPr>
                <a:spLocks noChangeArrowheads="1"/>
              </p:cNvSpPr>
              <p:nvPr/>
            </p:nvSpPr>
            <p:spPr bwMode="auto">
              <a:xfrm>
                <a:off x="3672" y="3730"/>
                <a:ext cx="1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44" name="Rectangle 529"/>
              <p:cNvSpPr>
                <a:spLocks noChangeArrowheads="1"/>
              </p:cNvSpPr>
              <p:nvPr/>
            </p:nvSpPr>
            <p:spPr bwMode="auto">
              <a:xfrm>
                <a:off x="3693"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5345" name="Oval 530"/>
            <p:cNvSpPr>
              <a:spLocks noChangeArrowheads="1"/>
            </p:cNvSpPr>
            <p:nvPr/>
          </p:nvSpPr>
          <p:spPr bwMode="auto">
            <a:xfrm>
              <a:off x="3344"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46" name="Oval 531"/>
            <p:cNvSpPr>
              <a:spLocks noChangeArrowheads="1"/>
            </p:cNvSpPr>
            <p:nvPr/>
          </p:nvSpPr>
          <p:spPr bwMode="auto">
            <a:xfrm>
              <a:off x="3362"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47" name="Oval 532"/>
            <p:cNvSpPr>
              <a:spLocks noChangeArrowheads="1"/>
            </p:cNvSpPr>
            <p:nvPr/>
          </p:nvSpPr>
          <p:spPr bwMode="auto">
            <a:xfrm>
              <a:off x="341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48" name="Oval 533"/>
            <p:cNvSpPr>
              <a:spLocks noChangeArrowheads="1"/>
            </p:cNvSpPr>
            <p:nvPr/>
          </p:nvSpPr>
          <p:spPr bwMode="auto">
            <a:xfrm>
              <a:off x="3421"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49" name="Oval 534"/>
            <p:cNvSpPr>
              <a:spLocks noChangeArrowheads="1"/>
            </p:cNvSpPr>
            <p:nvPr/>
          </p:nvSpPr>
          <p:spPr bwMode="auto">
            <a:xfrm>
              <a:off x="3446" y="3677"/>
              <a:ext cx="3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50" name="Oval 535"/>
            <p:cNvSpPr>
              <a:spLocks noChangeArrowheads="1"/>
            </p:cNvSpPr>
            <p:nvPr/>
          </p:nvSpPr>
          <p:spPr bwMode="auto">
            <a:xfrm>
              <a:off x="3495"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51" name="Oval 536"/>
            <p:cNvSpPr>
              <a:spLocks noChangeArrowheads="1"/>
            </p:cNvSpPr>
            <p:nvPr/>
          </p:nvSpPr>
          <p:spPr bwMode="auto">
            <a:xfrm>
              <a:off x="3505" y="3666"/>
              <a:ext cx="31" cy="49"/>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52" name="Oval 537"/>
            <p:cNvSpPr>
              <a:spLocks noChangeArrowheads="1"/>
            </p:cNvSpPr>
            <p:nvPr/>
          </p:nvSpPr>
          <p:spPr bwMode="auto">
            <a:xfrm>
              <a:off x="354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53" name="Oval 538"/>
            <p:cNvSpPr>
              <a:spLocks noChangeArrowheads="1"/>
            </p:cNvSpPr>
            <p:nvPr/>
          </p:nvSpPr>
          <p:spPr bwMode="auto">
            <a:xfrm>
              <a:off x="3619"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54" name="Oval 539"/>
            <p:cNvSpPr>
              <a:spLocks noChangeArrowheads="1"/>
            </p:cNvSpPr>
            <p:nvPr/>
          </p:nvSpPr>
          <p:spPr bwMode="auto">
            <a:xfrm>
              <a:off x="3631"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55" name="Oval 540"/>
            <p:cNvSpPr>
              <a:spLocks noChangeArrowheads="1"/>
            </p:cNvSpPr>
            <p:nvPr/>
          </p:nvSpPr>
          <p:spPr bwMode="auto">
            <a:xfrm>
              <a:off x="3682" y="3666"/>
              <a:ext cx="21" cy="49"/>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56" name="Oval 541"/>
            <p:cNvSpPr>
              <a:spLocks noChangeArrowheads="1"/>
            </p:cNvSpPr>
            <p:nvPr/>
          </p:nvSpPr>
          <p:spPr bwMode="auto">
            <a:xfrm>
              <a:off x="3693"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57" name="Line 542"/>
            <p:cNvSpPr>
              <a:spLocks noChangeShapeType="1"/>
            </p:cNvSpPr>
            <p:nvPr/>
          </p:nvSpPr>
          <p:spPr bwMode="auto">
            <a:xfrm>
              <a:off x="3278" y="366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58" name="Rectangle 543"/>
            <p:cNvSpPr>
              <a:spLocks noChangeArrowheads="1"/>
            </p:cNvSpPr>
            <p:nvPr/>
          </p:nvSpPr>
          <p:spPr bwMode="auto">
            <a:xfrm>
              <a:off x="4028" y="3691"/>
              <a:ext cx="30"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359" name="Rectangle 544"/>
            <p:cNvSpPr>
              <a:spLocks noChangeArrowheads="1"/>
            </p:cNvSpPr>
            <p:nvPr/>
          </p:nvSpPr>
          <p:spPr bwMode="auto">
            <a:xfrm>
              <a:off x="4028" y="3778"/>
              <a:ext cx="30" cy="11"/>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360" name="Rectangle 545"/>
            <p:cNvSpPr>
              <a:spLocks noChangeArrowheads="1"/>
            </p:cNvSpPr>
            <p:nvPr/>
          </p:nvSpPr>
          <p:spPr bwMode="auto">
            <a:xfrm>
              <a:off x="4028" y="3894"/>
              <a:ext cx="30"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361" name="Rectangle 546"/>
            <p:cNvSpPr>
              <a:spLocks noChangeArrowheads="1"/>
            </p:cNvSpPr>
            <p:nvPr/>
          </p:nvSpPr>
          <p:spPr bwMode="auto">
            <a:xfrm>
              <a:off x="3307" y="3691"/>
              <a:ext cx="22"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362" name="Rectangle 547"/>
            <p:cNvSpPr>
              <a:spLocks noChangeArrowheads="1"/>
            </p:cNvSpPr>
            <p:nvPr/>
          </p:nvSpPr>
          <p:spPr bwMode="auto">
            <a:xfrm>
              <a:off x="3307" y="3778"/>
              <a:ext cx="22" cy="3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363" name="Rectangle 548"/>
            <p:cNvSpPr>
              <a:spLocks noChangeArrowheads="1"/>
            </p:cNvSpPr>
            <p:nvPr/>
          </p:nvSpPr>
          <p:spPr bwMode="auto">
            <a:xfrm>
              <a:off x="3307" y="3894"/>
              <a:ext cx="22"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364" name="Rectangle 549"/>
            <p:cNvSpPr>
              <a:spLocks noChangeArrowheads="1"/>
            </p:cNvSpPr>
            <p:nvPr/>
          </p:nvSpPr>
          <p:spPr bwMode="auto">
            <a:xfrm>
              <a:off x="3362" y="3953"/>
              <a:ext cx="9" cy="4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65" name="Rectangle 550"/>
            <p:cNvSpPr>
              <a:spLocks noChangeArrowheads="1"/>
            </p:cNvSpPr>
            <p:nvPr/>
          </p:nvSpPr>
          <p:spPr bwMode="auto">
            <a:xfrm>
              <a:off x="3475" y="3958"/>
              <a:ext cx="11" cy="3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366" name="Oval 551"/>
            <p:cNvSpPr>
              <a:spLocks noChangeArrowheads="1"/>
            </p:cNvSpPr>
            <p:nvPr/>
          </p:nvSpPr>
          <p:spPr bwMode="auto">
            <a:xfrm>
              <a:off x="3410" y="3953"/>
              <a:ext cx="9" cy="3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367" name="Oval 552"/>
            <p:cNvSpPr>
              <a:spLocks noChangeArrowheads="1"/>
            </p:cNvSpPr>
            <p:nvPr/>
          </p:nvSpPr>
          <p:spPr bwMode="auto">
            <a:xfrm>
              <a:off x="3495" y="3958"/>
              <a:ext cx="0" cy="2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grpSp>
      <p:sp>
        <p:nvSpPr>
          <p:cNvPr id="35368" name="Line 553"/>
          <p:cNvSpPr>
            <a:spLocks noChangeShapeType="1"/>
          </p:cNvSpPr>
          <p:nvPr/>
        </p:nvSpPr>
        <p:spPr bwMode="auto">
          <a:xfrm>
            <a:off x="4038600" y="4495800"/>
            <a:ext cx="5334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69" name="Line 554"/>
          <p:cNvSpPr>
            <a:spLocks noChangeShapeType="1"/>
          </p:cNvSpPr>
          <p:nvPr/>
        </p:nvSpPr>
        <p:spPr bwMode="auto">
          <a:xfrm>
            <a:off x="5181600" y="6248400"/>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370" name="Line 555"/>
          <p:cNvSpPr>
            <a:spLocks noChangeShapeType="1"/>
          </p:cNvSpPr>
          <p:nvPr/>
        </p:nvSpPr>
        <p:spPr bwMode="auto">
          <a:xfrm flipV="1">
            <a:off x="7696200" y="4800600"/>
            <a:ext cx="17526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5371" name="Group 556"/>
          <p:cNvGrpSpPr>
            <a:grpSpLocks/>
          </p:cNvGrpSpPr>
          <p:nvPr/>
        </p:nvGrpSpPr>
        <p:grpSpPr bwMode="auto">
          <a:xfrm>
            <a:off x="8229600" y="5410200"/>
            <a:ext cx="762000" cy="338138"/>
            <a:chOff x="3272" y="3473"/>
            <a:chExt cx="1086" cy="536"/>
          </a:xfrm>
        </p:grpSpPr>
        <p:grpSp>
          <p:nvGrpSpPr>
            <p:cNvPr id="35372" name="Group 557"/>
            <p:cNvGrpSpPr>
              <a:grpSpLocks/>
            </p:cNvGrpSpPr>
            <p:nvPr/>
          </p:nvGrpSpPr>
          <p:grpSpPr bwMode="auto">
            <a:xfrm>
              <a:off x="3272" y="3628"/>
              <a:ext cx="903" cy="380"/>
              <a:chOff x="3272" y="3628"/>
              <a:chExt cx="903" cy="380"/>
            </a:xfrm>
          </p:grpSpPr>
          <p:sp>
            <p:nvSpPr>
              <p:cNvPr id="35373" name="Rectangle 558"/>
              <p:cNvSpPr>
                <a:spLocks noChangeArrowheads="1"/>
              </p:cNvSpPr>
              <p:nvPr/>
            </p:nvSpPr>
            <p:spPr bwMode="auto">
              <a:xfrm>
                <a:off x="3277" y="3632"/>
                <a:ext cx="893" cy="371"/>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74" name="Rectangle 559"/>
              <p:cNvSpPr>
                <a:spLocks noChangeArrowheads="1"/>
              </p:cNvSpPr>
              <p:nvPr/>
            </p:nvSpPr>
            <p:spPr bwMode="auto">
              <a:xfrm>
                <a:off x="3272" y="363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75" name="Rectangle 560"/>
              <p:cNvSpPr>
                <a:spLocks noChangeArrowheads="1"/>
              </p:cNvSpPr>
              <p:nvPr/>
            </p:nvSpPr>
            <p:spPr bwMode="auto">
              <a:xfrm>
                <a:off x="3272" y="3652"/>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76" name="Rectangle 561"/>
              <p:cNvSpPr>
                <a:spLocks noChangeArrowheads="1"/>
              </p:cNvSpPr>
              <p:nvPr/>
            </p:nvSpPr>
            <p:spPr bwMode="auto">
              <a:xfrm>
                <a:off x="3272" y="367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77" name="Rectangle 562"/>
              <p:cNvSpPr>
                <a:spLocks noChangeArrowheads="1"/>
              </p:cNvSpPr>
              <p:nvPr/>
            </p:nvSpPr>
            <p:spPr bwMode="auto">
              <a:xfrm>
                <a:off x="3272" y="3690"/>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78" name="Rectangle 563"/>
              <p:cNvSpPr>
                <a:spLocks noChangeArrowheads="1"/>
              </p:cNvSpPr>
              <p:nvPr/>
            </p:nvSpPr>
            <p:spPr bwMode="auto">
              <a:xfrm>
                <a:off x="3272" y="370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79" name="Rectangle 564"/>
              <p:cNvSpPr>
                <a:spLocks noChangeArrowheads="1"/>
              </p:cNvSpPr>
              <p:nvPr/>
            </p:nvSpPr>
            <p:spPr bwMode="auto">
              <a:xfrm>
                <a:off x="3272" y="372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0" name="Rectangle 565"/>
              <p:cNvSpPr>
                <a:spLocks noChangeArrowheads="1"/>
              </p:cNvSpPr>
              <p:nvPr/>
            </p:nvSpPr>
            <p:spPr bwMode="auto">
              <a:xfrm>
                <a:off x="3272" y="374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1" name="Rectangle 566"/>
              <p:cNvSpPr>
                <a:spLocks noChangeArrowheads="1"/>
              </p:cNvSpPr>
              <p:nvPr/>
            </p:nvSpPr>
            <p:spPr bwMode="auto">
              <a:xfrm>
                <a:off x="3272" y="3767"/>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2" name="Rectangle 567"/>
              <p:cNvSpPr>
                <a:spLocks noChangeArrowheads="1"/>
              </p:cNvSpPr>
              <p:nvPr/>
            </p:nvSpPr>
            <p:spPr bwMode="auto">
              <a:xfrm>
                <a:off x="3272" y="3786"/>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3" name="Rectangle 568"/>
              <p:cNvSpPr>
                <a:spLocks noChangeArrowheads="1"/>
              </p:cNvSpPr>
              <p:nvPr/>
            </p:nvSpPr>
            <p:spPr bwMode="auto">
              <a:xfrm>
                <a:off x="3272" y="3805"/>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4" name="Rectangle 569"/>
              <p:cNvSpPr>
                <a:spLocks noChangeArrowheads="1"/>
              </p:cNvSpPr>
              <p:nvPr/>
            </p:nvSpPr>
            <p:spPr bwMode="auto">
              <a:xfrm>
                <a:off x="3272" y="382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5" name="Rectangle 570"/>
              <p:cNvSpPr>
                <a:spLocks noChangeArrowheads="1"/>
              </p:cNvSpPr>
              <p:nvPr/>
            </p:nvSpPr>
            <p:spPr bwMode="auto">
              <a:xfrm>
                <a:off x="3272" y="384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6" name="Rectangle 571"/>
              <p:cNvSpPr>
                <a:spLocks noChangeArrowheads="1"/>
              </p:cNvSpPr>
              <p:nvPr/>
            </p:nvSpPr>
            <p:spPr bwMode="auto">
              <a:xfrm>
                <a:off x="3272" y="3863"/>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7" name="Rectangle 572"/>
              <p:cNvSpPr>
                <a:spLocks noChangeArrowheads="1"/>
              </p:cNvSpPr>
              <p:nvPr/>
            </p:nvSpPr>
            <p:spPr bwMode="auto">
              <a:xfrm>
                <a:off x="3272" y="388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8" name="Rectangle 573"/>
              <p:cNvSpPr>
                <a:spLocks noChangeArrowheads="1"/>
              </p:cNvSpPr>
              <p:nvPr/>
            </p:nvSpPr>
            <p:spPr bwMode="auto">
              <a:xfrm>
                <a:off x="3272" y="3901"/>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89" name="Rectangle 574"/>
              <p:cNvSpPr>
                <a:spLocks noChangeArrowheads="1"/>
              </p:cNvSpPr>
              <p:nvPr/>
            </p:nvSpPr>
            <p:spPr bwMode="auto">
              <a:xfrm>
                <a:off x="3272" y="392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0" name="Rectangle 575"/>
              <p:cNvSpPr>
                <a:spLocks noChangeArrowheads="1"/>
              </p:cNvSpPr>
              <p:nvPr/>
            </p:nvSpPr>
            <p:spPr bwMode="auto">
              <a:xfrm>
                <a:off x="3272" y="3940"/>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1" name="Rectangle 576"/>
              <p:cNvSpPr>
                <a:spLocks noChangeArrowheads="1"/>
              </p:cNvSpPr>
              <p:nvPr/>
            </p:nvSpPr>
            <p:spPr bwMode="auto">
              <a:xfrm>
                <a:off x="3272" y="395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2" name="Rectangle 577"/>
              <p:cNvSpPr>
                <a:spLocks noChangeArrowheads="1"/>
              </p:cNvSpPr>
              <p:nvPr/>
            </p:nvSpPr>
            <p:spPr bwMode="auto">
              <a:xfrm>
                <a:off x="3272" y="397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3" name="Freeform 578"/>
              <p:cNvSpPr>
                <a:spLocks noChangeArrowheads="1"/>
              </p:cNvSpPr>
              <p:nvPr/>
            </p:nvSpPr>
            <p:spPr bwMode="auto">
              <a:xfrm>
                <a:off x="3272" y="3997"/>
                <a:ext cx="9" cy="11"/>
              </a:xfrm>
              <a:custGeom>
                <a:avLst/>
                <a:gdLst>
                  <a:gd name="T0" fmla="*/ 9 w 9"/>
                  <a:gd name="T1" fmla="*/ 0 h 11"/>
                  <a:gd name="T2" fmla="*/ 0 w 9"/>
                  <a:gd name="T3" fmla="*/ 0 h 11"/>
                  <a:gd name="T4" fmla="*/ 0 w 9"/>
                  <a:gd name="T5" fmla="*/ 6 h 11"/>
                  <a:gd name="T6" fmla="*/ 0 w 9"/>
                  <a:gd name="T7" fmla="*/ 11 h 11"/>
                  <a:gd name="T8" fmla="*/ 5 w 9"/>
                  <a:gd name="T9" fmla="*/ 11 h 11"/>
                  <a:gd name="T10" fmla="*/ 8 w 9"/>
                  <a:gd name="T11" fmla="*/ 11 h 11"/>
                  <a:gd name="T12" fmla="*/ 8 w 9"/>
                  <a:gd name="T13" fmla="*/ 2 h 11"/>
                  <a:gd name="T14" fmla="*/ 5 w 9"/>
                  <a:gd name="T15" fmla="*/ 2 h 11"/>
                  <a:gd name="T16" fmla="*/ 5 w 9"/>
                  <a:gd name="T17" fmla="*/ 6 h 11"/>
                  <a:gd name="T18" fmla="*/ 9 w 9"/>
                  <a:gd name="T19" fmla="*/ 6 h 11"/>
                  <a:gd name="T20" fmla="*/ 9 w 9"/>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9" y="0"/>
                    </a:moveTo>
                    <a:lnTo>
                      <a:pt x="0" y="0"/>
                    </a:lnTo>
                    <a:lnTo>
                      <a:pt x="0" y="6"/>
                    </a:lnTo>
                    <a:lnTo>
                      <a:pt x="0" y="11"/>
                    </a:lnTo>
                    <a:lnTo>
                      <a:pt x="5" y="11"/>
                    </a:lnTo>
                    <a:lnTo>
                      <a:pt x="8" y="11"/>
                    </a:lnTo>
                    <a:lnTo>
                      <a:pt x="8" y="2"/>
                    </a:lnTo>
                    <a:lnTo>
                      <a:pt x="5" y="2"/>
                    </a:lnTo>
                    <a:lnTo>
                      <a:pt x="5" y="6"/>
                    </a:lnTo>
                    <a:lnTo>
                      <a:pt x="9"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394" name="Rectangle 579"/>
              <p:cNvSpPr>
                <a:spLocks noChangeArrowheads="1"/>
              </p:cNvSpPr>
              <p:nvPr/>
            </p:nvSpPr>
            <p:spPr bwMode="auto">
              <a:xfrm>
                <a:off x="329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5" name="Rectangle 580"/>
              <p:cNvSpPr>
                <a:spLocks noChangeArrowheads="1"/>
              </p:cNvSpPr>
              <p:nvPr/>
            </p:nvSpPr>
            <p:spPr bwMode="auto">
              <a:xfrm>
                <a:off x="330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6" name="Rectangle 581"/>
              <p:cNvSpPr>
                <a:spLocks noChangeArrowheads="1"/>
              </p:cNvSpPr>
              <p:nvPr/>
            </p:nvSpPr>
            <p:spPr bwMode="auto">
              <a:xfrm>
                <a:off x="332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7" name="Rectangle 582"/>
              <p:cNvSpPr>
                <a:spLocks noChangeArrowheads="1"/>
              </p:cNvSpPr>
              <p:nvPr/>
            </p:nvSpPr>
            <p:spPr bwMode="auto">
              <a:xfrm>
                <a:off x="334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8" name="Rectangle 583"/>
              <p:cNvSpPr>
                <a:spLocks noChangeArrowheads="1"/>
              </p:cNvSpPr>
              <p:nvPr/>
            </p:nvSpPr>
            <p:spPr bwMode="auto">
              <a:xfrm>
                <a:off x="336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399" name="Rectangle 584"/>
              <p:cNvSpPr>
                <a:spLocks noChangeArrowheads="1"/>
              </p:cNvSpPr>
              <p:nvPr/>
            </p:nvSpPr>
            <p:spPr bwMode="auto">
              <a:xfrm>
                <a:off x="338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0" name="Rectangle 585"/>
              <p:cNvSpPr>
                <a:spLocks noChangeArrowheads="1"/>
              </p:cNvSpPr>
              <p:nvPr/>
            </p:nvSpPr>
            <p:spPr bwMode="auto">
              <a:xfrm>
                <a:off x="340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1" name="Rectangle 586"/>
              <p:cNvSpPr>
                <a:spLocks noChangeArrowheads="1"/>
              </p:cNvSpPr>
              <p:nvPr/>
            </p:nvSpPr>
            <p:spPr bwMode="auto">
              <a:xfrm>
                <a:off x="342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2" name="Rectangle 587"/>
              <p:cNvSpPr>
                <a:spLocks noChangeArrowheads="1"/>
              </p:cNvSpPr>
              <p:nvPr/>
            </p:nvSpPr>
            <p:spPr bwMode="auto">
              <a:xfrm>
                <a:off x="344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3" name="Rectangle 588"/>
              <p:cNvSpPr>
                <a:spLocks noChangeArrowheads="1"/>
              </p:cNvSpPr>
              <p:nvPr/>
            </p:nvSpPr>
            <p:spPr bwMode="auto">
              <a:xfrm>
                <a:off x="346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4" name="Rectangle 589"/>
              <p:cNvSpPr>
                <a:spLocks noChangeArrowheads="1"/>
              </p:cNvSpPr>
              <p:nvPr/>
            </p:nvSpPr>
            <p:spPr bwMode="auto">
              <a:xfrm>
                <a:off x="348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5" name="Rectangle 590"/>
              <p:cNvSpPr>
                <a:spLocks noChangeArrowheads="1"/>
              </p:cNvSpPr>
              <p:nvPr/>
            </p:nvSpPr>
            <p:spPr bwMode="auto">
              <a:xfrm>
                <a:off x="350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6" name="Rectangle 591"/>
              <p:cNvSpPr>
                <a:spLocks noChangeArrowheads="1"/>
              </p:cNvSpPr>
              <p:nvPr/>
            </p:nvSpPr>
            <p:spPr bwMode="auto">
              <a:xfrm>
                <a:off x="352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7" name="Rectangle 592"/>
              <p:cNvSpPr>
                <a:spLocks noChangeArrowheads="1"/>
              </p:cNvSpPr>
              <p:nvPr/>
            </p:nvSpPr>
            <p:spPr bwMode="auto">
              <a:xfrm>
                <a:off x="354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8" name="Rectangle 593"/>
              <p:cNvSpPr>
                <a:spLocks noChangeArrowheads="1"/>
              </p:cNvSpPr>
              <p:nvPr/>
            </p:nvSpPr>
            <p:spPr bwMode="auto">
              <a:xfrm>
                <a:off x="355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09" name="Rectangle 594"/>
              <p:cNvSpPr>
                <a:spLocks noChangeArrowheads="1"/>
              </p:cNvSpPr>
              <p:nvPr/>
            </p:nvSpPr>
            <p:spPr bwMode="auto">
              <a:xfrm>
                <a:off x="357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0" name="Rectangle 595"/>
              <p:cNvSpPr>
                <a:spLocks noChangeArrowheads="1"/>
              </p:cNvSpPr>
              <p:nvPr/>
            </p:nvSpPr>
            <p:spPr bwMode="auto">
              <a:xfrm>
                <a:off x="359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1" name="Rectangle 596"/>
              <p:cNvSpPr>
                <a:spLocks noChangeArrowheads="1"/>
              </p:cNvSpPr>
              <p:nvPr/>
            </p:nvSpPr>
            <p:spPr bwMode="auto">
              <a:xfrm>
                <a:off x="361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2" name="Rectangle 597"/>
              <p:cNvSpPr>
                <a:spLocks noChangeArrowheads="1"/>
              </p:cNvSpPr>
              <p:nvPr/>
            </p:nvSpPr>
            <p:spPr bwMode="auto">
              <a:xfrm>
                <a:off x="363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3" name="Rectangle 598"/>
              <p:cNvSpPr>
                <a:spLocks noChangeArrowheads="1"/>
              </p:cNvSpPr>
              <p:nvPr/>
            </p:nvSpPr>
            <p:spPr bwMode="auto">
              <a:xfrm>
                <a:off x="3655"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4" name="Rectangle 599"/>
              <p:cNvSpPr>
                <a:spLocks noChangeArrowheads="1"/>
              </p:cNvSpPr>
              <p:nvPr/>
            </p:nvSpPr>
            <p:spPr bwMode="auto">
              <a:xfrm>
                <a:off x="367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5" name="Rectangle 600"/>
              <p:cNvSpPr>
                <a:spLocks noChangeArrowheads="1"/>
              </p:cNvSpPr>
              <p:nvPr/>
            </p:nvSpPr>
            <p:spPr bwMode="auto">
              <a:xfrm>
                <a:off x="369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6" name="Rectangle 601"/>
              <p:cNvSpPr>
                <a:spLocks noChangeArrowheads="1"/>
              </p:cNvSpPr>
              <p:nvPr/>
            </p:nvSpPr>
            <p:spPr bwMode="auto">
              <a:xfrm>
                <a:off x="371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7" name="Rectangle 602"/>
              <p:cNvSpPr>
                <a:spLocks noChangeArrowheads="1"/>
              </p:cNvSpPr>
              <p:nvPr/>
            </p:nvSpPr>
            <p:spPr bwMode="auto">
              <a:xfrm>
                <a:off x="373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8" name="Rectangle 603"/>
              <p:cNvSpPr>
                <a:spLocks noChangeArrowheads="1"/>
              </p:cNvSpPr>
              <p:nvPr/>
            </p:nvSpPr>
            <p:spPr bwMode="auto">
              <a:xfrm>
                <a:off x="3751"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19" name="Rectangle 604"/>
              <p:cNvSpPr>
                <a:spLocks noChangeArrowheads="1"/>
              </p:cNvSpPr>
              <p:nvPr/>
            </p:nvSpPr>
            <p:spPr bwMode="auto">
              <a:xfrm>
                <a:off x="377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0" name="Rectangle 605"/>
              <p:cNvSpPr>
                <a:spLocks noChangeArrowheads="1"/>
              </p:cNvSpPr>
              <p:nvPr/>
            </p:nvSpPr>
            <p:spPr bwMode="auto">
              <a:xfrm>
                <a:off x="378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1" name="Rectangle 606"/>
              <p:cNvSpPr>
                <a:spLocks noChangeArrowheads="1"/>
              </p:cNvSpPr>
              <p:nvPr/>
            </p:nvSpPr>
            <p:spPr bwMode="auto">
              <a:xfrm>
                <a:off x="380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2" name="Rectangle 607"/>
              <p:cNvSpPr>
                <a:spLocks noChangeArrowheads="1"/>
              </p:cNvSpPr>
              <p:nvPr/>
            </p:nvSpPr>
            <p:spPr bwMode="auto">
              <a:xfrm>
                <a:off x="3828"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3" name="Rectangle 608"/>
              <p:cNvSpPr>
                <a:spLocks noChangeArrowheads="1"/>
              </p:cNvSpPr>
              <p:nvPr/>
            </p:nvSpPr>
            <p:spPr bwMode="auto">
              <a:xfrm>
                <a:off x="384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4" name="Rectangle 609"/>
              <p:cNvSpPr>
                <a:spLocks noChangeArrowheads="1"/>
              </p:cNvSpPr>
              <p:nvPr/>
            </p:nvSpPr>
            <p:spPr bwMode="auto">
              <a:xfrm>
                <a:off x="386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5" name="Rectangle 610"/>
              <p:cNvSpPr>
                <a:spLocks noChangeArrowheads="1"/>
              </p:cNvSpPr>
              <p:nvPr/>
            </p:nvSpPr>
            <p:spPr bwMode="auto">
              <a:xfrm>
                <a:off x="388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6" name="Rectangle 611"/>
              <p:cNvSpPr>
                <a:spLocks noChangeArrowheads="1"/>
              </p:cNvSpPr>
              <p:nvPr/>
            </p:nvSpPr>
            <p:spPr bwMode="auto">
              <a:xfrm>
                <a:off x="390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7" name="Rectangle 612"/>
              <p:cNvSpPr>
                <a:spLocks noChangeArrowheads="1"/>
              </p:cNvSpPr>
              <p:nvPr/>
            </p:nvSpPr>
            <p:spPr bwMode="auto">
              <a:xfrm>
                <a:off x="3924"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8" name="Rectangle 613"/>
              <p:cNvSpPr>
                <a:spLocks noChangeArrowheads="1"/>
              </p:cNvSpPr>
              <p:nvPr/>
            </p:nvSpPr>
            <p:spPr bwMode="auto">
              <a:xfrm>
                <a:off x="394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29" name="Rectangle 614"/>
              <p:cNvSpPr>
                <a:spLocks noChangeArrowheads="1"/>
              </p:cNvSpPr>
              <p:nvPr/>
            </p:nvSpPr>
            <p:spPr bwMode="auto">
              <a:xfrm>
                <a:off x="396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0" name="Rectangle 615"/>
              <p:cNvSpPr>
                <a:spLocks noChangeArrowheads="1"/>
              </p:cNvSpPr>
              <p:nvPr/>
            </p:nvSpPr>
            <p:spPr bwMode="auto">
              <a:xfrm>
                <a:off x="398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1" name="Rectangle 616"/>
              <p:cNvSpPr>
                <a:spLocks noChangeArrowheads="1"/>
              </p:cNvSpPr>
              <p:nvPr/>
            </p:nvSpPr>
            <p:spPr bwMode="auto">
              <a:xfrm>
                <a:off x="400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2" name="Rectangle 617"/>
              <p:cNvSpPr>
                <a:spLocks noChangeArrowheads="1"/>
              </p:cNvSpPr>
              <p:nvPr/>
            </p:nvSpPr>
            <p:spPr bwMode="auto">
              <a:xfrm>
                <a:off x="402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3" name="Rectangle 618"/>
              <p:cNvSpPr>
                <a:spLocks noChangeArrowheads="1"/>
              </p:cNvSpPr>
              <p:nvPr/>
            </p:nvSpPr>
            <p:spPr bwMode="auto">
              <a:xfrm>
                <a:off x="403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4" name="Rectangle 619"/>
              <p:cNvSpPr>
                <a:spLocks noChangeArrowheads="1"/>
              </p:cNvSpPr>
              <p:nvPr/>
            </p:nvSpPr>
            <p:spPr bwMode="auto">
              <a:xfrm>
                <a:off x="405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5" name="Rectangle 620"/>
              <p:cNvSpPr>
                <a:spLocks noChangeArrowheads="1"/>
              </p:cNvSpPr>
              <p:nvPr/>
            </p:nvSpPr>
            <p:spPr bwMode="auto">
              <a:xfrm>
                <a:off x="407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6" name="Rectangle 621"/>
              <p:cNvSpPr>
                <a:spLocks noChangeArrowheads="1"/>
              </p:cNvSpPr>
              <p:nvPr/>
            </p:nvSpPr>
            <p:spPr bwMode="auto">
              <a:xfrm>
                <a:off x="409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7" name="Rectangle 622"/>
              <p:cNvSpPr>
                <a:spLocks noChangeArrowheads="1"/>
              </p:cNvSpPr>
              <p:nvPr/>
            </p:nvSpPr>
            <p:spPr bwMode="auto">
              <a:xfrm>
                <a:off x="411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8" name="Rectangle 623"/>
              <p:cNvSpPr>
                <a:spLocks noChangeArrowheads="1"/>
              </p:cNvSpPr>
              <p:nvPr/>
            </p:nvSpPr>
            <p:spPr bwMode="auto">
              <a:xfrm>
                <a:off x="413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39" name="Rectangle 624"/>
              <p:cNvSpPr>
                <a:spLocks noChangeArrowheads="1"/>
              </p:cNvSpPr>
              <p:nvPr/>
            </p:nvSpPr>
            <p:spPr bwMode="auto">
              <a:xfrm>
                <a:off x="415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0" name="Rectangle 625"/>
              <p:cNvSpPr>
                <a:spLocks noChangeArrowheads="1"/>
              </p:cNvSpPr>
              <p:nvPr/>
            </p:nvSpPr>
            <p:spPr bwMode="auto">
              <a:xfrm>
                <a:off x="4165" y="399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1" name="Rectangle 626"/>
              <p:cNvSpPr>
                <a:spLocks noChangeArrowheads="1"/>
              </p:cNvSpPr>
              <p:nvPr/>
            </p:nvSpPr>
            <p:spPr bwMode="auto">
              <a:xfrm>
                <a:off x="4165" y="397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2" name="Rectangle 627"/>
              <p:cNvSpPr>
                <a:spLocks noChangeArrowheads="1"/>
              </p:cNvSpPr>
              <p:nvPr/>
            </p:nvSpPr>
            <p:spPr bwMode="auto">
              <a:xfrm>
                <a:off x="4165" y="3952"/>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3" name="Rectangle 628"/>
              <p:cNvSpPr>
                <a:spLocks noChangeArrowheads="1"/>
              </p:cNvSpPr>
              <p:nvPr/>
            </p:nvSpPr>
            <p:spPr bwMode="auto">
              <a:xfrm>
                <a:off x="4165" y="39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4" name="Rectangle 629"/>
              <p:cNvSpPr>
                <a:spLocks noChangeArrowheads="1"/>
              </p:cNvSpPr>
              <p:nvPr/>
            </p:nvSpPr>
            <p:spPr bwMode="auto">
              <a:xfrm>
                <a:off x="4165" y="3913"/>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5" name="Rectangle 630"/>
              <p:cNvSpPr>
                <a:spLocks noChangeArrowheads="1"/>
              </p:cNvSpPr>
              <p:nvPr/>
            </p:nvSpPr>
            <p:spPr bwMode="auto">
              <a:xfrm>
                <a:off x="4165" y="389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6" name="Rectangle 631"/>
              <p:cNvSpPr>
                <a:spLocks noChangeArrowheads="1"/>
              </p:cNvSpPr>
              <p:nvPr/>
            </p:nvSpPr>
            <p:spPr bwMode="auto">
              <a:xfrm>
                <a:off x="4165" y="387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7" name="Rectangle 632"/>
              <p:cNvSpPr>
                <a:spLocks noChangeArrowheads="1"/>
              </p:cNvSpPr>
              <p:nvPr/>
            </p:nvSpPr>
            <p:spPr bwMode="auto">
              <a:xfrm>
                <a:off x="4165" y="385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8" name="Rectangle 633"/>
              <p:cNvSpPr>
                <a:spLocks noChangeArrowheads="1"/>
              </p:cNvSpPr>
              <p:nvPr/>
            </p:nvSpPr>
            <p:spPr bwMode="auto">
              <a:xfrm>
                <a:off x="4165" y="3837"/>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49" name="Rectangle 634"/>
              <p:cNvSpPr>
                <a:spLocks noChangeArrowheads="1"/>
              </p:cNvSpPr>
              <p:nvPr/>
            </p:nvSpPr>
            <p:spPr bwMode="auto">
              <a:xfrm>
                <a:off x="4165" y="3817"/>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0" name="Rectangle 635"/>
              <p:cNvSpPr>
                <a:spLocks noChangeArrowheads="1"/>
              </p:cNvSpPr>
              <p:nvPr/>
            </p:nvSpPr>
            <p:spPr bwMode="auto">
              <a:xfrm>
                <a:off x="4165" y="3798"/>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1" name="Rectangle 636"/>
              <p:cNvSpPr>
                <a:spLocks noChangeArrowheads="1"/>
              </p:cNvSpPr>
              <p:nvPr/>
            </p:nvSpPr>
            <p:spPr bwMode="auto">
              <a:xfrm>
                <a:off x="4165" y="377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2" name="Rectangle 637"/>
              <p:cNvSpPr>
                <a:spLocks noChangeArrowheads="1"/>
              </p:cNvSpPr>
              <p:nvPr/>
            </p:nvSpPr>
            <p:spPr bwMode="auto">
              <a:xfrm>
                <a:off x="4165" y="3760"/>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3" name="Rectangle 638"/>
              <p:cNvSpPr>
                <a:spLocks noChangeArrowheads="1"/>
              </p:cNvSpPr>
              <p:nvPr/>
            </p:nvSpPr>
            <p:spPr bwMode="auto">
              <a:xfrm>
                <a:off x="4165" y="374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4" name="Rectangle 639"/>
              <p:cNvSpPr>
                <a:spLocks noChangeArrowheads="1"/>
              </p:cNvSpPr>
              <p:nvPr/>
            </p:nvSpPr>
            <p:spPr bwMode="auto">
              <a:xfrm>
                <a:off x="4165" y="372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5" name="Rectangle 640"/>
              <p:cNvSpPr>
                <a:spLocks noChangeArrowheads="1"/>
              </p:cNvSpPr>
              <p:nvPr/>
            </p:nvSpPr>
            <p:spPr bwMode="auto">
              <a:xfrm>
                <a:off x="4165" y="3702"/>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6" name="Rectangle 641"/>
              <p:cNvSpPr>
                <a:spLocks noChangeArrowheads="1"/>
              </p:cNvSpPr>
              <p:nvPr/>
            </p:nvSpPr>
            <p:spPr bwMode="auto">
              <a:xfrm>
                <a:off x="4165" y="368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7" name="Rectangle 642"/>
              <p:cNvSpPr>
                <a:spLocks noChangeArrowheads="1"/>
              </p:cNvSpPr>
              <p:nvPr/>
            </p:nvSpPr>
            <p:spPr bwMode="auto">
              <a:xfrm>
                <a:off x="4165" y="366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8" name="Rectangle 643"/>
              <p:cNvSpPr>
                <a:spLocks noChangeArrowheads="1"/>
              </p:cNvSpPr>
              <p:nvPr/>
            </p:nvSpPr>
            <p:spPr bwMode="auto">
              <a:xfrm>
                <a:off x="4165" y="364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59" name="Freeform 644"/>
              <p:cNvSpPr>
                <a:spLocks noChangeArrowheads="1"/>
              </p:cNvSpPr>
              <p:nvPr/>
            </p:nvSpPr>
            <p:spPr bwMode="auto">
              <a:xfrm>
                <a:off x="4163" y="3628"/>
                <a:ext cx="12" cy="9"/>
              </a:xfrm>
              <a:custGeom>
                <a:avLst/>
                <a:gdLst>
                  <a:gd name="T0" fmla="*/ 2 w 12"/>
                  <a:gd name="T1" fmla="*/ 7 h 9"/>
                  <a:gd name="T2" fmla="*/ 12 w 12"/>
                  <a:gd name="T3" fmla="*/ 7 h 9"/>
                  <a:gd name="T4" fmla="*/ 12 w 12"/>
                  <a:gd name="T5" fmla="*/ 4 h 9"/>
                  <a:gd name="T6" fmla="*/ 12 w 12"/>
                  <a:gd name="T7" fmla="*/ 0 h 9"/>
                  <a:gd name="T8" fmla="*/ 7 w 12"/>
                  <a:gd name="T9" fmla="*/ 0 h 9"/>
                  <a:gd name="T10" fmla="*/ 0 w 12"/>
                  <a:gd name="T11" fmla="*/ 0 h 9"/>
                  <a:gd name="T12" fmla="*/ 0 w 12"/>
                  <a:gd name="T13" fmla="*/ 9 h 9"/>
                  <a:gd name="T14" fmla="*/ 7 w 12"/>
                  <a:gd name="T15" fmla="*/ 9 h 9"/>
                  <a:gd name="T16" fmla="*/ 7 w 12"/>
                  <a:gd name="T17" fmla="*/ 4 h 9"/>
                  <a:gd name="T18" fmla="*/ 2 w 12"/>
                  <a:gd name="T19" fmla="*/ 4 h 9"/>
                  <a:gd name="T20" fmla="*/ 2 w 12"/>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9">
                    <a:moveTo>
                      <a:pt x="2" y="7"/>
                    </a:moveTo>
                    <a:lnTo>
                      <a:pt x="12" y="7"/>
                    </a:lnTo>
                    <a:lnTo>
                      <a:pt x="12" y="4"/>
                    </a:lnTo>
                    <a:lnTo>
                      <a:pt x="12" y="0"/>
                    </a:lnTo>
                    <a:lnTo>
                      <a:pt x="7" y="0"/>
                    </a:lnTo>
                    <a:lnTo>
                      <a:pt x="0" y="0"/>
                    </a:lnTo>
                    <a:lnTo>
                      <a:pt x="0" y="9"/>
                    </a:lnTo>
                    <a:lnTo>
                      <a:pt x="7" y="9"/>
                    </a:lnTo>
                    <a:lnTo>
                      <a:pt x="7" y="4"/>
                    </a:lnTo>
                    <a:lnTo>
                      <a:pt x="2" y="4"/>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460" name="Rectangle 645"/>
              <p:cNvSpPr>
                <a:spLocks noChangeArrowheads="1"/>
              </p:cNvSpPr>
              <p:nvPr/>
            </p:nvSpPr>
            <p:spPr bwMode="auto">
              <a:xfrm>
                <a:off x="414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1" name="Rectangle 646"/>
              <p:cNvSpPr>
                <a:spLocks noChangeArrowheads="1"/>
              </p:cNvSpPr>
              <p:nvPr/>
            </p:nvSpPr>
            <p:spPr bwMode="auto">
              <a:xfrm>
                <a:off x="412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2" name="Rectangle 647"/>
              <p:cNvSpPr>
                <a:spLocks noChangeArrowheads="1"/>
              </p:cNvSpPr>
              <p:nvPr/>
            </p:nvSpPr>
            <p:spPr bwMode="auto">
              <a:xfrm>
                <a:off x="410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3" name="Rectangle 648"/>
              <p:cNvSpPr>
                <a:spLocks noChangeArrowheads="1"/>
              </p:cNvSpPr>
              <p:nvPr/>
            </p:nvSpPr>
            <p:spPr bwMode="auto">
              <a:xfrm>
                <a:off x="408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4" name="Rectangle 649"/>
              <p:cNvSpPr>
                <a:spLocks noChangeArrowheads="1"/>
              </p:cNvSpPr>
              <p:nvPr/>
            </p:nvSpPr>
            <p:spPr bwMode="auto">
              <a:xfrm>
                <a:off x="406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5" name="Rectangle 650"/>
              <p:cNvSpPr>
                <a:spLocks noChangeArrowheads="1"/>
              </p:cNvSpPr>
              <p:nvPr/>
            </p:nvSpPr>
            <p:spPr bwMode="auto">
              <a:xfrm>
                <a:off x="404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6" name="Rectangle 651"/>
              <p:cNvSpPr>
                <a:spLocks noChangeArrowheads="1"/>
              </p:cNvSpPr>
              <p:nvPr/>
            </p:nvSpPr>
            <p:spPr bwMode="auto">
              <a:xfrm>
                <a:off x="402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7" name="Rectangle 652"/>
              <p:cNvSpPr>
                <a:spLocks noChangeArrowheads="1"/>
              </p:cNvSpPr>
              <p:nvPr/>
            </p:nvSpPr>
            <p:spPr bwMode="auto">
              <a:xfrm>
                <a:off x="400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8" name="Rectangle 653"/>
              <p:cNvSpPr>
                <a:spLocks noChangeArrowheads="1"/>
              </p:cNvSpPr>
              <p:nvPr/>
            </p:nvSpPr>
            <p:spPr bwMode="auto">
              <a:xfrm>
                <a:off x="3990"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69" name="Rectangle 654"/>
              <p:cNvSpPr>
                <a:spLocks noChangeArrowheads="1"/>
              </p:cNvSpPr>
              <p:nvPr/>
            </p:nvSpPr>
            <p:spPr bwMode="auto">
              <a:xfrm>
                <a:off x="397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0" name="Rectangle 655"/>
              <p:cNvSpPr>
                <a:spLocks noChangeArrowheads="1"/>
              </p:cNvSpPr>
              <p:nvPr/>
            </p:nvSpPr>
            <p:spPr bwMode="auto">
              <a:xfrm>
                <a:off x="395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1" name="Rectangle 656"/>
              <p:cNvSpPr>
                <a:spLocks noChangeArrowheads="1"/>
              </p:cNvSpPr>
              <p:nvPr/>
            </p:nvSpPr>
            <p:spPr bwMode="auto">
              <a:xfrm>
                <a:off x="393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2" name="Rectangle 657"/>
              <p:cNvSpPr>
                <a:spLocks noChangeArrowheads="1"/>
              </p:cNvSpPr>
              <p:nvPr/>
            </p:nvSpPr>
            <p:spPr bwMode="auto">
              <a:xfrm>
                <a:off x="391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3" name="Rectangle 658"/>
              <p:cNvSpPr>
                <a:spLocks noChangeArrowheads="1"/>
              </p:cNvSpPr>
              <p:nvPr/>
            </p:nvSpPr>
            <p:spPr bwMode="auto">
              <a:xfrm>
                <a:off x="3894"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4" name="Rectangle 659"/>
              <p:cNvSpPr>
                <a:spLocks noChangeArrowheads="1"/>
              </p:cNvSpPr>
              <p:nvPr/>
            </p:nvSpPr>
            <p:spPr bwMode="auto">
              <a:xfrm>
                <a:off x="387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5" name="Rectangle 660"/>
              <p:cNvSpPr>
                <a:spLocks noChangeArrowheads="1"/>
              </p:cNvSpPr>
              <p:nvPr/>
            </p:nvSpPr>
            <p:spPr bwMode="auto">
              <a:xfrm>
                <a:off x="385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6" name="Rectangle 661"/>
              <p:cNvSpPr>
                <a:spLocks noChangeArrowheads="1"/>
              </p:cNvSpPr>
              <p:nvPr/>
            </p:nvSpPr>
            <p:spPr bwMode="auto">
              <a:xfrm>
                <a:off x="383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7" name="Rectangle 662"/>
              <p:cNvSpPr>
                <a:spLocks noChangeArrowheads="1"/>
              </p:cNvSpPr>
              <p:nvPr/>
            </p:nvSpPr>
            <p:spPr bwMode="auto">
              <a:xfrm>
                <a:off x="381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8" name="Rectangle 663"/>
              <p:cNvSpPr>
                <a:spLocks noChangeArrowheads="1"/>
              </p:cNvSpPr>
              <p:nvPr/>
            </p:nvSpPr>
            <p:spPr bwMode="auto">
              <a:xfrm>
                <a:off x="3798"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79" name="Rectangle 664"/>
              <p:cNvSpPr>
                <a:spLocks noChangeArrowheads="1"/>
              </p:cNvSpPr>
              <p:nvPr/>
            </p:nvSpPr>
            <p:spPr bwMode="auto">
              <a:xfrm>
                <a:off x="377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0" name="Rectangle 665"/>
              <p:cNvSpPr>
                <a:spLocks noChangeArrowheads="1"/>
              </p:cNvSpPr>
              <p:nvPr/>
            </p:nvSpPr>
            <p:spPr bwMode="auto">
              <a:xfrm>
                <a:off x="375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1" name="Rectangle 666"/>
              <p:cNvSpPr>
                <a:spLocks noChangeArrowheads="1"/>
              </p:cNvSpPr>
              <p:nvPr/>
            </p:nvSpPr>
            <p:spPr bwMode="auto">
              <a:xfrm>
                <a:off x="374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2" name="Rectangle 667"/>
              <p:cNvSpPr>
                <a:spLocks noChangeArrowheads="1"/>
              </p:cNvSpPr>
              <p:nvPr/>
            </p:nvSpPr>
            <p:spPr bwMode="auto">
              <a:xfrm>
                <a:off x="3721"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3" name="Rectangle 668"/>
              <p:cNvSpPr>
                <a:spLocks noChangeArrowheads="1"/>
              </p:cNvSpPr>
              <p:nvPr/>
            </p:nvSpPr>
            <p:spPr bwMode="auto">
              <a:xfrm>
                <a:off x="370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4" name="Rectangle 669"/>
              <p:cNvSpPr>
                <a:spLocks noChangeArrowheads="1"/>
              </p:cNvSpPr>
              <p:nvPr/>
            </p:nvSpPr>
            <p:spPr bwMode="auto">
              <a:xfrm>
                <a:off x="368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5" name="Rectangle 670"/>
              <p:cNvSpPr>
                <a:spLocks noChangeArrowheads="1"/>
              </p:cNvSpPr>
              <p:nvPr/>
            </p:nvSpPr>
            <p:spPr bwMode="auto">
              <a:xfrm>
                <a:off x="366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6" name="Rectangle 671"/>
              <p:cNvSpPr>
                <a:spLocks noChangeArrowheads="1"/>
              </p:cNvSpPr>
              <p:nvPr/>
            </p:nvSpPr>
            <p:spPr bwMode="auto">
              <a:xfrm>
                <a:off x="364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7" name="Rectangle 672"/>
              <p:cNvSpPr>
                <a:spLocks noChangeArrowheads="1"/>
              </p:cNvSpPr>
              <p:nvPr/>
            </p:nvSpPr>
            <p:spPr bwMode="auto">
              <a:xfrm>
                <a:off x="3625"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8" name="Rectangle 673"/>
              <p:cNvSpPr>
                <a:spLocks noChangeArrowheads="1"/>
              </p:cNvSpPr>
              <p:nvPr/>
            </p:nvSpPr>
            <p:spPr bwMode="auto">
              <a:xfrm>
                <a:off x="360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89" name="Rectangle 674"/>
              <p:cNvSpPr>
                <a:spLocks noChangeArrowheads="1"/>
              </p:cNvSpPr>
              <p:nvPr/>
            </p:nvSpPr>
            <p:spPr bwMode="auto">
              <a:xfrm>
                <a:off x="358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0" name="Rectangle 675"/>
              <p:cNvSpPr>
                <a:spLocks noChangeArrowheads="1"/>
              </p:cNvSpPr>
              <p:nvPr/>
            </p:nvSpPr>
            <p:spPr bwMode="auto">
              <a:xfrm>
                <a:off x="356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1" name="Rectangle 676"/>
              <p:cNvSpPr>
                <a:spLocks noChangeArrowheads="1"/>
              </p:cNvSpPr>
              <p:nvPr/>
            </p:nvSpPr>
            <p:spPr bwMode="auto">
              <a:xfrm>
                <a:off x="354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2" name="Rectangle 677"/>
              <p:cNvSpPr>
                <a:spLocks noChangeArrowheads="1"/>
              </p:cNvSpPr>
              <p:nvPr/>
            </p:nvSpPr>
            <p:spPr bwMode="auto">
              <a:xfrm>
                <a:off x="352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3" name="Rectangle 678"/>
              <p:cNvSpPr>
                <a:spLocks noChangeArrowheads="1"/>
              </p:cNvSpPr>
              <p:nvPr/>
            </p:nvSpPr>
            <p:spPr bwMode="auto">
              <a:xfrm>
                <a:off x="350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4" name="Rectangle 679"/>
              <p:cNvSpPr>
                <a:spLocks noChangeArrowheads="1"/>
              </p:cNvSpPr>
              <p:nvPr/>
            </p:nvSpPr>
            <p:spPr bwMode="auto">
              <a:xfrm>
                <a:off x="349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5" name="Rectangle 680"/>
              <p:cNvSpPr>
                <a:spLocks noChangeArrowheads="1"/>
              </p:cNvSpPr>
              <p:nvPr/>
            </p:nvSpPr>
            <p:spPr bwMode="auto">
              <a:xfrm>
                <a:off x="347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6" name="Rectangle 681"/>
              <p:cNvSpPr>
                <a:spLocks noChangeArrowheads="1"/>
              </p:cNvSpPr>
              <p:nvPr/>
            </p:nvSpPr>
            <p:spPr bwMode="auto">
              <a:xfrm>
                <a:off x="345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7" name="Rectangle 682"/>
              <p:cNvSpPr>
                <a:spLocks noChangeArrowheads="1"/>
              </p:cNvSpPr>
              <p:nvPr/>
            </p:nvSpPr>
            <p:spPr bwMode="auto">
              <a:xfrm>
                <a:off x="343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8" name="Rectangle 683"/>
              <p:cNvSpPr>
                <a:spLocks noChangeArrowheads="1"/>
              </p:cNvSpPr>
              <p:nvPr/>
            </p:nvSpPr>
            <p:spPr bwMode="auto">
              <a:xfrm>
                <a:off x="341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499" name="Rectangle 684"/>
              <p:cNvSpPr>
                <a:spLocks noChangeArrowheads="1"/>
              </p:cNvSpPr>
              <p:nvPr/>
            </p:nvSpPr>
            <p:spPr bwMode="auto">
              <a:xfrm>
                <a:off x="339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500" name="Rectangle 685"/>
              <p:cNvSpPr>
                <a:spLocks noChangeArrowheads="1"/>
              </p:cNvSpPr>
              <p:nvPr/>
            </p:nvSpPr>
            <p:spPr bwMode="auto">
              <a:xfrm>
                <a:off x="337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501" name="Rectangle 686"/>
              <p:cNvSpPr>
                <a:spLocks noChangeArrowheads="1"/>
              </p:cNvSpPr>
              <p:nvPr/>
            </p:nvSpPr>
            <p:spPr bwMode="auto">
              <a:xfrm>
                <a:off x="335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502" name="Rectangle 687"/>
              <p:cNvSpPr>
                <a:spLocks noChangeArrowheads="1"/>
              </p:cNvSpPr>
              <p:nvPr/>
            </p:nvSpPr>
            <p:spPr bwMode="auto">
              <a:xfrm>
                <a:off x="333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503" name="Rectangle 688"/>
              <p:cNvSpPr>
                <a:spLocks noChangeArrowheads="1"/>
              </p:cNvSpPr>
              <p:nvPr/>
            </p:nvSpPr>
            <p:spPr bwMode="auto">
              <a:xfrm>
                <a:off x="331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504" name="Rectangle 689"/>
              <p:cNvSpPr>
                <a:spLocks noChangeArrowheads="1"/>
              </p:cNvSpPr>
              <p:nvPr/>
            </p:nvSpPr>
            <p:spPr bwMode="auto">
              <a:xfrm>
                <a:off x="329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5505" name="Rectangle 690"/>
              <p:cNvSpPr>
                <a:spLocks noChangeArrowheads="1"/>
              </p:cNvSpPr>
              <p:nvPr/>
            </p:nvSpPr>
            <p:spPr bwMode="auto">
              <a:xfrm>
                <a:off x="327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grpSp>
        <p:grpSp>
          <p:nvGrpSpPr>
            <p:cNvPr id="35506" name="Group 691"/>
            <p:cNvGrpSpPr>
              <a:grpSpLocks/>
            </p:cNvGrpSpPr>
            <p:nvPr/>
          </p:nvGrpSpPr>
          <p:grpSpPr bwMode="auto">
            <a:xfrm>
              <a:off x="3273" y="3473"/>
              <a:ext cx="1085" cy="168"/>
              <a:chOff x="3273" y="3473"/>
              <a:chExt cx="1085" cy="168"/>
            </a:xfrm>
          </p:grpSpPr>
          <p:sp>
            <p:nvSpPr>
              <p:cNvPr id="35507" name="Freeform 692"/>
              <p:cNvSpPr>
                <a:spLocks noChangeArrowheads="1"/>
              </p:cNvSpPr>
              <p:nvPr/>
            </p:nvSpPr>
            <p:spPr bwMode="auto">
              <a:xfrm>
                <a:off x="3278" y="3478"/>
                <a:ext cx="1075" cy="158"/>
              </a:xfrm>
              <a:custGeom>
                <a:avLst/>
                <a:gdLst>
                  <a:gd name="T0" fmla="*/ 0 w 1075"/>
                  <a:gd name="T1" fmla="*/ 158 h 158"/>
                  <a:gd name="T2" fmla="*/ 888 w 1075"/>
                  <a:gd name="T3" fmla="*/ 158 h 158"/>
                  <a:gd name="T4" fmla="*/ 1075 w 1075"/>
                  <a:gd name="T5" fmla="*/ 0 h 158"/>
                  <a:gd name="T6" fmla="*/ 206 w 1075"/>
                  <a:gd name="T7" fmla="*/ 0 h 158"/>
                  <a:gd name="T8" fmla="*/ 0 w 1075"/>
                  <a:gd name="T9" fmla="*/ 150 h 158"/>
                  <a:gd name="T10" fmla="*/ 0 w 1075"/>
                  <a:gd name="T11" fmla="*/ 158 h 158"/>
                </a:gdLst>
                <a:ahLst/>
                <a:cxnLst>
                  <a:cxn ang="0">
                    <a:pos x="T0" y="T1"/>
                  </a:cxn>
                  <a:cxn ang="0">
                    <a:pos x="T2" y="T3"/>
                  </a:cxn>
                  <a:cxn ang="0">
                    <a:pos x="T4" y="T5"/>
                  </a:cxn>
                  <a:cxn ang="0">
                    <a:pos x="T6" y="T7"/>
                  </a:cxn>
                  <a:cxn ang="0">
                    <a:pos x="T8" y="T9"/>
                  </a:cxn>
                  <a:cxn ang="0">
                    <a:pos x="T10" y="T11"/>
                  </a:cxn>
                </a:cxnLst>
                <a:rect l="0" t="0" r="r" b="b"/>
                <a:pathLst>
                  <a:path w="1075" h="158">
                    <a:moveTo>
                      <a:pt x="0" y="158"/>
                    </a:moveTo>
                    <a:lnTo>
                      <a:pt x="888" y="158"/>
                    </a:lnTo>
                    <a:lnTo>
                      <a:pt x="1075" y="0"/>
                    </a:lnTo>
                    <a:lnTo>
                      <a:pt x="206" y="0"/>
                    </a:lnTo>
                    <a:lnTo>
                      <a:pt x="0" y="150"/>
                    </a:lnTo>
                    <a:lnTo>
                      <a:pt x="0" y="158"/>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08" name="Freeform 693"/>
              <p:cNvSpPr>
                <a:spLocks noChangeArrowheads="1"/>
              </p:cNvSpPr>
              <p:nvPr/>
            </p:nvSpPr>
            <p:spPr bwMode="auto">
              <a:xfrm>
                <a:off x="327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09" name="Freeform 694"/>
              <p:cNvSpPr>
                <a:spLocks noChangeArrowheads="1"/>
              </p:cNvSpPr>
              <p:nvPr/>
            </p:nvSpPr>
            <p:spPr bwMode="auto">
              <a:xfrm>
                <a:off x="329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0" name="Freeform 695"/>
              <p:cNvSpPr>
                <a:spLocks noChangeArrowheads="1"/>
              </p:cNvSpPr>
              <p:nvPr/>
            </p:nvSpPr>
            <p:spPr bwMode="auto">
              <a:xfrm>
                <a:off x="3311"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1" name="Freeform 696"/>
              <p:cNvSpPr>
                <a:spLocks noChangeArrowheads="1"/>
              </p:cNvSpPr>
              <p:nvPr/>
            </p:nvSpPr>
            <p:spPr bwMode="auto">
              <a:xfrm>
                <a:off x="3331"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2" name="Freeform 697"/>
              <p:cNvSpPr>
                <a:spLocks noChangeArrowheads="1"/>
              </p:cNvSpPr>
              <p:nvPr/>
            </p:nvSpPr>
            <p:spPr bwMode="auto">
              <a:xfrm>
                <a:off x="335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3" name="Freeform 698"/>
              <p:cNvSpPr>
                <a:spLocks noChangeArrowheads="1"/>
              </p:cNvSpPr>
              <p:nvPr/>
            </p:nvSpPr>
            <p:spPr bwMode="auto">
              <a:xfrm>
                <a:off x="336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4" name="Freeform 699"/>
              <p:cNvSpPr>
                <a:spLocks noChangeArrowheads="1"/>
              </p:cNvSpPr>
              <p:nvPr/>
            </p:nvSpPr>
            <p:spPr bwMode="auto">
              <a:xfrm>
                <a:off x="338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5" name="Freeform 700"/>
              <p:cNvSpPr>
                <a:spLocks noChangeArrowheads="1"/>
              </p:cNvSpPr>
              <p:nvPr/>
            </p:nvSpPr>
            <p:spPr bwMode="auto">
              <a:xfrm>
                <a:off x="340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6" name="Freeform 701"/>
              <p:cNvSpPr>
                <a:spLocks noChangeArrowheads="1"/>
              </p:cNvSpPr>
              <p:nvPr/>
            </p:nvSpPr>
            <p:spPr bwMode="auto">
              <a:xfrm>
                <a:off x="342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7" name="Freeform 702"/>
              <p:cNvSpPr>
                <a:spLocks noChangeArrowheads="1"/>
              </p:cNvSpPr>
              <p:nvPr/>
            </p:nvSpPr>
            <p:spPr bwMode="auto">
              <a:xfrm>
                <a:off x="3446"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8" name="Freeform 703"/>
              <p:cNvSpPr>
                <a:spLocks noChangeArrowheads="1"/>
              </p:cNvSpPr>
              <p:nvPr/>
            </p:nvSpPr>
            <p:spPr bwMode="auto">
              <a:xfrm>
                <a:off x="346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19" name="Freeform 704"/>
              <p:cNvSpPr>
                <a:spLocks noChangeArrowheads="1"/>
              </p:cNvSpPr>
              <p:nvPr/>
            </p:nvSpPr>
            <p:spPr bwMode="auto">
              <a:xfrm>
                <a:off x="348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0" name="Freeform 705"/>
              <p:cNvSpPr>
                <a:spLocks noChangeArrowheads="1"/>
              </p:cNvSpPr>
              <p:nvPr/>
            </p:nvSpPr>
            <p:spPr bwMode="auto">
              <a:xfrm>
                <a:off x="3503"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1" name="Freeform 706"/>
              <p:cNvSpPr>
                <a:spLocks noChangeArrowheads="1"/>
              </p:cNvSpPr>
              <p:nvPr/>
            </p:nvSpPr>
            <p:spPr bwMode="auto">
              <a:xfrm>
                <a:off x="352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2" name="Freeform 707"/>
              <p:cNvSpPr>
                <a:spLocks noChangeArrowheads="1"/>
              </p:cNvSpPr>
              <p:nvPr/>
            </p:nvSpPr>
            <p:spPr bwMode="auto">
              <a:xfrm>
                <a:off x="354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3" name="Freeform 708"/>
              <p:cNvSpPr>
                <a:spLocks noChangeArrowheads="1"/>
              </p:cNvSpPr>
              <p:nvPr/>
            </p:nvSpPr>
            <p:spPr bwMode="auto">
              <a:xfrm>
                <a:off x="356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4" name="Freeform 709"/>
              <p:cNvSpPr>
                <a:spLocks noChangeArrowheads="1"/>
              </p:cNvSpPr>
              <p:nvPr/>
            </p:nvSpPr>
            <p:spPr bwMode="auto">
              <a:xfrm>
                <a:off x="358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5" name="Freeform 710"/>
              <p:cNvSpPr>
                <a:spLocks noChangeArrowheads="1"/>
              </p:cNvSpPr>
              <p:nvPr/>
            </p:nvSpPr>
            <p:spPr bwMode="auto">
              <a:xfrm>
                <a:off x="3600"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6" name="Freeform 711"/>
              <p:cNvSpPr>
                <a:spLocks noChangeArrowheads="1"/>
              </p:cNvSpPr>
              <p:nvPr/>
            </p:nvSpPr>
            <p:spPr bwMode="auto">
              <a:xfrm>
                <a:off x="3619"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7" name="Freeform 712"/>
              <p:cNvSpPr>
                <a:spLocks noChangeArrowheads="1"/>
              </p:cNvSpPr>
              <p:nvPr/>
            </p:nvSpPr>
            <p:spPr bwMode="auto">
              <a:xfrm>
                <a:off x="363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8" name="Freeform 713"/>
              <p:cNvSpPr>
                <a:spLocks noChangeArrowheads="1"/>
              </p:cNvSpPr>
              <p:nvPr/>
            </p:nvSpPr>
            <p:spPr bwMode="auto">
              <a:xfrm>
                <a:off x="3657"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29" name="Freeform 714"/>
              <p:cNvSpPr>
                <a:spLocks noChangeArrowheads="1"/>
              </p:cNvSpPr>
              <p:nvPr/>
            </p:nvSpPr>
            <p:spPr bwMode="auto">
              <a:xfrm>
                <a:off x="3676"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0" name="Freeform 715"/>
              <p:cNvSpPr>
                <a:spLocks noChangeArrowheads="1"/>
              </p:cNvSpPr>
              <p:nvPr/>
            </p:nvSpPr>
            <p:spPr bwMode="auto">
              <a:xfrm>
                <a:off x="3696"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1" name="Freeform 716"/>
              <p:cNvSpPr>
                <a:spLocks noChangeArrowheads="1"/>
              </p:cNvSpPr>
              <p:nvPr/>
            </p:nvSpPr>
            <p:spPr bwMode="auto">
              <a:xfrm>
                <a:off x="3715"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2" name="Freeform 717"/>
              <p:cNvSpPr>
                <a:spLocks noChangeArrowheads="1"/>
              </p:cNvSpPr>
              <p:nvPr/>
            </p:nvSpPr>
            <p:spPr bwMode="auto">
              <a:xfrm>
                <a:off x="373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3" name="Freeform 718"/>
              <p:cNvSpPr>
                <a:spLocks noChangeArrowheads="1"/>
              </p:cNvSpPr>
              <p:nvPr/>
            </p:nvSpPr>
            <p:spPr bwMode="auto">
              <a:xfrm>
                <a:off x="375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4" name="Freeform 719"/>
              <p:cNvSpPr>
                <a:spLocks noChangeArrowheads="1"/>
              </p:cNvSpPr>
              <p:nvPr/>
            </p:nvSpPr>
            <p:spPr bwMode="auto">
              <a:xfrm>
                <a:off x="3772"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5" name="Freeform 720"/>
              <p:cNvSpPr>
                <a:spLocks noChangeArrowheads="1"/>
              </p:cNvSpPr>
              <p:nvPr/>
            </p:nvSpPr>
            <p:spPr bwMode="auto">
              <a:xfrm>
                <a:off x="3792"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6" name="Freeform 721"/>
              <p:cNvSpPr>
                <a:spLocks noChangeArrowheads="1"/>
              </p:cNvSpPr>
              <p:nvPr/>
            </p:nvSpPr>
            <p:spPr bwMode="auto">
              <a:xfrm>
                <a:off x="3811"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7" name="Freeform 722"/>
              <p:cNvSpPr>
                <a:spLocks noChangeArrowheads="1"/>
              </p:cNvSpPr>
              <p:nvPr/>
            </p:nvSpPr>
            <p:spPr bwMode="auto">
              <a:xfrm>
                <a:off x="3830"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8" name="Freeform 723"/>
              <p:cNvSpPr>
                <a:spLocks noChangeArrowheads="1"/>
              </p:cNvSpPr>
              <p:nvPr/>
            </p:nvSpPr>
            <p:spPr bwMode="auto">
              <a:xfrm>
                <a:off x="384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39" name="Freeform 724"/>
              <p:cNvSpPr>
                <a:spLocks noChangeArrowheads="1"/>
              </p:cNvSpPr>
              <p:nvPr/>
            </p:nvSpPr>
            <p:spPr bwMode="auto">
              <a:xfrm>
                <a:off x="3868"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0" name="Freeform 725"/>
              <p:cNvSpPr>
                <a:spLocks noChangeArrowheads="1"/>
              </p:cNvSpPr>
              <p:nvPr/>
            </p:nvSpPr>
            <p:spPr bwMode="auto">
              <a:xfrm>
                <a:off x="3888"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1" name="Freeform 726"/>
              <p:cNvSpPr>
                <a:spLocks noChangeArrowheads="1"/>
              </p:cNvSpPr>
              <p:nvPr/>
            </p:nvSpPr>
            <p:spPr bwMode="auto">
              <a:xfrm>
                <a:off x="3907"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2" name="Freeform 727"/>
              <p:cNvSpPr>
                <a:spLocks noChangeArrowheads="1"/>
              </p:cNvSpPr>
              <p:nvPr/>
            </p:nvSpPr>
            <p:spPr bwMode="auto">
              <a:xfrm>
                <a:off x="3926"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3" name="Freeform 728"/>
              <p:cNvSpPr>
                <a:spLocks noChangeArrowheads="1"/>
              </p:cNvSpPr>
              <p:nvPr/>
            </p:nvSpPr>
            <p:spPr bwMode="auto">
              <a:xfrm>
                <a:off x="394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4" name="Freeform 729"/>
              <p:cNvSpPr>
                <a:spLocks noChangeArrowheads="1"/>
              </p:cNvSpPr>
              <p:nvPr/>
            </p:nvSpPr>
            <p:spPr bwMode="auto">
              <a:xfrm>
                <a:off x="3964"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5" name="Freeform 730"/>
              <p:cNvSpPr>
                <a:spLocks noChangeArrowheads="1"/>
              </p:cNvSpPr>
              <p:nvPr/>
            </p:nvSpPr>
            <p:spPr bwMode="auto">
              <a:xfrm>
                <a:off x="3984"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6" name="Freeform 731"/>
              <p:cNvSpPr>
                <a:spLocks noChangeArrowheads="1"/>
              </p:cNvSpPr>
              <p:nvPr/>
            </p:nvSpPr>
            <p:spPr bwMode="auto">
              <a:xfrm>
                <a:off x="400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7" name="Freeform 732"/>
              <p:cNvSpPr>
                <a:spLocks noChangeArrowheads="1"/>
              </p:cNvSpPr>
              <p:nvPr/>
            </p:nvSpPr>
            <p:spPr bwMode="auto">
              <a:xfrm>
                <a:off x="402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8" name="Freeform 733"/>
              <p:cNvSpPr>
                <a:spLocks noChangeArrowheads="1"/>
              </p:cNvSpPr>
              <p:nvPr/>
            </p:nvSpPr>
            <p:spPr bwMode="auto">
              <a:xfrm>
                <a:off x="404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49" name="Freeform 734"/>
              <p:cNvSpPr>
                <a:spLocks noChangeArrowheads="1"/>
              </p:cNvSpPr>
              <p:nvPr/>
            </p:nvSpPr>
            <p:spPr bwMode="auto">
              <a:xfrm>
                <a:off x="406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0" name="Freeform 735"/>
              <p:cNvSpPr>
                <a:spLocks noChangeArrowheads="1"/>
              </p:cNvSpPr>
              <p:nvPr/>
            </p:nvSpPr>
            <p:spPr bwMode="auto">
              <a:xfrm>
                <a:off x="408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1" name="Freeform 736"/>
              <p:cNvSpPr>
                <a:spLocks noChangeArrowheads="1"/>
              </p:cNvSpPr>
              <p:nvPr/>
            </p:nvSpPr>
            <p:spPr bwMode="auto">
              <a:xfrm>
                <a:off x="409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2" name="Freeform 737"/>
              <p:cNvSpPr>
                <a:spLocks noChangeArrowheads="1"/>
              </p:cNvSpPr>
              <p:nvPr/>
            </p:nvSpPr>
            <p:spPr bwMode="auto">
              <a:xfrm>
                <a:off x="411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3" name="Freeform 738"/>
              <p:cNvSpPr>
                <a:spLocks noChangeArrowheads="1"/>
              </p:cNvSpPr>
              <p:nvPr/>
            </p:nvSpPr>
            <p:spPr bwMode="auto">
              <a:xfrm>
                <a:off x="413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4" name="Freeform 739"/>
              <p:cNvSpPr>
                <a:spLocks noChangeArrowheads="1"/>
              </p:cNvSpPr>
              <p:nvPr/>
            </p:nvSpPr>
            <p:spPr bwMode="auto">
              <a:xfrm>
                <a:off x="415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5" name="Freeform 740"/>
              <p:cNvSpPr>
                <a:spLocks noChangeArrowheads="1"/>
              </p:cNvSpPr>
              <p:nvPr/>
            </p:nvSpPr>
            <p:spPr bwMode="auto">
              <a:xfrm>
                <a:off x="4172" y="3622"/>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9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6" name="Freeform 741"/>
              <p:cNvSpPr>
                <a:spLocks noChangeArrowheads="1"/>
              </p:cNvSpPr>
              <p:nvPr/>
            </p:nvSpPr>
            <p:spPr bwMode="auto">
              <a:xfrm>
                <a:off x="4187" y="3610"/>
                <a:ext cx="9" cy="9"/>
              </a:xfrm>
              <a:custGeom>
                <a:avLst/>
                <a:gdLst>
                  <a:gd name="T0" fmla="*/ 1 w 9"/>
                  <a:gd name="T1" fmla="*/ 1 h 9"/>
                  <a:gd name="T2" fmla="*/ 0 w 9"/>
                  <a:gd name="T3" fmla="*/ 4 h 9"/>
                  <a:gd name="T4" fmla="*/ 1 w 9"/>
                  <a:gd name="T5" fmla="*/ 8 h 9"/>
                  <a:gd name="T6" fmla="*/ 4 w 9"/>
                  <a:gd name="T7" fmla="*/ 9 h 9"/>
                  <a:gd name="T8" fmla="*/ 8 w 9"/>
                  <a:gd name="T9" fmla="*/ 8 h 9"/>
                  <a:gd name="T10" fmla="*/ 8 w 9"/>
                  <a:gd name="T11" fmla="*/ 8 h 9"/>
                  <a:gd name="T12" fmla="*/ 9 w 9"/>
                  <a:gd name="T13" fmla="*/ 4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4" y="9"/>
                    </a:lnTo>
                    <a:lnTo>
                      <a:pt x="8" y="8"/>
                    </a:lnTo>
                    <a:lnTo>
                      <a:pt x="9" y="4"/>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7" name="Freeform 742"/>
              <p:cNvSpPr>
                <a:spLocks noChangeArrowheads="1"/>
              </p:cNvSpPr>
              <p:nvPr/>
            </p:nvSpPr>
            <p:spPr bwMode="auto">
              <a:xfrm>
                <a:off x="4202" y="3598"/>
                <a:ext cx="10" cy="9"/>
              </a:xfrm>
              <a:custGeom>
                <a:avLst/>
                <a:gdLst>
                  <a:gd name="T0" fmla="*/ 1 w 10"/>
                  <a:gd name="T1" fmla="*/ 1 h 9"/>
                  <a:gd name="T2" fmla="*/ 0 w 10"/>
                  <a:gd name="T3" fmla="*/ 4 h 9"/>
                  <a:gd name="T4" fmla="*/ 1 w 10"/>
                  <a:gd name="T5" fmla="*/ 7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7"/>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8" name="Freeform 743"/>
              <p:cNvSpPr>
                <a:spLocks noChangeArrowheads="1"/>
              </p:cNvSpPr>
              <p:nvPr/>
            </p:nvSpPr>
            <p:spPr bwMode="auto">
              <a:xfrm>
                <a:off x="4217" y="3584"/>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59" name="Freeform 744"/>
              <p:cNvSpPr>
                <a:spLocks noChangeArrowheads="1"/>
              </p:cNvSpPr>
              <p:nvPr/>
            </p:nvSpPr>
            <p:spPr bwMode="auto">
              <a:xfrm>
                <a:off x="4231" y="3572"/>
                <a:ext cx="10" cy="10"/>
              </a:xfrm>
              <a:custGeom>
                <a:avLst/>
                <a:gdLst>
                  <a:gd name="T0" fmla="*/ 1 w 10"/>
                  <a:gd name="T1" fmla="*/ 2 h 10"/>
                  <a:gd name="T2" fmla="*/ 0 w 10"/>
                  <a:gd name="T3" fmla="*/ 5 h 10"/>
                  <a:gd name="T4" fmla="*/ 1 w 10"/>
                  <a:gd name="T5" fmla="*/ 9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0" name="Freeform 745"/>
              <p:cNvSpPr>
                <a:spLocks noChangeArrowheads="1"/>
              </p:cNvSpPr>
              <p:nvPr/>
            </p:nvSpPr>
            <p:spPr bwMode="auto">
              <a:xfrm>
                <a:off x="4245" y="3560"/>
                <a:ext cx="10" cy="10"/>
              </a:xfrm>
              <a:custGeom>
                <a:avLst/>
                <a:gdLst>
                  <a:gd name="T0" fmla="*/ 2 w 10"/>
                  <a:gd name="T1" fmla="*/ 2 h 10"/>
                  <a:gd name="T2" fmla="*/ 0 w 10"/>
                  <a:gd name="T3" fmla="*/ 5 h 10"/>
                  <a:gd name="T4" fmla="*/ 2 w 10"/>
                  <a:gd name="T5" fmla="*/ 8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8"/>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1" name="Freeform 746"/>
              <p:cNvSpPr>
                <a:spLocks noChangeArrowheads="1"/>
              </p:cNvSpPr>
              <p:nvPr/>
            </p:nvSpPr>
            <p:spPr bwMode="auto">
              <a:xfrm>
                <a:off x="4260" y="3547"/>
                <a:ext cx="9" cy="10"/>
              </a:xfrm>
              <a:custGeom>
                <a:avLst/>
                <a:gdLst>
                  <a:gd name="T0" fmla="*/ 1 w 9"/>
                  <a:gd name="T1" fmla="*/ 1 h 10"/>
                  <a:gd name="T2" fmla="*/ 0 w 9"/>
                  <a:gd name="T3" fmla="*/ 5 h 10"/>
                  <a:gd name="T4" fmla="*/ 2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2"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2" name="Freeform 747"/>
              <p:cNvSpPr>
                <a:spLocks noChangeArrowheads="1"/>
              </p:cNvSpPr>
              <p:nvPr/>
            </p:nvSpPr>
            <p:spPr bwMode="auto">
              <a:xfrm>
                <a:off x="4275" y="3535"/>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3" name="Freeform 748"/>
              <p:cNvSpPr>
                <a:spLocks noChangeArrowheads="1"/>
              </p:cNvSpPr>
              <p:nvPr/>
            </p:nvSpPr>
            <p:spPr bwMode="auto">
              <a:xfrm>
                <a:off x="4290" y="3523"/>
                <a:ext cx="9" cy="10"/>
              </a:xfrm>
              <a:custGeom>
                <a:avLst/>
                <a:gdLst>
                  <a:gd name="T0" fmla="*/ 1 w 9"/>
                  <a:gd name="T1" fmla="*/ 1 h 10"/>
                  <a:gd name="T2" fmla="*/ 0 w 9"/>
                  <a:gd name="T3" fmla="*/ 5 h 10"/>
                  <a:gd name="T4" fmla="*/ 1 w 9"/>
                  <a:gd name="T5" fmla="*/ 7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7"/>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4" name="Freeform 749"/>
              <p:cNvSpPr>
                <a:spLocks noChangeArrowheads="1"/>
              </p:cNvSpPr>
              <p:nvPr/>
            </p:nvSpPr>
            <p:spPr bwMode="auto">
              <a:xfrm>
                <a:off x="4304" y="3510"/>
                <a:ext cx="10" cy="10"/>
              </a:xfrm>
              <a:custGeom>
                <a:avLst/>
                <a:gdLst>
                  <a:gd name="T0" fmla="*/ 1 w 10"/>
                  <a:gd name="T1" fmla="*/ 1 h 10"/>
                  <a:gd name="T2" fmla="*/ 0 w 10"/>
                  <a:gd name="T3" fmla="*/ 5 h 10"/>
                  <a:gd name="T4" fmla="*/ 1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5" name="Freeform 750"/>
              <p:cNvSpPr>
                <a:spLocks noChangeArrowheads="1"/>
              </p:cNvSpPr>
              <p:nvPr/>
            </p:nvSpPr>
            <p:spPr bwMode="auto">
              <a:xfrm>
                <a:off x="4319" y="3498"/>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6" name="Freeform 751"/>
              <p:cNvSpPr>
                <a:spLocks noChangeArrowheads="1"/>
              </p:cNvSpPr>
              <p:nvPr/>
            </p:nvSpPr>
            <p:spPr bwMode="auto">
              <a:xfrm>
                <a:off x="4334" y="3486"/>
                <a:ext cx="10" cy="10"/>
              </a:xfrm>
              <a:custGeom>
                <a:avLst/>
                <a:gdLst>
                  <a:gd name="T0" fmla="*/ 1 w 10"/>
                  <a:gd name="T1" fmla="*/ 1 h 10"/>
                  <a:gd name="T2" fmla="*/ 0 w 10"/>
                  <a:gd name="T3" fmla="*/ 5 h 10"/>
                  <a:gd name="T4" fmla="*/ 1 w 10"/>
                  <a:gd name="T5" fmla="*/ 7 h 10"/>
                  <a:gd name="T6" fmla="*/ 5 w 10"/>
                  <a:gd name="T7" fmla="*/ 10 h 10"/>
                  <a:gd name="T8" fmla="*/ 9 w 10"/>
                  <a:gd name="T9" fmla="*/ 8 h 10"/>
                  <a:gd name="T10" fmla="*/ 9 w 10"/>
                  <a:gd name="T11" fmla="*/ 8 h 10"/>
                  <a:gd name="T12" fmla="*/ 10 w 10"/>
                  <a:gd name="T13" fmla="*/ 5 h 10"/>
                  <a:gd name="T14" fmla="*/ 7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8"/>
                    </a:lnTo>
                    <a:lnTo>
                      <a:pt x="10" y="5"/>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7" name="Freeform 752"/>
              <p:cNvSpPr>
                <a:spLocks noChangeArrowheads="1"/>
              </p:cNvSpPr>
              <p:nvPr/>
            </p:nvSpPr>
            <p:spPr bwMode="auto">
              <a:xfrm>
                <a:off x="4349" y="3473"/>
                <a:ext cx="9" cy="9"/>
              </a:xfrm>
              <a:custGeom>
                <a:avLst/>
                <a:gdLst>
                  <a:gd name="T0" fmla="*/ 1 w 9"/>
                  <a:gd name="T1" fmla="*/ 1 h 9"/>
                  <a:gd name="T2" fmla="*/ 0 w 9"/>
                  <a:gd name="T3" fmla="*/ 5 h 9"/>
                  <a:gd name="T4" fmla="*/ 1 w 9"/>
                  <a:gd name="T5" fmla="*/ 8 h 9"/>
                  <a:gd name="T6" fmla="*/ 4 w 9"/>
                  <a:gd name="T7" fmla="*/ 9 h 9"/>
                  <a:gd name="T8" fmla="*/ 8 w 9"/>
                  <a:gd name="T9" fmla="*/ 8 h 9"/>
                  <a:gd name="T10" fmla="*/ 8 w 9"/>
                  <a:gd name="T11" fmla="*/ 8 h 9"/>
                  <a:gd name="T12" fmla="*/ 9 w 9"/>
                  <a:gd name="T13" fmla="*/ 5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5"/>
                    </a:lnTo>
                    <a:lnTo>
                      <a:pt x="1" y="8"/>
                    </a:lnTo>
                    <a:lnTo>
                      <a:pt x="4" y="9"/>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8" name="Freeform 753"/>
              <p:cNvSpPr>
                <a:spLocks noChangeArrowheads="1"/>
              </p:cNvSpPr>
              <p:nvPr/>
            </p:nvSpPr>
            <p:spPr bwMode="auto">
              <a:xfrm>
                <a:off x="432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69" name="Freeform 754"/>
              <p:cNvSpPr>
                <a:spLocks noChangeArrowheads="1"/>
              </p:cNvSpPr>
              <p:nvPr/>
            </p:nvSpPr>
            <p:spPr bwMode="auto">
              <a:xfrm>
                <a:off x="431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0" name="Freeform 755"/>
              <p:cNvSpPr>
                <a:spLocks noChangeArrowheads="1"/>
              </p:cNvSpPr>
              <p:nvPr/>
            </p:nvSpPr>
            <p:spPr bwMode="auto">
              <a:xfrm>
                <a:off x="4291"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1" name="Freeform 756"/>
              <p:cNvSpPr>
                <a:spLocks noChangeArrowheads="1"/>
              </p:cNvSpPr>
              <p:nvPr/>
            </p:nvSpPr>
            <p:spPr bwMode="auto">
              <a:xfrm>
                <a:off x="4272"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2" name="Freeform 757"/>
              <p:cNvSpPr>
                <a:spLocks noChangeArrowheads="1"/>
              </p:cNvSpPr>
              <p:nvPr/>
            </p:nvSpPr>
            <p:spPr bwMode="auto">
              <a:xfrm>
                <a:off x="4253"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3" name="Freeform 758"/>
              <p:cNvSpPr>
                <a:spLocks noChangeArrowheads="1"/>
              </p:cNvSpPr>
              <p:nvPr/>
            </p:nvSpPr>
            <p:spPr bwMode="auto">
              <a:xfrm>
                <a:off x="423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4" name="Freeform 759"/>
              <p:cNvSpPr>
                <a:spLocks noChangeArrowheads="1"/>
              </p:cNvSpPr>
              <p:nvPr/>
            </p:nvSpPr>
            <p:spPr bwMode="auto">
              <a:xfrm>
                <a:off x="421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5" name="Freeform 760"/>
              <p:cNvSpPr>
                <a:spLocks noChangeArrowheads="1"/>
              </p:cNvSpPr>
              <p:nvPr/>
            </p:nvSpPr>
            <p:spPr bwMode="auto">
              <a:xfrm>
                <a:off x="4195"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6" name="Freeform 761"/>
              <p:cNvSpPr>
                <a:spLocks noChangeArrowheads="1"/>
              </p:cNvSpPr>
              <p:nvPr/>
            </p:nvSpPr>
            <p:spPr bwMode="auto">
              <a:xfrm>
                <a:off x="4176"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7" name="Freeform 762"/>
              <p:cNvSpPr>
                <a:spLocks noChangeArrowheads="1"/>
              </p:cNvSpPr>
              <p:nvPr/>
            </p:nvSpPr>
            <p:spPr bwMode="auto">
              <a:xfrm>
                <a:off x="4157"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8" name="Freeform 763"/>
              <p:cNvSpPr>
                <a:spLocks noChangeArrowheads="1"/>
              </p:cNvSpPr>
              <p:nvPr/>
            </p:nvSpPr>
            <p:spPr bwMode="auto">
              <a:xfrm>
                <a:off x="413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79" name="Freeform 764"/>
              <p:cNvSpPr>
                <a:spLocks noChangeArrowheads="1"/>
              </p:cNvSpPr>
              <p:nvPr/>
            </p:nvSpPr>
            <p:spPr bwMode="auto">
              <a:xfrm>
                <a:off x="411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0" name="Freeform 765"/>
              <p:cNvSpPr>
                <a:spLocks noChangeArrowheads="1"/>
              </p:cNvSpPr>
              <p:nvPr/>
            </p:nvSpPr>
            <p:spPr bwMode="auto">
              <a:xfrm>
                <a:off x="4099"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1" name="Freeform 766"/>
              <p:cNvSpPr>
                <a:spLocks noChangeArrowheads="1"/>
              </p:cNvSpPr>
              <p:nvPr/>
            </p:nvSpPr>
            <p:spPr bwMode="auto">
              <a:xfrm>
                <a:off x="4080"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2" name="Freeform 767"/>
              <p:cNvSpPr>
                <a:spLocks noChangeArrowheads="1"/>
              </p:cNvSpPr>
              <p:nvPr/>
            </p:nvSpPr>
            <p:spPr bwMode="auto">
              <a:xfrm>
                <a:off x="406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3" name="Freeform 768"/>
              <p:cNvSpPr>
                <a:spLocks noChangeArrowheads="1"/>
              </p:cNvSpPr>
              <p:nvPr/>
            </p:nvSpPr>
            <p:spPr bwMode="auto">
              <a:xfrm>
                <a:off x="404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4" name="Freeform 769"/>
              <p:cNvSpPr>
                <a:spLocks noChangeArrowheads="1"/>
              </p:cNvSpPr>
              <p:nvPr/>
            </p:nvSpPr>
            <p:spPr bwMode="auto">
              <a:xfrm>
                <a:off x="402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5" name="Freeform 770"/>
              <p:cNvSpPr>
                <a:spLocks noChangeArrowheads="1"/>
              </p:cNvSpPr>
              <p:nvPr/>
            </p:nvSpPr>
            <p:spPr bwMode="auto">
              <a:xfrm>
                <a:off x="400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6" name="Freeform 771"/>
              <p:cNvSpPr>
                <a:spLocks noChangeArrowheads="1"/>
              </p:cNvSpPr>
              <p:nvPr/>
            </p:nvSpPr>
            <p:spPr bwMode="auto">
              <a:xfrm>
                <a:off x="3984"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7" name="Freeform 772"/>
              <p:cNvSpPr>
                <a:spLocks noChangeArrowheads="1"/>
              </p:cNvSpPr>
              <p:nvPr/>
            </p:nvSpPr>
            <p:spPr bwMode="auto">
              <a:xfrm>
                <a:off x="396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8" name="Freeform 773"/>
              <p:cNvSpPr>
                <a:spLocks noChangeArrowheads="1"/>
              </p:cNvSpPr>
              <p:nvPr/>
            </p:nvSpPr>
            <p:spPr bwMode="auto">
              <a:xfrm>
                <a:off x="3945"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89" name="Freeform 774"/>
              <p:cNvSpPr>
                <a:spLocks noChangeArrowheads="1"/>
              </p:cNvSpPr>
              <p:nvPr/>
            </p:nvSpPr>
            <p:spPr bwMode="auto">
              <a:xfrm>
                <a:off x="3926"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0" name="Freeform 775"/>
              <p:cNvSpPr>
                <a:spLocks noChangeArrowheads="1"/>
              </p:cNvSpPr>
              <p:nvPr/>
            </p:nvSpPr>
            <p:spPr bwMode="auto">
              <a:xfrm>
                <a:off x="3907"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1" name="Freeform 776"/>
              <p:cNvSpPr>
                <a:spLocks noChangeArrowheads="1"/>
              </p:cNvSpPr>
              <p:nvPr/>
            </p:nvSpPr>
            <p:spPr bwMode="auto">
              <a:xfrm>
                <a:off x="3888"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2" name="Freeform 777"/>
              <p:cNvSpPr>
                <a:spLocks noChangeArrowheads="1"/>
              </p:cNvSpPr>
              <p:nvPr/>
            </p:nvSpPr>
            <p:spPr bwMode="auto">
              <a:xfrm>
                <a:off x="386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3" name="Freeform 778"/>
              <p:cNvSpPr>
                <a:spLocks noChangeArrowheads="1"/>
              </p:cNvSpPr>
              <p:nvPr/>
            </p:nvSpPr>
            <p:spPr bwMode="auto">
              <a:xfrm>
                <a:off x="384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4" name="Freeform 779"/>
              <p:cNvSpPr>
                <a:spLocks noChangeArrowheads="1"/>
              </p:cNvSpPr>
              <p:nvPr/>
            </p:nvSpPr>
            <p:spPr bwMode="auto">
              <a:xfrm>
                <a:off x="3830"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5" name="Freeform 780"/>
              <p:cNvSpPr>
                <a:spLocks noChangeArrowheads="1"/>
              </p:cNvSpPr>
              <p:nvPr/>
            </p:nvSpPr>
            <p:spPr bwMode="auto">
              <a:xfrm>
                <a:off x="3811"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6" name="Freeform 781"/>
              <p:cNvSpPr>
                <a:spLocks noChangeArrowheads="1"/>
              </p:cNvSpPr>
              <p:nvPr/>
            </p:nvSpPr>
            <p:spPr bwMode="auto">
              <a:xfrm>
                <a:off x="3792"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7" name="Freeform 782"/>
              <p:cNvSpPr>
                <a:spLocks noChangeArrowheads="1"/>
              </p:cNvSpPr>
              <p:nvPr/>
            </p:nvSpPr>
            <p:spPr bwMode="auto">
              <a:xfrm>
                <a:off x="3772"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8" name="Freeform 783"/>
              <p:cNvSpPr>
                <a:spLocks noChangeArrowheads="1"/>
              </p:cNvSpPr>
              <p:nvPr/>
            </p:nvSpPr>
            <p:spPr bwMode="auto">
              <a:xfrm>
                <a:off x="375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599" name="Freeform 784"/>
              <p:cNvSpPr>
                <a:spLocks noChangeArrowheads="1"/>
              </p:cNvSpPr>
              <p:nvPr/>
            </p:nvSpPr>
            <p:spPr bwMode="auto">
              <a:xfrm>
                <a:off x="3734"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0" name="Freeform 785"/>
              <p:cNvSpPr>
                <a:spLocks noChangeArrowheads="1"/>
              </p:cNvSpPr>
              <p:nvPr/>
            </p:nvSpPr>
            <p:spPr bwMode="auto">
              <a:xfrm>
                <a:off x="3715"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1" name="Freeform 786"/>
              <p:cNvSpPr>
                <a:spLocks noChangeArrowheads="1"/>
              </p:cNvSpPr>
              <p:nvPr/>
            </p:nvSpPr>
            <p:spPr bwMode="auto">
              <a:xfrm>
                <a:off x="3696"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2" name="Freeform 787"/>
              <p:cNvSpPr>
                <a:spLocks noChangeArrowheads="1"/>
              </p:cNvSpPr>
              <p:nvPr/>
            </p:nvSpPr>
            <p:spPr bwMode="auto">
              <a:xfrm>
                <a:off x="3676"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3" name="Freeform 788"/>
              <p:cNvSpPr>
                <a:spLocks noChangeArrowheads="1"/>
              </p:cNvSpPr>
              <p:nvPr/>
            </p:nvSpPr>
            <p:spPr bwMode="auto">
              <a:xfrm>
                <a:off x="365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4" name="Freeform 789"/>
              <p:cNvSpPr>
                <a:spLocks noChangeArrowheads="1"/>
              </p:cNvSpPr>
              <p:nvPr/>
            </p:nvSpPr>
            <p:spPr bwMode="auto">
              <a:xfrm>
                <a:off x="3638"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5" name="Freeform 790"/>
              <p:cNvSpPr>
                <a:spLocks noChangeArrowheads="1"/>
              </p:cNvSpPr>
              <p:nvPr/>
            </p:nvSpPr>
            <p:spPr bwMode="auto">
              <a:xfrm>
                <a:off x="3619"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6" name="Freeform 791"/>
              <p:cNvSpPr>
                <a:spLocks noChangeArrowheads="1"/>
              </p:cNvSpPr>
              <p:nvPr/>
            </p:nvSpPr>
            <p:spPr bwMode="auto">
              <a:xfrm>
                <a:off x="3600"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7" name="Freeform 792"/>
              <p:cNvSpPr>
                <a:spLocks noChangeArrowheads="1"/>
              </p:cNvSpPr>
              <p:nvPr/>
            </p:nvSpPr>
            <p:spPr bwMode="auto">
              <a:xfrm>
                <a:off x="358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8" name="Freeform 793"/>
              <p:cNvSpPr>
                <a:spLocks noChangeArrowheads="1"/>
              </p:cNvSpPr>
              <p:nvPr/>
            </p:nvSpPr>
            <p:spPr bwMode="auto">
              <a:xfrm>
                <a:off x="356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09" name="Freeform 794"/>
              <p:cNvSpPr>
                <a:spLocks noChangeArrowheads="1"/>
              </p:cNvSpPr>
              <p:nvPr/>
            </p:nvSpPr>
            <p:spPr bwMode="auto">
              <a:xfrm>
                <a:off x="354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0" name="Freeform 795"/>
              <p:cNvSpPr>
                <a:spLocks noChangeArrowheads="1"/>
              </p:cNvSpPr>
              <p:nvPr/>
            </p:nvSpPr>
            <p:spPr bwMode="auto">
              <a:xfrm>
                <a:off x="352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1" name="Freeform 796"/>
              <p:cNvSpPr>
                <a:spLocks noChangeArrowheads="1"/>
              </p:cNvSpPr>
              <p:nvPr/>
            </p:nvSpPr>
            <p:spPr bwMode="auto">
              <a:xfrm>
                <a:off x="350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2" name="Freeform 797"/>
              <p:cNvSpPr>
                <a:spLocks noChangeArrowheads="1"/>
              </p:cNvSpPr>
              <p:nvPr/>
            </p:nvSpPr>
            <p:spPr bwMode="auto">
              <a:xfrm>
                <a:off x="348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3" name="Freeform 798"/>
              <p:cNvSpPr>
                <a:spLocks noChangeArrowheads="1"/>
              </p:cNvSpPr>
              <p:nvPr/>
            </p:nvSpPr>
            <p:spPr bwMode="auto">
              <a:xfrm>
                <a:off x="3469" y="3481"/>
                <a:ext cx="9" cy="10"/>
              </a:xfrm>
              <a:custGeom>
                <a:avLst/>
                <a:gdLst>
                  <a:gd name="T0" fmla="*/ 8 w 9"/>
                  <a:gd name="T1" fmla="*/ 9 h 10"/>
                  <a:gd name="T2" fmla="*/ 9 w 9"/>
                  <a:gd name="T3" fmla="*/ 5 h 10"/>
                  <a:gd name="T4" fmla="*/ 7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7"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4" name="Freeform 799"/>
              <p:cNvSpPr>
                <a:spLocks noChangeArrowheads="1"/>
              </p:cNvSpPr>
              <p:nvPr/>
            </p:nvSpPr>
            <p:spPr bwMode="auto">
              <a:xfrm>
                <a:off x="3453" y="3492"/>
                <a:ext cx="10" cy="10"/>
              </a:xfrm>
              <a:custGeom>
                <a:avLst/>
                <a:gdLst>
                  <a:gd name="T0" fmla="*/ 8 w 10"/>
                  <a:gd name="T1" fmla="*/ 8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8 h 10"/>
                  <a:gd name="T16" fmla="*/ 5 w 10"/>
                  <a:gd name="T17" fmla="*/ 10 h 10"/>
                  <a:gd name="T18" fmla="*/ 8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8"/>
                    </a:moveTo>
                    <a:lnTo>
                      <a:pt x="10" y="5"/>
                    </a:lnTo>
                    <a:lnTo>
                      <a:pt x="8" y="1"/>
                    </a:lnTo>
                    <a:lnTo>
                      <a:pt x="5" y="0"/>
                    </a:lnTo>
                    <a:lnTo>
                      <a:pt x="1" y="1"/>
                    </a:lnTo>
                    <a:lnTo>
                      <a:pt x="0" y="5"/>
                    </a:lnTo>
                    <a:lnTo>
                      <a:pt x="1"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5" name="Freeform 800"/>
              <p:cNvSpPr>
                <a:spLocks noChangeArrowheads="1"/>
              </p:cNvSpPr>
              <p:nvPr/>
            </p:nvSpPr>
            <p:spPr bwMode="auto">
              <a:xfrm>
                <a:off x="3437" y="350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7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7"/>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6" name="Freeform 801"/>
              <p:cNvSpPr>
                <a:spLocks noChangeArrowheads="1"/>
              </p:cNvSpPr>
              <p:nvPr/>
            </p:nvSpPr>
            <p:spPr bwMode="auto">
              <a:xfrm>
                <a:off x="3422" y="3515"/>
                <a:ext cx="9" cy="9"/>
              </a:xfrm>
              <a:custGeom>
                <a:avLst/>
                <a:gdLst>
                  <a:gd name="T0" fmla="*/ 8 w 9"/>
                  <a:gd name="T1" fmla="*/ 8 h 9"/>
                  <a:gd name="T2" fmla="*/ 9 w 9"/>
                  <a:gd name="T3" fmla="*/ 5 h 9"/>
                  <a:gd name="T4" fmla="*/ 8 w 9"/>
                  <a:gd name="T5" fmla="*/ 1 h 9"/>
                  <a:gd name="T6" fmla="*/ 5 w 9"/>
                  <a:gd name="T7" fmla="*/ 0 h 9"/>
                  <a:gd name="T8" fmla="*/ 1 w 9"/>
                  <a:gd name="T9" fmla="*/ 1 h 9"/>
                  <a:gd name="T10" fmla="*/ 1 w 9"/>
                  <a:gd name="T11" fmla="*/ 1 h 9"/>
                  <a:gd name="T12" fmla="*/ 0 w 9"/>
                  <a:gd name="T13" fmla="*/ 5 h 9"/>
                  <a:gd name="T14" fmla="*/ 1 w 9"/>
                  <a:gd name="T15" fmla="*/ 8 h 9"/>
                  <a:gd name="T16" fmla="*/ 5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5"/>
                    </a:lnTo>
                    <a:lnTo>
                      <a:pt x="8" y="1"/>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7" name="Freeform 802"/>
              <p:cNvSpPr>
                <a:spLocks noChangeArrowheads="1"/>
              </p:cNvSpPr>
              <p:nvPr/>
            </p:nvSpPr>
            <p:spPr bwMode="auto">
              <a:xfrm>
                <a:off x="3406" y="3526"/>
                <a:ext cx="10" cy="9"/>
              </a:xfrm>
              <a:custGeom>
                <a:avLst/>
                <a:gdLst>
                  <a:gd name="T0" fmla="*/ 9 w 10"/>
                  <a:gd name="T1" fmla="*/ 8 h 9"/>
                  <a:gd name="T2" fmla="*/ 10 w 10"/>
                  <a:gd name="T3" fmla="*/ 4 h 9"/>
                  <a:gd name="T4" fmla="*/ 9 w 10"/>
                  <a:gd name="T5" fmla="*/ 2 h 9"/>
                  <a:gd name="T6" fmla="*/ 5 w 10"/>
                  <a:gd name="T7" fmla="*/ 0 h 9"/>
                  <a:gd name="T8" fmla="*/ 1 w 10"/>
                  <a:gd name="T9" fmla="*/ 1 h 9"/>
                  <a:gd name="T10" fmla="*/ 1 w 10"/>
                  <a:gd name="T11" fmla="*/ 1 h 9"/>
                  <a:gd name="T12" fmla="*/ 0 w 10"/>
                  <a:gd name="T13" fmla="*/ 4 h 9"/>
                  <a:gd name="T14" fmla="*/ 1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4"/>
                    </a:lnTo>
                    <a:lnTo>
                      <a:pt x="9" y="2"/>
                    </a:lnTo>
                    <a:lnTo>
                      <a:pt x="5" y="0"/>
                    </a:lnTo>
                    <a:lnTo>
                      <a:pt x="1" y="1"/>
                    </a:lnTo>
                    <a:lnTo>
                      <a:pt x="0" y="4"/>
                    </a:lnTo>
                    <a:lnTo>
                      <a:pt x="1"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8" name="Freeform 803"/>
              <p:cNvSpPr>
                <a:spLocks noChangeArrowheads="1"/>
              </p:cNvSpPr>
              <p:nvPr/>
            </p:nvSpPr>
            <p:spPr bwMode="auto">
              <a:xfrm>
                <a:off x="3391" y="3538"/>
                <a:ext cx="9" cy="9"/>
              </a:xfrm>
              <a:custGeom>
                <a:avLst/>
                <a:gdLst>
                  <a:gd name="T0" fmla="*/ 8 w 9"/>
                  <a:gd name="T1" fmla="*/ 8 h 9"/>
                  <a:gd name="T2" fmla="*/ 9 w 9"/>
                  <a:gd name="T3" fmla="*/ 4 h 9"/>
                  <a:gd name="T4" fmla="*/ 8 w 9"/>
                  <a:gd name="T5" fmla="*/ 1 h 9"/>
                  <a:gd name="T6" fmla="*/ 4 w 9"/>
                  <a:gd name="T7" fmla="*/ 0 h 9"/>
                  <a:gd name="T8" fmla="*/ 1 w 9"/>
                  <a:gd name="T9" fmla="*/ 1 h 9"/>
                  <a:gd name="T10" fmla="*/ 1 w 9"/>
                  <a:gd name="T11" fmla="*/ 1 h 9"/>
                  <a:gd name="T12" fmla="*/ 0 w 9"/>
                  <a:gd name="T13" fmla="*/ 4 h 9"/>
                  <a:gd name="T14" fmla="*/ 1 w 9"/>
                  <a:gd name="T15" fmla="*/ 8 h 9"/>
                  <a:gd name="T16" fmla="*/ 4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4"/>
                    </a:lnTo>
                    <a:lnTo>
                      <a:pt x="8" y="1"/>
                    </a:lnTo>
                    <a:lnTo>
                      <a:pt x="4" y="0"/>
                    </a:lnTo>
                    <a:lnTo>
                      <a:pt x="1" y="1"/>
                    </a:lnTo>
                    <a:lnTo>
                      <a:pt x="0" y="4"/>
                    </a:lnTo>
                    <a:lnTo>
                      <a:pt x="1" y="8"/>
                    </a:lnTo>
                    <a:lnTo>
                      <a:pt x="4"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19" name="Freeform 804"/>
              <p:cNvSpPr>
                <a:spLocks noChangeArrowheads="1"/>
              </p:cNvSpPr>
              <p:nvPr/>
            </p:nvSpPr>
            <p:spPr bwMode="auto">
              <a:xfrm>
                <a:off x="3375" y="3548"/>
                <a:ext cx="10" cy="10"/>
              </a:xfrm>
              <a:custGeom>
                <a:avLst/>
                <a:gdLst>
                  <a:gd name="T0" fmla="*/ 8 w 10"/>
                  <a:gd name="T1" fmla="*/ 9 h 10"/>
                  <a:gd name="T2" fmla="*/ 10 w 10"/>
                  <a:gd name="T3" fmla="*/ 5 h 10"/>
                  <a:gd name="T4" fmla="*/ 8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2"/>
                    </a:lnTo>
                    <a:lnTo>
                      <a:pt x="5" y="0"/>
                    </a:lnTo>
                    <a:lnTo>
                      <a:pt x="1" y="2"/>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0" name="Freeform 805"/>
              <p:cNvSpPr>
                <a:spLocks noChangeArrowheads="1"/>
              </p:cNvSpPr>
              <p:nvPr/>
            </p:nvSpPr>
            <p:spPr bwMode="auto">
              <a:xfrm>
                <a:off x="3359" y="3560"/>
                <a:ext cx="10" cy="10"/>
              </a:xfrm>
              <a:custGeom>
                <a:avLst/>
                <a:gdLst>
                  <a:gd name="T0" fmla="*/ 9 w 10"/>
                  <a:gd name="T1" fmla="*/ 9 h 10"/>
                  <a:gd name="T2" fmla="*/ 10 w 10"/>
                  <a:gd name="T3" fmla="*/ 5 h 10"/>
                  <a:gd name="T4" fmla="*/ 9 w 10"/>
                  <a:gd name="T5" fmla="*/ 2 h 10"/>
                  <a:gd name="T6" fmla="*/ 5 w 10"/>
                  <a:gd name="T7" fmla="*/ 0 h 10"/>
                  <a:gd name="T8" fmla="*/ 2 w 10"/>
                  <a:gd name="T9" fmla="*/ 2 h 10"/>
                  <a:gd name="T10" fmla="*/ 2 w 10"/>
                  <a:gd name="T11" fmla="*/ 2 h 10"/>
                  <a:gd name="T12" fmla="*/ 0 w 10"/>
                  <a:gd name="T13" fmla="*/ 5 h 10"/>
                  <a:gd name="T14" fmla="*/ 2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2" y="2"/>
                    </a:lnTo>
                    <a:lnTo>
                      <a:pt x="0" y="5"/>
                    </a:lnTo>
                    <a:lnTo>
                      <a:pt x="2"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1" name="Freeform 806"/>
              <p:cNvSpPr>
                <a:spLocks noChangeArrowheads="1"/>
              </p:cNvSpPr>
              <p:nvPr/>
            </p:nvSpPr>
            <p:spPr bwMode="auto">
              <a:xfrm>
                <a:off x="3344" y="3571"/>
                <a:ext cx="9" cy="10"/>
              </a:xfrm>
              <a:custGeom>
                <a:avLst/>
                <a:gdLst>
                  <a:gd name="T0" fmla="*/ 8 w 9"/>
                  <a:gd name="T1" fmla="*/ 9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1 w 9"/>
                  <a:gd name="T15" fmla="*/ 9 h 10"/>
                  <a:gd name="T16" fmla="*/ 5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2" name="Freeform 807"/>
              <p:cNvSpPr>
                <a:spLocks noChangeArrowheads="1"/>
              </p:cNvSpPr>
              <p:nvPr/>
            </p:nvSpPr>
            <p:spPr bwMode="auto">
              <a:xfrm>
                <a:off x="3328" y="3583"/>
                <a:ext cx="10" cy="10"/>
              </a:xfrm>
              <a:custGeom>
                <a:avLst/>
                <a:gdLst>
                  <a:gd name="T0" fmla="*/ 9 w 10"/>
                  <a:gd name="T1" fmla="*/ 9 h 10"/>
                  <a:gd name="T2" fmla="*/ 10 w 10"/>
                  <a:gd name="T3" fmla="*/ 5 h 10"/>
                  <a:gd name="T4" fmla="*/ 9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1" y="1"/>
                    </a:lnTo>
                    <a:lnTo>
                      <a:pt x="0" y="5"/>
                    </a:lnTo>
                    <a:lnTo>
                      <a:pt x="1" y="7"/>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3" name="Freeform 808"/>
              <p:cNvSpPr>
                <a:spLocks noChangeArrowheads="1"/>
              </p:cNvSpPr>
              <p:nvPr/>
            </p:nvSpPr>
            <p:spPr bwMode="auto">
              <a:xfrm>
                <a:off x="3313" y="3594"/>
                <a:ext cx="9" cy="10"/>
              </a:xfrm>
              <a:custGeom>
                <a:avLst/>
                <a:gdLst>
                  <a:gd name="T0" fmla="*/ 8 w 9"/>
                  <a:gd name="T1" fmla="*/ 8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8 h 10"/>
                  <a:gd name="T16" fmla="*/ 4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4" y="0"/>
                    </a:lnTo>
                    <a:lnTo>
                      <a:pt x="1" y="1"/>
                    </a:lnTo>
                    <a:lnTo>
                      <a:pt x="0" y="5"/>
                    </a:lnTo>
                    <a:lnTo>
                      <a:pt x="1" y="8"/>
                    </a:lnTo>
                    <a:lnTo>
                      <a:pt x="4"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4" name="Freeform 809"/>
              <p:cNvSpPr>
                <a:spLocks noChangeArrowheads="1"/>
              </p:cNvSpPr>
              <p:nvPr/>
            </p:nvSpPr>
            <p:spPr bwMode="auto">
              <a:xfrm>
                <a:off x="3297" y="3605"/>
                <a:ext cx="10" cy="9"/>
              </a:xfrm>
              <a:custGeom>
                <a:avLst/>
                <a:gdLst>
                  <a:gd name="T0" fmla="*/ 8 w 10"/>
                  <a:gd name="T1" fmla="*/ 8 h 9"/>
                  <a:gd name="T2" fmla="*/ 10 w 10"/>
                  <a:gd name="T3" fmla="*/ 5 h 9"/>
                  <a:gd name="T4" fmla="*/ 8 w 10"/>
                  <a:gd name="T5" fmla="*/ 2 h 9"/>
                  <a:gd name="T6" fmla="*/ 5 w 10"/>
                  <a:gd name="T7" fmla="*/ 0 h 9"/>
                  <a:gd name="T8" fmla="*/ 1 w 10"/>
                  <a:gd name="T9" fmla="*/ 1 h 9"/>
                  <a:gd name="T10" fmla="*/ 1 w 10"/>
                  <a:gd name="T11" fmla="*/ 1 h 9"/>
                  <a:gd name="T12" fmla="*/ 0 w 10"/>
                  <a:gd name="T13" fmla="*/ 5 h 9"/>
                  <a:gd name="T14" fmla="*/ 1 w 10"/>
                  <a:gd name="T15" fmla="*/ 8 h 9"/>
                  <a:gd name="T16" fmla="*/ 5 w 10"/>
                  <a:gd name="T17" fmla="*/ 9 h 9"/>
                  <a:gd name="T18" fmla="*/ 8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8" y="8"/>
                    </a:moveTo>
                    <a:lnTo>
                      <a:pt x="10" y="5"/>
                    </a:lnTo>
                    <a:lnTo>
                      <a:pt x="8" y="2"/>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5" name="Freeform 810"/>
              <p:cNvSpPr>
                <a:spLocks noChangeArrowheads="1"/>
              </p:cNvSpPr>
              <p:nvPr/>
            </p:nvSpPr>
            <p:spPr bwMode="auto">
              <a:xfrm>
                <a:off x="3281" y="3617"/>
                <a:ext cx="10" cy="9"/>
              </a:xfrm>
              <a:custGeom>
                <a:avLst/>
                <a:gdLst>
                  <a:gd name="T0" fmla="*/ 9 w 10"/>
                  <a:gd name="T1" fmla="*/ 8 h 9"/>
                  <a:gd name="T2" fmla="*/ 10 w 10"/>
                  <a:gd name="T3" fmla="*/ 5 h 9"/>
                  <a:gd name="T4" fmla="*/ 9 w 10"/>
                  <a:gd name="T5" fmla="*/ 1 h 9"/>
                  <a:gd name="T6" fmla="*/ 5 w 10"/>
                  <a:gd name="T7" fmla="*/ 0 h 9"/>
                  <a:gd name="T8" fmla="*/ 2 w 10"/>
                  <a:gd name="T9" fmla="*/ 1 h 9"/>
                  <a:gd name="T10" fmla="*/ 2 w 10"/>
                  <a:gd name="T11" fmla="*/ 1 h 9"/>
                  <a:gd name="T12" fmla="*/ 0 w 10"/>
                  <a:gd name="T13" fmla="*/ 5 h 9"/>
                  <a:gd name="T14" fmla="*/ 2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5"/>
                    </a:lnTo>
                    <a:lnTo>
                      <a:pt x="9" y="1"/>
                    </a:lnTo>
                    <a:lnTo>
                      <a:pt x="5" y="0"/>
                    </a:lnTo>
                    <a:lnTo>
                      <a:pt x="2" y="1"/>
                    </a:lnTo>
                    <a:lnTo>
                      <a:pt x="0" y="5"/>
                    </a:lnTo>
                    <a:lnTo>
                      <a:pt x="2"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grpSp>
          <p:nvGrpSpPr>
            <p:cNvPr id="35626" name="Group 811"/>
            <p:cNvGrpSpPr>
              <a:grpSpLocks/>
            </p:cNvGrpSpPr>
            <p:nvPr/>
          </p:nvGrpSpPr>
          <p:grpSpPr bwMode="auto">
            <a:xfrm>
              <a:off x="4160" y="3474"/>
              <a:ext cx="198" cy="535"/>
              <a:chOff x="4160" y="3474"/>
              <a:chExt cx="198" cy="535"/>
            </a:xfrm>
          </p:grpSpPr>
          <p:sp>
            <p:nvSpPr>
              <p:cNvPr id="35627" name="Freeform 812"/>
              <p:cNvSpPr>
                <a:spLocks noChangeArrowheads="1"/>
              </p:cNvSpPr>
              <p:nvPr/>
            </p:nvSpPr>
            <p:spPr bwMode="auto">
              <a:xfrm>
                <a:off x="4165" y="3478"/>
                <a:ext cx="188" cy="531"/>
              </a:xfrm>
              <a:custGeom>
                <a:avLst/>
                <a:gdLst>
                  <a:gd name="T0" fmla="*/ 0 w 188"/>
                  <a:gd name="T1" fmla="*/ 156 h 531"/>
                  <a:gd name="T2" fmla="*/ 0 w 188"/>
                  <a:gd name="T3" fmla="*/ 531 h 531"/>
                  <a:gd name="T4" fmla="*/ 188 w 188"/>
                  <a:gd name="T5" fmla="*/ 313 h 531"/>
                  <a:gd name="T6" fmla="*/ 188 w 188"/>
                  <a:gd name="T7" fmla="*/ 0 h 531"/>
                  <a:gd name="T8" fmla="*/ 0 w 188"/>
                  <a:gd name="T9" fmla="*/ 156 h 531"/>
                </a:gdLst>
                <a:ahLst/>
                <a:cxnLst>
                  <a:cxn ang="0">
                    <a:pos x="T0" y="T1"/>
                  </a:cxn>
                  <a:cxn ang="0">
                    <a:pos x="T2" y="T3"/>
                  </a:cxn>
                  <a:cxn ang="0">
                    <a:pos x="T4" y="T5"/>
                  </a:cxn>
                  <a:cxn ang="0">
                    <a:pos x="T6" y="T7"/>
                  </a:cxn>
                  <a:cxn ang="0">
                    <a:pos x="T8" y="T9"/>
                  </a:cxn>
                </a:cxnLst>
                <a:rect l="0" t="0" r="r" b="b"/>
                <a:pathLst>
                  <a:path w="188" h="531">
                    <a:moveTo>
                      <a:pt x="0" y="156"/>
                    </a:moveTo>
                    <a:lnTo>
                      <a:pt x="0" y="531"/>
                    </a:lnTo>
                    <a:lnTo>
                      <a:pt x="188" y="313"/>
                    </a:lnTo>
                    <a:lnTo>
                      <a:pt x="188" y="0"/>
                    </a:lnTo>
                    <a:lnTo>
                      <a:pt x="0" y="156"/>
                    </a:lnTo>
                    <a:close/>
                  </a:path>
                </a:pathLst>
              </a:custGeom>
              <a:solidFill>
                <a:srgbClr val="6767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8" name="Freeform 813"/>
              <p:cNvSpPr>
                <a:spLocks noChangeArrowheads="1"/>
              </p:cNvSpPr>
              <p:nvPr/>
            </p:nvSpPr>
            <p:spPr bwMode="auto">
              <a:xfrm>
                <a:off x="4160" y="3629"/>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29" name="Freeform 814"/>
              <p:cNvSpPr>
                <a:spLocks noChangeArrowheads="1"/>
              </p:cNvSpPr>
              <p:nvPr/>
            </p:nvSpPr>
            <p:spPr bwMode="auto">
              <a:xfrm>
                <a:off x="4160" y="3648"/>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0" name="Freeform 815"/>
              <p:cNvSpPr>
                <a:spLocks noChangeArrowheads="1"/>
              </p:cNvSpPr>
              <p:nvPr/>
            </p:nvSpPr>
            <p:spPr bwMode="auto">
              <a:xfrm>
                <a:off x="4160" y="366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1" name="Freeform 816"/>
              <p:cNvSpPr>
                <a:spLocks noChangeArrowheads="1"/>
              </p:cNvSpPr>
              <p:nvPr/>
            </p:nvSpPr>
            <p:spPr bwMode="auto">
              <a:xfrm>
                <a:off x="4160" y="3686"/>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2" name="Freeform 817"/>
              <p:cNvSpPr>
                <a:spLocks noChangeArrowheads="1"/>
              </p:cNvSpPr>
              <p:nvPr/>
            </p:nvSpPr>
            <p:spPr bwMode="auto">
              <a:xfrm>
                <a:off x="4160" y="3706"/>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3" name="Freeform 818"/>
              <p:cNvSpPr>
                <a:spLocks noChangeArrowheads="1"/>
              </p:cNvSpPr>
              <p:nvPr/>
            </p:nvSpPr>
            <p:spPr bwMode="auto">
              <a:xfrm>
                <a:off x="4160" y="3725"/>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4" name="Freeform 819"/>
              <p:cNvSpPr>
                <a:spLocks noChangeArrowheads="1"/>
              </p:cNvSpPr>
              <p:nvPr/>
            </p:nvSpPr>
            <p:spPr bwMode="auto">
              <a:xfrm>
                <a:off x="4160" y="3744"/>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5" name="Freeform 820"/>
              <p:cNvSpPr>
                <a:spLocks noChangeArrowheads="1"/>
              </p:cNvSpPr>
              <p:nvPr/>
            </p:nvSpPr>
            <p:spPr bwMode="auto">
              <a:xfrm>
                <a:off x="4160" y="3763"/>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6" name="Freeform 821"/>
              <p:cNvSpPr>
                <a:spLocks noChangeArrowheads="1"/>
              </p:cNvSpPr>
              <p:nvPr/>
            </p:nvSpPr>
            <p:spPr bwMode="auto">
              <a:xfrm>
                <a:off x="4160" y="3782"/>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7" name="Freeform 822"/>
              <p:cNvSpPr>
                <a:spLocks noChangeArrowheads="1"/>
              </p:cNvSpPr>
              <p:nvPr/>
            </p:nvSpPr>
            <p:spPr bwMode="auto">
              <a:xfrm>
                <a:off x="4160" y="3802"/>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8" name="Freeform 823"/>
              <p:cNvSpPr>
                <a:spLocks noChangeArrowheads="1"/>
              </p:cNvSpPr>
              <p:nvPr/>
            </p:nvSpPr>
            <p:spPr bwMode="auto">
              <a:xfrm>
                <a:off x="4160" y="3821"/>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39" name="Freeform 824"/>
              <p:cNvSpPr>
                <a:spLocks noChangeArrowheads="1"/>
              </p:cNvSpPr>
              <p:nvPr/>
            </p:nvSpPr>
            <p:spPr bwMode="auto">
              <a:xfrm>
                <a:off x="4160" y="3840"/>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0" name="Freeform 825"/>
              <p:cNvSpPr>
                <a:spLocks noChangeArrowheads="1"/>
              </p:cNvSpPr>
              <p:nvPr/>
            </p:nvSpPr>
            <p:spPr bwMode="auto">
              <a:xfrm>
                <a:off x="4160" y="3859"/>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1" name="Freeform 826"/>
              <p:cNvSpPr>
                <a:spLocks noChangeArrowheads="1"/>
              </p:cNvSpPr>
              <p:nvPr/>
            </p:nvSpPr>
            <p:spPr bwMode="auto">
              <a:xfrm>
                <a:off x="4160" y="3879"/>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2" name="Freeform 827"/>
              <p:cNvSpPr>
                <a:spLocks noChangeArrowheads="1"/>
              </p:cNvSpPr>
              <p:nvPr/>
            </p:nvSpPr>
            <p:spPr bwMode="auto">
              <a:xfrm>
                <a:off x="4160" y="3898"/>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3" name="Freeform 828"/>
              <p:cNvSpPr>
                <a:spLocks noChangeArrowheads="1"/>
              </p:cNvSpPr>
              <p:nvPr/>
            </p:nvSpPr>
            <p:spPr bwMode="auto">
              <a:xfrm>
                <a:off x="4160" y="391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4" name="Freeform 829"/>
              <p:cNvSpPr>
                <a:spLocks noChangeArrowheads="1"/>
              </p:cNvSpPr>
              <p:nvPr/>
            </p:nvSpPr>
            <p:spPr bwMode="auto">
              <a:xfrm>
                <a:off x="4160" y="3936"/>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5" name="Freeform 830"/>
              <p:cNvSpPr>
                <a:spLocks noChangeArrowheads="1"/>
              </p:cNvSpPr>
              <p:nvPr/>
            </p:nvSpPr>
            <p:spPr bwMode="auto">
              <a:xfrm>
                <a:off x="4160" y="3955"/>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6" name="Freeform 831"/>
              <p:cNvSpPr>
                <a:spLocks noChangeArrowheads="1"/>
              </p:cNvSpPr>
              <p:nvPr/>
            </p:nvSpPr>
            <p:spPr bwMode="auto">
              <a:xfrm>
                <a:off x="4160" y="3975"/>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7" name="Freeform 832"/>
              <p:cNvSpPr>
                <a:spLocks noChangeArrowheads="1"/>
              </p:cNvSpPr>
              <p:nvPr/>
            </p:nvSpPr>
            <p:spPr bwMode="auto">
              <a:xfrm>
                <a:off x="4160" y="3994"/>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8" name="Freeform 833"/>
              <p:cNvSpPr>
                <a:spLocks noChangeArrowheads="1"/>
              </p:cNvSpPr>
              <p:nvPr/>
            </p:nvSpPr>
            <p:spPr bwMode="auto">
              <a:xfrm>
                <a:off x="4166" y="3999"/>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49" name="Freeform 834"/>
              <p:cNvSpPr>
                <a:spLocks noChangeArrowheads="1"/>
              </p:cNvSpPr>
              <p:nvPr/>
            </p:nvSpPr>
            <p:spPr bwMode="auto">
              <a:xfrm>
                <a:off x="4178" y="3984"/>
                <a:ext cx="10" cy="10"/>
              </a:xfrm>
              <a:custGeom>
                <a:avLst/>
                <a:gdLst>
                  <a:gd name="T0" fmla="*/ 1 w 10"/>
                  <a:gd name="T1" fmla="*/ 1 h 10"/>
                  <a:gd name="T2" fmla="*/ 0 w 10"/>
                  <a:gd name="T3" fmla="*/ 5 h 10"/>
                  <a:gd name="T4" fmla="*/ 1 w 10"/>
                  <a:gd name="T5" fmla="*/ 7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9"/>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0" name="Freeform 835"/>
              <p:cNvSpPr>
                <a:spLocks noChangeArrowheads="1"/>
              </p:cNvSpPr>
              <p:nvPr/>
            </p:nvSpPr>
            <p:spPr bwMode="auto">
              <a:xfrm>
                <a:off x="4190" y="3969"/>
                <a:ext cx="10" cy="9"/>
              </a:xfrm>
              <a:custGeom>
                <a:avLst/>
                <a:gdLst>
                  <a:gd name="T0" fmla="*/ 1 w 10"/>
                  <a:gd name="T1" fmla="*/ 1 h 9"/>
                  <a:gd name="T2" fmla="*/ 0 w 10"/>
                  <a:gd name="T3" fmla="*/ 4 h 9"/>
                  <a:gd name="T4" fmla="*/ 3 w 10"/>
                  <a:gd name="T5" fmla="*/ 8 h 9"/>
                  <a:gd name="T6" fmla="*/ 5 w 10"/>
                  <a:gd name="T7" fmla="*/ 9 h 9"/>
                  <a:gd name="T8" fmla="*/ 9 w 10"/>
                  <a:gd name="T9" fmla="*/ 8 h 9"/>
                  <a:gd name="T10" fmla="*/ 9 w 10"/>
                  <a:gd name="T11" fmla="*/ 8 h 9"/>
                  <a:gd name="T12" fmla="*/ 10 w 10"/>
                  <a:gd name="T13" fmla="*/ 4 h 9"/>
                  <a:gd name="T14" fmla="*/ 9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3" y="8"/>
                    </a:lnTo>
                    <a:lnTo>
                      <a:pt x="5" y="9"/>
                    </a:lnTo>
                    <a:lnTo>
                      <a:pt x="9" y="8"/>
                    </a:lnTo>
                    <a:lnTo>
                      <a:pt x="10" y="4"/>
                    </a:lnTo>
                    <a:lnTo>
                      <a:pt x="9"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1" name="Freeform 836"/>
              <p:cNvSpPr>
                <a:spLocks noChangeArrowheads="1"/>
              </p:cNvSpPr>
              <p:nvPr/>
            </p:nvSpPr>
            <p:spPr bwMode="auto">
              <a:xfrm>
                <a:off x="4203" y="3954"/>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3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3"/>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2" name="Freeform 837"/>
              <p:cNvSpPr>
                <a:spLocks noChangeArrowheads="1"/>
              </p:cNvSpPr>
              <p:nvPr/>
            </p:nvSpPr>
            <p:spPr bwMode="auto">
              <a:xfrm>
                <a:off x="4215" y="3940"/>
                <a:ext cx="10" cy="9"/>
              </a:xfrm>
              <a:custGeom>
                <a:avLst/>
                <a:gdLst>
                  <a:gd name="T0" fmla="*/ 2 w 10"/>
                  <a:gd name="T1" fmla="*/ 1 h 9"/>
                  <a:gd name="T2" fmla="*/ 0 w 10"/>
                  <a:gd name="T3" fmla="*/ 5 h 9"/>
                  <a:gd name="T4" fmla="*/ 3 w 10"/>
                  <a:gd name="T5" fmla="*/ 8 h 9"/>
                  <a:gd name="T6" fmla="*/ 5 w 10"/>
                  <a:gd name="T7" fmla="*/ 9 h 9"/>
                  <a:gd name="T8" fmla="*/ 9 w 10"/>
                  <a:gd name="T9" fmla="*/ 8 h 9"/>
                  <a:gd name="T10" fmla="*/ 9 w 10"/>
                  <a:gd name="T11" fmla="*/ 8 h 9"/>
                  <a:gd name="T12" fmla="*/ 10 w 10"/>
                  <a:gd name="T13" fmla="*/ 5 h 9"/>
                  <a:gd name="T14" fmla="*/ 9 w 10"/>
                  <a:gd name="T15" fmla="*/ 1 h 9"/>
                  <a:gd name="T16" fmla="*/ 5 w 10"/>
                  <a:gd name="T17" fmla="*/ 0 h 9"/>
                  <a:gd name="T18" fmla="*/ 2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2" y="1"/>
                    </a:moveTo>
                    <a:lnTo>
                      <a:pt x="0" y="5"/>
                    </a:lnTo>
                    <a:lnTo>
                      <a:pt x="3" y="8"/>
                    </a:lnTo>
                    <a:lnTo>
                      <a:pt x="5" y="9"/>
                    </a:lnTo>
                    <a:lnTo>
                      <a:pt x="9" y="8"/>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3" name="Freeform 838"/>
              <p:cNvSpPr>
                <a:spLocks noChangeArrowheads="1"/>
              </p:cNvSpPr>
              <p:nvPr/>
            </p:nvSpPr>
            <p:spPr bwMode="auto">
              <a:xfrm>
                <a:off x="4229" y="3925"/>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4" name="Freeform 839"/>
              <p:cNvSpPr>
                <a:spLocks noChangeArrowheads="1"/>
              </p:cNvSpPr>
              <p:nvPr/>
            </p:nvSpPr>
            <p:spPr bwMode="auto">
              <a:xfrm>
                <a:off x="4241" y="3911"/>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5" name="Freeform 840"/>
              <p:cNvSpPr>
                <a:spLocks noChangeArrowheads="1"/>
              </p:cNvSpPr>
              <p:nvPr/>
            </p:nvSpPr>
            <p:spPr bwMode="auto">
              <a:xfrm>
                <a:off x="4254" y="3897"/>
                <a:ext cx="9" cy="9"/>
              </a:xfrm>
              <a:custGeom>
                <a:avLst/>
                <a:gdLst>
                  <a:gd name="T0" fmla="*/ 1 w 9"/>
                  <a:gd name="T1" fmla="*/ 1 h 9"/>
                  <a:gd name="T2" fmla="*/ 0 w 9"/>
                  <a:gd name="T3" fmla="*/ 4 h 9"/>
                  <a:gd name="T4" fmla="*/ 1 w 9"/>
                  <a:gd name="T5" fmla="*/ 8 h 9"/>
                  <a:gd name="T6" fmla="*/ 5 w 9"/>
                  <a:gd name="T7" fmla="*/ 9 h 9"/>
                  <a:gd name="T8" fmla="*/ 8 w 9"/>
                  <a:gd name="T9" fmla="*/ 8 h 9"/>
                  <a:gd name="T10" fmla="*/ 8 w 9"/>
                  <a:gd name="T11" fmla="*/ 8 h 9"/>
                  <a:gd name="T12" fmla="*/ 9 w 9"/>
                  <a:gd name="T13" fmla="*/ 4 h 9"/>
                  <a:gd name="T14" fmla="*/ 8 w 9"/>
                  <a:gd name="T15" fmla="*/ 1 h 9"/>
                  <a:gd name="T16" fmla="*/ 5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5" y="9"/>
                    </a:lnTo>
                    <a:lnTo>
                      <a:pt x="8" y="8"/>
                    </a:lnTo>
                    <a:lnTo>
                      <a:pt x="9" y="4"/>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6" name="Freeform 841"/>
              <p:cNvSpPr>
                <a:spLocks noChangeArrowheads="1"/>
              </p:cNvSpPr>
              <p:nvPr/>
            </p:nvSpPr>
            <p:spPr bwMode="auto">
              <a:xfrm>
                <a:off x="4266" y="3882"/>
                <a:ext cx="9" cy="10"/>
              </a:xfrm>
              <a:custGeom>
                <a:avLst/>
                <a:gdLst>
                  <a:gd name="T0" fmla="*/ 1 w 9"/>
                  <a:gd name="T1" fmla="*/ 1 h 10"/>
                  <a:gd name="T2" fmla="*/ 0 w 9"/>
                  <a:gd name="T3" fmla="*/ 5 h 10"/>
                  <a:gd name="T4" fmla="*/ 1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7" name="Freeform 842"/>
              <p:cNvSpPr>
                <a:spLocks noChangeArrowheads="1"/>
              </p:cNvSpPr>
              <p:nvPr/>
            </p:nvSpPr>
            <p:spPr bwMode="auto">
              <a:xfrm>
                <a:off x="4279" y="3868"/>
                <a:ext cx="10" cy="9"/>
              </a:xfrm>
              <a:custGeom>
                <a:avLst/>
                <a:gdLst>
                  <a:gd name="T0" fmla="*/ 1 w 10"/>
                  <a:gd name="T1" fmla="*/ 1 h 9"/>
                  <a:gd name="T2" fmla="*/ 0 w 10"/>
                  <a:gd name="T3" fmla="*/ 5 h 9"/>
                  <a:gd name="T4" fmla="*/ 1 w 10"/>
                  <a:gd name="T5" fmla="*/ 7 h 9"/>
                  <a:gd name="T6" fmla="*/ 5 w 10"/>
                  <a:gd name="T7" fmla="*/ 9 h 9"/>
                  <a:gd name="T8" fmla="*/ 8 w 10"/>
                  <a:gd name="T9" fmla="*/ 8 h 9"/>
                  <a:gd name="T10" fmla="*/ 8 w 10"/>
                  <a:gd name="T11" fmla="*/ 8 h 9"/>
                  <a:gd name="T12" fmla="*/ 10 w 10"/>
                  <a:gd name="T13" fmla="*/ 5 h 9"/>
                  <a:gd name="T14" fmla="*/ 8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7"/>
                    </a:lnTo>
                    <a:lnTo>
                      <a:pt x="5" y="9"/>
                    </a:lnTo>
                    <a:lnTo>
                      <a:pt x="8" y="8"/>
                    </a:lnTo>
                    <a:lnTo>
                      <a:pt x="10"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8" name="Freeform 843"/>
              <p:cNvSpPr>
                <a:spLocks noChangeArrowheads="1"/>
              </p:cNvSpPr>
              <p:nvPr/>
            </p:nvSpPr>
            <p:spPr bwMode="auto">
              <a:xfrm>
                <a:off x="4291" y="3853"/>
                <a:ext cx="10" cy="10"/>
              </a:xfrm>
              <a:custGeom>
                <a:avLst/>
                <a:gdLst>
                  <a:gd name="T0" fmla="*/ 1 w 10"/>
                  <a:gd name="T1" fmla="*/ 2 h 10"/>
                  <a:gd name="T2" fmla="*/ 0 w 10"/>
                  <a:gd name="T3" fmla="*/ 5 h 10"/>
                  <a:gd name="T4" fmla="*/ 1 w 10"/>
                  <a:gd name="T5" fmla="*/ 8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8"/>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59" name="Freeform 844"/>
              <p:cNvSpPr>
                <a:spLocks noChangeArrowheads="1"/>
              </p:cNvSpPr>
              <p:nvPr/>
            </p:nvSpPr>
            <p:spPr bwMode="auto">
              <a:xfrm>
                <a:off x="4304" y="3838"/>
                <a:ext cx="10" cy="9"/>
              </a:xfrm>
              <a:custGeom>
                <a:avLst/>
                <a:gdLst>
                  <a:gd name="T0" fmla="*/ 1 w 10"/>
                  <a:gd name="T1" fmla="*/ 1 h 9"/>
                  <a:gd name="T2" fmla="*/ 0 w 10"/>
                  <a:gd name="T3" fmla="*/ 5 h 9"/>
                  <a:gd name="T4" fmla="*/ 1 w 10"/>
                  <a:gd name="T5" fmla="*/ 8 h 9"/>
                  <a:gd name="T6" fmla="*/ 5 w 10"/>
                  <a:gd name="T7" fmla="*/ 9 h 9"/>
                  <a:gd name="T8" fmla="*/ 9 w 10"/>
                  <a:gd name="T9" fmla="*/ 8 h 9"/>
                  <a:gd name="T10" fmla="*/ 9 w 10"/>
                  <a:gd name="T11" fmla="*/ 8 h 9"/>
                  <a:gd name="T12" fmla="*/ 10 w 10"/>
                  <a:gd name="T13" fmla="*/ 5 h 9"/>
                  <a:gd name="T14" fmla="*/ 7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8"/>
                    </a:lnTo>
                    <a:lnTo>
                      <a:pt x="5" y="9"/>
                    </a:lnTo>
                    <a:lnTo>
                      <a:pt x="9" y="8"/>
                    </a:lnTo>
                    <a:lnTo>
                      <a:pt x="10" y="5"/>
                    </a:lnTo>
                    <a:lnTo>
                      <a:pt x="7"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0" name="Freeform 845"/>
              <p:cNvSpPr>
                <a:spLocks noChangeArrowheads="1"/>
              </p:cNvSpPr>
              <p:nvPr/>
            </p:nvSpPr>
            <p:spPr bwMode="auto">
              <a:xfrm>
                <a:off x="4316" y="3823"/>
                <a:ext cx="10" cy="10"/>
              </a:xfrm>
              <a:custGeom>
                <a:avLst/>
                <a:gdLst>
                  <a:gd name="T0" fmla="*/ 1 w 10"/>
                  <a:gd name="T1" fmla="*/ 2 h 10"/>
                  <a:gd name="T2" fmla="*/ 0 w 10"/>
                  <a:gd name="T3" fmla="*/ 5 h 10"/>
                  <a:gd name="T4" fmla="*/ 1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9" y="9"/>
                    </a:lnTo>
                    <a:lnTo>
                      <a:pt x="10" y="5"/>
                    </a:lnTo>
                    <a:lnTo>
                      <a:pt x="9"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1" name="Freeform 846"/>
              <p:cNvSpPr>
                <a:spLocks noChangeArrowheads="1"/>
              </p:cNvSpPr>
              <p:nvPr/>
            </p:nvSpPr>
            <p:spPr bwMode="auto">
              <a:xfrm>
                <a:off x="4328" y="3809"/>
                <a:ext cx="10" cy="10"/>
              </a:xfrm>
              <a:custGeom>
                <a:avLst/>
                <a:gdLst>
                  <a:gd name="T0" fmla="*/ 1 w 10"/>
                  <a:gd name="T1" fmla="*/ 1 h 10"/>
                  <a:gd name="T2" fmla="*/ 0 w 10"/>
                  <a:gd name="T3" fmla="*/ 5 h 10"/>
                  <a:gd name="T4" fmla="*/ 3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3"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2" name="Freeform 847"/>
              <p:cNvSpPr>
                <a:spLocks noChangeArrowheads="1"/>
              </p:cNvSpPr>
              <p:nvPr/>
            </p:nvSpPr>
            <p:spPr bwMode="auto">
              <a:xfrm>
                <a:off x="4341" y="3794"/>
                <a:ext cx="10" cy="10"/>
              </a:xfrm>
              <a:custGeom>
                <a:avLst/>
                <a:gdLst>
                  <a:gd name="T0" fmla="*/ 2 w 10"/>
                  <a:gd name="T1" fmla="*/ 2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9"/>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3" name="Freeform 848"/>
              <p:cNvSpPr>
                <a:spLocks noChangeArrowheads="1"/>
              </p:cNvSpPr>
              <p:nvPr/>
            </p:nvSpPr>
            <p:spPr bwMode="auto">
              <a:xfrm>
                <a:off x="4349" y="3778"/>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4" name="Freeform 849"/>
              <p:cNvSpPr>
                <a:spLocks noChangeArrowheads="1"/>
              </p:cNvSpPr>
              <p:nvPr/>
            </p:nvSpPr>
            <p:spPr bwMode="auto">
              <a:xfrm>
                <a:off x="4349" y="3758"/>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5" name="Freeform 850"/>
              <p:cNvSpPr>
                <a:spLocks noChangeArrowheads="1"/>
              </p:cNvSpPr>
              <p:nvPr/>
            </p:nvSpPr>
            <p:spPr bwMode="auto">
              <a:xfrm>
                <a:off x="4349" y="3739"/>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6" name="Freeform 851"/>
              <p:cNvSpPr>
                <a:spLocks noChangeArrowheads="1"/>
              </p:cNvSpPr>
              <p:nvPr/>
            </p:nvSpPr>
            <p:spPr bwMode="auto">
              <a:xfrm>
                <a:off x="4349" y="3720"/>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7" name="Freeform 852"/>
              <p:cNvSpPr>
                <a:spLocks noChangeArrowheads="1"/>
              </p:cNvSpPr>
              <p:nvPr/>
            </p:nvSpPr>
            <p:spPr bwMode="auto">
              <a:xfrm>
                <a:off x="4349" y="3701"/>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8" name="Freeform 853"/>
              <p:cNvSpPr>
                <a:spLocks noChangeArrowheads="1"/>
              </p:cNvSpPr>
              <p:nvPr/>
            </p:nvSpPr>
            <p:spPr bwMode="auto">
              <a:xfrm>
                <a:off x="4349" y="3682"/>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69" name="Freeform 854"/>
              <p:cNvSpPr>
                <a:spLocks noChangeArrowheads="1"/>
              </p:cNvSpPr>
              <p:nvPr/>
            </p:nvSpPr>
            <p:spPr bwMode="auto">
              <a:xfrm>
                <a:off x="4349" y="3662"/>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0" name="Freeform 855"/>
              <p:cNvSpPr>
                <a:spLocks noChangeArrowheads="1"/>
              </p:cNvSpPr>
              <p:nvPr/>
            </p:nvSpPr>
            <p:spPr bwMode="auto">
              <a:xfrm>
                <a:off x="4349" y="3643"/>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1" name="Freeform 856"/>
              <p:cNvSpPr>
                <a:spLocks noChangeArrowheads="1"/>
              </p:cNvSpPr>
              <p:nvPr/>
            </p:nvSpPr>
            <p:spPr bwMode="auto">
              <a:xfrm>
                <a:off x="4349" y="3624"/>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2" name="Freeform 857"/>
              <p:cNvSpPr>
                <a:spLocks noChangeArrowheads="1"/>
              </p:cNvSpPr>
              <p:nvPr/>
            </p:nvSpPr>
            <p:spPr bwMode="auto">
              <a:xfrm>
                <a:off x="4349" y="3605"/>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3" name="Freeform 858"/>
              <p:cNvSpPr>
                <a:spLocks noChangeArrowheads="1"/>
              </p:cNvSpPr>
              <p:nvPr/>
            </p:nvSpPr>
            <p:spPr bwMode="auto">
              <a:xfrm>
                <a:off x="4349" y="3586"/>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4" name="Freeform 859"/>
              <p:cNvSpPr>
                <a:spLocks noChangeArrowheads="1"/>
              </p:cNvSpPr>
              <p:nvPr/>
            </p:nvSpPr>
            <p:spPr bwMode="auto">
              <a:xfrm>
                <a:off x="4349" y="3566"/>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5" name="Freeform 860"/>
              <p:cNvSpPr>
                <a:spLocks noChangeArrowheads="1"/>
              </p:cNvSpPr>
              <p:nvPr/>
            </p:nvSpPr>
            <p:spPr bwMode="auto">
              <a:xfrm>
                <a:off x="4349" y="3547"/>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6" name="Freeform 861"/>
              <p:cNvSpPr>
                <a:spLocks noChangeArrowheads="1"/>
              </p:cNvSpPr>
              <p:nvPr/>
            </p:nvSpPr>
            <p:spPr bwMode="auto">
              <a:xfrm>
                <a:off x="4349" y="3528"/>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7" name="Freeform 862"/>
              <p:cNvSpPr>
                <a:spLocks noChangeArrowheads="1"/>
              </p:cNvSpPr>
              <p:nvPr/>
            </p:nvSpPr>
            <p:spPr bwMode="auto">
              <a:xfrm>
                <a:off x="4349" y="3509"/>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8" name="Freeform 863"/>
              <p:cNvSpPr>
                <a:spLocks noChangeArrowheads="1"/>
              </p:cNvSpPr>
              <p:nvPr/>
            </p:nvSpPr>
            <p:spPr bwMode="auto">
              <a:xfrm>
                <a:off x="4349" y="3490"/>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79" name="Freeform 864"/>
              <p:cNvSpPr>
                <a:spLocks noChangeArrowheads="1"/>
              </p:cNvSpPr>
              <p:nvPr/>
            </p:nvSpPr>
            <p:spPr bwMode="auto">
              <a:xfrm>
                <a:off x="4347" y="347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0" name="Freeform 865"/>
              <p:cNvSpPr>
                <a:spLocks noChangeArrowheads="1"/>
              </p:cNvSpPr>
              <p:nvPr/>
            </p:nvSpPr>
            <p:spPr bwMode="auto">
              <a:xfrm>
                <a:off x="4332" y="3486"/>
                <a:ext cx="9" cy="10"/>
              </a:xfrm>
              <a:custGeom>
                <a:avLst/>
                <a:gdLst>
                  <a:gd name="T0" fmla="*/ 8 w 9"/>
                  <a:gd name="T1" fmla="*/ 8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2 w 9"/>
                  <a:gd name="T15" fmla="*/ 8 h 10"/>
                  <a:gd name="T16" fmla="*/ 5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5" y="0"/>
                    </a:lnTo>
                    <a:lnTo>
                      <a:pt x="1" y="1"/>
                    </a:lnTo>
                    <a:lnTo>
                      <a:pt x="0" y="5"/>
                    </a:lnTo>
                    <a:lnTo>
                      <a:pt x="2"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1" name="Freeform 866"/>
              <p:cNvSpPr>
                <a:spLocks noChangeArrowheads="1"/>
              </p:cNvSpPr>
              <p:nvPr/>
            </p:nvSpPr>
            <p:spPr bwMode="auto">
              <a:xfrm>
                <a:off x="4317" y="3498"/>
                <a:ext cx="10" cy="10"/>
              </a:xfrm>
              <a:custGeom>
                <a:avLst/>
                <a:gdLst>
                  <a:gd name="T0" fmla="*/ 9 w 10"/>
                  <a:gd name="T1" fmla="*/ 8 h 10"/>
                  <a:gd name="T2" fmla="*/ 10 w 10"/>
                  <a:gd name="T3" fmla="*/ 5 h 10"/>
                  <a:gd name="T4" fmla="*/ 9 w 10"/>
                  <a:gd name="T5" fmla="*/ 2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2"/>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2" name="Freeform 867"/>
              <p:cNvSpPr>
                <a:spLocks noChangeArrowheads="1"/>
              </p:cNvSpPr>
              <p:nvPr/>
            </p:nvSpPr>
            <p:spPr bwMode="auto">
              <a:xfrm>
                <a:off x="4303" y="3511"/>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7"/>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3" name="Freeform 868"/>
              <p:cNvSpPr>
                <a:spLocks noChangeArrowheads="1"/>
              </p:cNvSpPr>
              <p:nvPr/>
            </p:nvSpPr>
            <p:spPr bwMode="auto">
              <a:xfrm>
                <a:off x="4287" y="3523"/>
                <a:ext cx="10" cy="10"/>
              </a:xfrm>
              <a:custGeom>
                <a:avLst/>
                <a:gdLst>
                  <a:gd name="T0" fmla="*/ 9 w 10"/>
                  <a:gd name="T1" fmla="*/ 9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3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2" y="1"/>
                    </a:lnTo>
                    <a:lnTo>
                      <a:pt x="0" y="5"/>
                    </a:lnTo>
                    <a:lnTo>
                      <a:pt x="3"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4" name="Freeform 869"/>
              <p:cNvSpPr>
                <a:spLocks noChangeArrowheads="1"/>
              </p:cNvSpPr>
              <p:nvPr/>
            </p:nvSpPr>
            <p:spPr bwMode="auto">
              <a:xfrm>
                <a:off x="4273" y="3535"/>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5" name="Freeform 870"/>
              <p:cNvSpPr>
                <a:spLocks noChangeArrowheads="1"/>
              </p:cNvSpPr>
              <p:nvPr/>
            </p:nvSpPr>
            <p:spPr bwMode="auto">
              <a:xfrm>
                <a:off x="4259" y="3547"/>
                <a:ext cx="9" cy="10"/>
              </a:xfrm>
              <a:custGeom>
                <a:avLst/>
                <a:gdLst>
                  <a:gd name="T0" fmla="*/ 8 w 9"/>
                  <a:gd name="T1" fmla="*/ 9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6" name="Freeform 871"/>
              <p:cNvSpPr>
                <a:spLocks noChangeArrowheads="1"/>
              </p:cNvSpPr>
              <p:nvPr/>
            </p:nvSpPr>
            <p:spPr bwMode="auto">
              <a:xfrm>
                <a:off x="4243" y="3559"/>
                <a:ext cx="10" cy="10"/>
              </a:xfrm>
              <a:custGeom>
                <a:avLst/>
                <a:gdLst>
                  <a:gd name="T0" fmla="*/ 8 w 10"/>
                  <a:gd name="T1" fmla="*/ 9 h 10"/>
                  <a:gd name="T2" fmla="*/ 10 w 10"/>
                  <a:gd name="T3" fmla="*/ 5 h 10"/>
                  <a:gd name="T4" fmla="*/ 8 w 10"/>
                  <a:gd name="T5" fmla="*/ 3 h 10"/>
                  <a:gd name="T6" fmla="*/ 5 w 10"/>
                  <a:gd name="T7" fmla="*/ 0 h 10"/>
                  <a:gd name="T8" fmla="*/ 1 w 10"/>
                  <a:gd name="T9" fmla="*/ 1 h 10"/>
                  <a:gd name="T10" fmla="*/ 1 w 10"/>
                  <a:gd name="T11" fmla="*/ 1 h 10"/>
                  <a:gd name="T12" fmla="*/ 0 w 10"/>
                  <a:gd name="T13" fmla="*/ 5 h 10"/>
                  <a:gd name="T14" fmla="*/ 2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3"/>
                    </a:lnTo>
                    <a:lnTo>
                      <a:pt x="5" y="0"/>
                    </a:lnTo>
                    <a:lnTo>
                      <a:pt x="1" y="1"/>
                    </a:lnTo>
                    <a:lnTo>
                      <a:pt x="0" y="5"/>
                    </a:lnTo>
                    <a:lnTo>
                      <a:pt x="2"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7" name="Freeform 872"/>
              <p:cNvSpPr>
                <a:spLocks noChangeArrowheads="1"/>
              </p:cNvSpPr>
              <p:nvPr/>
            </p:nvSpPr>
            <p:spPr bwMode="auto">
              <a:xfrm>
                <a:off x="4229" y="3572"/>
                <a:ext cx="9" cy="10"/>
              </a:xfrm>
              <a:custGeom>
                <a:avLst/>
                <a:gdLst>
                  <a:gd name="T0" fmla="*/ 8 w 9"/>
                  <a:gd name="T1" fmla="*/ 9 h 10"/>
                  <a:gd name="T2" fmla="*/ 9 w 9"/>
                  <a:gd name="T3" fmla="*/ 5 h 10"/>
                  <a:gd name="T4" fmla="*/ 8 w 9"/>
                  <a:gd name="T5" fmla="*/ 2 h 10"/>
                  <a:gd name="T6" fmla="*/ 4 w 9"/>
                  <a:gd name="T7" fmla="*/ 0 h 10"/>
                  <a:gd name="T8" fmla="*/ 1 w 9"/>
                  <a:gd name="T9" fmla="*/ 2 h 10"/>
                  <a:gd name="T10" fmla="*/ 1 w 9"/>
                  <a:gd name="T11" fmla="*/ 2 h 10"/>
                  <a:gd name="T12" fmla="*/ 0 w 9"/>
                  <a:gd name="T13" fmla="*/ 5 h 10"/>
                  <a:gd name="T14" fmla="*/ 1 w 9"/>
                  <a:gd name="T15" fmla="*/ 8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2"/>
                    </a:lnTo>
                    <a:lnTo>
                      <a:pt x="4" y="0"/>
                    </a:lnTo>
                    <a:lnTo>
                      <a:pt x="1" y="2"/>
                    </a:lnTo>
                    <a:lnTo>
                      <a:pt x="0" y="5"/>
                    </a:lnTo>
                    <a:lnTo>
                      <a:pt x="1" y="8"/>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8" name="Freeform 873"/>
              <p:cNvSpPr>
                <a:spLocks noChangeArrowheads="1"/>
              </p:cNvSpPr>
              <p:nvPr/>
            </p:nvSpPr>
            <p:spPr bwMode="auto">
              <a:xfrm>
                <a:off x="4214" y="3584"/>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89" name="Freeform 874"/>
              <p:cNvSpPr>
                <a:spLocks noChangeArrowheads="1"/>
              </p:cNvSpPr>
              <p:nvPr/>
            </p:nvSpPr>
            <p:spPr bwMode="auto">
              <a:xfrm>
                <a:off x="4199" y="3596"/>
                <a:ext cx="10" cy="10"/>
              </a:xfrm>
              <a:custGeom>
                <a:avLst/>
                <a:gdLst>
                  <a:gd name="T0" fmla="*/ 9 w 10"/>
                  <a:gd name="T1" fmla="*/ 9 h 10"/>
                  <a:gd name="T2" fmla="*/ 10 w 10"/>
                  <a:gd name="T3" fmla="*/ 5 h 10"/>
                  <a:gd name="T4" fmla="*/ 8 w 10"/>
                  <a:gd name="T5" fmla="*/ 2 h 10"/>
                  <a:gd name="T6" fmla="*/ 6 w 10"/>
                  <a:gd name="T7" fmla="*/ 0 h 10"/>
                  <a:gd name="T8" fmla="*/ 2 w 10"/>
                  <a:gd name="T9" fmla="*/ 2 h 10"/>
                  <a:gd name="T10" fmla="*/ 1 w 10"/>
                  <a:gd name="T11" fmla="*/ 2 h 10"/>
                  <a:gd name="T12" fmla="*/ 0 w 10"/>
                  <a:gd name="T13" fmla="*/ 5 h 10"/>
                  <a:gd name="T14" fmla="*/ 2 w 10"/>
                  <a:gd name="T15" fmla="*/ 9 h 10"/>
                  <a:gd name="T16" fmla="*/ 4 w 10"/>
                  <a:gd name="T17" fmla="*/ 10 h 10"/>
                  <a:gd name="T18" fmla="*/ 8 w 10"/>
                  <a:gd name="T19" fmla="*/ 9 h 10"/>
                  <a:gd name="T20" fmla="*/ 9 w 10"/>
                  <a:gd name="T2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0">
                    <a:moveTo>
                      <a:pt x="9" y="9"/>
                    </a:moveTo>
                    <a:lnTo>
                      <a:pt x="10" y="5"/>
                    </a:lnTo>
                    <a:lnTo>
                      <a:pt x="8" y="2"/>
                    </a:lnTo>
                    <a:lnTo>
                      <a:pt x="6" y="0"/>
                    </a:lnTo>
                    <a:lnTo>
                      <a:pt x="2" y="2"/>
                    </a:lnTo>
                    <a:lnTo>
                      <a:pt x="1" y="2"/>
                    </a:lnTo>
                    <a:lnTo>
                      <a:pt x="0" y="5"/>
                    </a:lnTo>
                    <a:lnTo>
                      <a:pt x="2" y="9"/>
                    </a:lnTo>
                    <a:lnTo>
                      <a:pt x="4" y="10"/>
                    </a:lnTo>
                    <a:lnTo>
                      <a:pt x="8" y="9"/>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90" name="Freeform 875"/>
              <p:cNvSpPr>
                <a:spLocks noChangeArrowheads="1"/>
              </p:cNvSpPr>
              <p:nvPr/>
            </p:nvSpPr>
            <p:spPr bwMode="auto">
              <a:xfrm>
                <a:off x="4184" y="3608"/>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691" name="Freeform 876"/>
              <p:cNvSpPr>
                <a:spLocks noChangeArrowheads="1"/>
              </p:cNvSpPr>
              <p:nvPr/>
            </p:nvSpPr>
            <p:spPr bwMode="auto">
              <a:xfrm>
                <a:off x="4170" y="3620"/>
                <a:ext cx="9" cy="11"/>
              </a:xfrm>
              <a:custGeom>
                <a:avLst/>
                <a:gdLst>
                  <a:gd name="T0" fmla="*/ 8 w 9"/>
                  <a:gd name="T1" fmla="*/ 9 h 11"/>
                  <a:gd name="T2" fmla="*/ 9 w 9"/>
                  <a:gd name="T3" fmla="*/ 5 h 11"/>
                  <a:gd name="T4" fmla="*/ 8 w 9"/>
                  <a:gd name="T5" fmla="*/ 3 h 11"/>
                  <a:gd name="T6" fmla="*/ 5 w 9"/>
                  <a:gd name="T7" fmla="*/ 0 h 11"/>
                  <a:gd name="T8" fmla="*/ 1 w 9"/>
                  <a:gd name="T9" fmla="*/ 2 h 11"/>
                  <a:gd name="T10" fmla="*/ 1 w 9"/>
                  <a:gd name="T11" fmla="*/ 3 h 11"/>
                  <a:gd name="T12" fmla="*/ 0 w 9"/>
                  <a:gd name="T13" fmla="*/ 6 h 11"/>
                  <a:gd name="T14" fmla="*/ 1 w 9"/>
                  <a:gd name="T15" fmla="*/ 9 h 11"/>
                  <a:gd name="T16" fmla="*/ 5 w 9"/>
                  <a:gd name="T17" fmla="*/ 11 h 11"/>
                  <a:gd name="T18" fmla="*/ 8 w 9"/>
                  <a:gd name="T19" fmla="*/ 10 h 11"/>
                  <a:gd name="T20" fmla="*/ 8 w 9"/>
                  <a:gd name="T2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8" y="9"/>
                    </a:moveTo>
                    <a:lnTo>
                      <a:pt x="9" y="5"/>
                    </a:lnTo>
                    <a:lnTo>
                      <a:pt x="8" y="3"/>
                    </a:lnTo>
                    <a:lnTo>
                      <a:pt x="5" y="0"/>
                    </a:lnTo>
                    <a:lnTo>
                      <a:pt x="1" y="2"/>
                    </a:lnTo>
                    <a:lnTo>
                      <a:pt x="1" y="3"/>
                    </a:lnTo>
                    <a:lnTo>
                      <a:pt x="0" y="6"/>
                    </a:lnTo>
                    <a:lnTo>
                      <a:pt x="1" y="9"/>
                    </a:lnTo>
                    <a:lnTo>
                      <a:pt x="5" y="11"/>
                    </a:lnTo>
                    <a:lnTo>
                      <a:pt x="8"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sp>
          <p:nvSpPr>
            <p:cNvPr id="35692" name="Oval 877"/>
            <p:cNvSpPr>
              <a:spLocks noChangeArrowheads="1"/>
            </p:cNvSpPr>
            <p:nvPr/>
          </p:nvSpPr>
          <p:spPr bwMode="auto">
            <a:xfrm>
              <a:off x="3907" y="3958"/>
              <a:ext cx="2"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693" name="Oval 878"/>
            <p:cNvSpPr>
              <a:spLocks noChangeArrowheads="1"/>
            </p:cNvSpPr>
            <p:nvPr/>
          </p:nvSpPr>
          <p:spPr bwMode="auto">
            <a:xfrm>
              <a:off x="3949"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694" name="Oval 879"/>
            <p:cNvSpPr>
              <a:spLocks noChangeArrowheads="1"/>
            </p:cNvSpPr>
            <p:nvPr/>
          </p:nvSpPr>
          <p:spPr bwMode="auto">
            <a:xfrm>
              <a:off x="3967"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695" name="Rectangle 880"/>
            <p:cNvSpPr>
              <a:spLocks noChangeArrowheads="1"/>
            </p:cNvSpPr>
            <p:nvPr/>
          </p:nvSpPr>
          <p:spPr bwMode="auto">
            <a:xfrm>
              <a:off x="3294" y="3677"/>
              <a:ext cx="819" cy="3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5696" name="Line 881"/>
            <p:cNvSpPr>
              <a:spLocks noChangeShapeType="1"/>
            </p:cNvSpPr>
            <p:nvPr/>
          </p:nvSpPr>
          <p:spPr bwMode="auto">
            <a:xfrm>
              <a:off x="4076"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697" name="Line 882"/>
            <p:cNvSpPr>
              <a:spLocks noChangeShapeType="1"/>
            </p:cNvSpPr>
            <p:nvPr/>
          </p:nvSpPr>
          <p:spPr bwMode="auto">
            <a:xfrm>
              <a:off x="401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698" name="Line 883"/>
            <p:cNvSpPr>
              <a:spLocks noChangeShapeType="1"/>
            </p:cNvSpPr>
            <p:nvPr/>
          </p:nvSpPr>
          <p:spPr bwMode="auto">
            <a:xfrm>
              <a:off x="329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699" name="Line 884"/>
            <p:cNvSpPr>
              <a:spLocks noChangeShapeType="1"/>
            </p:cNvSpPr>
            <p:nvPr/>
          </p:nvSpPr>
          <p:spPr bwMode="auto">
            <a:xfrm flipH="1">
              <a:off x="3278" y="3947"/>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700" name="Rectangle 885"/>
            <p:cNvSpPr>
              <a:spLocks noChangeArrowheads="1"/>
            </p:cNvSpPr>
            <p:nvPr/>
          </p:nvSpPr>
          <p:spPr bwMode="auto">
            <a:xfrm>
              <a:off x="3349" y="3894"/>
              <a:ext cx="8"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1" name="Rectangle 886"/>
            <p:cNvSpPr>
              <a:spLocks noChangeArrowheads="1"/>
            </p:cNvSpPr>
            <p:nvPr/>
          </p:nvSpPr>
          <p:spPr bwMode="auto">
            <a:xfrm>
              <a:off x="3362" y="3889"/>
              <a:ext cx="9" cy="3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2" name="Rectangle 887"/>
            <p:cNvSpPr>
              <a:spLocks noChangeArrowheads="1"/>
            </p:cNvSpPr>
            <p:nvPr/>
          </p:nvSpPr>
          <p:spPr bwMode="auto">
            <a:xfrm>
              <a:off x="3415"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3" name="Rectangle 888"/>
            <p:cNvSpPr>
              <a:spLocks noChangeArrowheads="1"/>
            </p:cNvSpPr>
            <p:nvPr/>
          </p:nvSpPr>
          <p:spPr bwMode="auto">
            <a:xfrm>
              <a:off x="3426"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4" name="Rectangle 889"/>
            <p:cNvSpPr>
              <a:spLocks noChangeArrowheads="1"/>
            </p:cNvSpPr>
            <p:nvPr/>
          </p:nvSpPr>
          <p:spPr bwMode="auto">
            <a:xfrm>
              <a:off x="3446" y="3894"/>
              <a:ext cx="4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5" name="Rectangle 890"/>
            <p:cNvSpPr>
              <a:spLocks noChangeArrowheads="1"/>
            </p:cNvSpPr>
            <p:nvPr/>
          </p:nvSpPr>
          <p:spPr bwMode="auto">
            <a:xfrm>
              <a:off x="3495"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6" name="Rectangle 891"/>
            <p:cNvSpPr>
              <a:spLocks noChangeArrowheads="1"/>
            </p:cNvSpPr>
            <p:nvPr/>
          </p:nvSpPr>
          <p:spPr bwMode="auto">
            <a:xfrm>
              <a:off x="3514" y="3894"/>
              <a:ext cx="1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7" name="Rectangle 892"/>
            <p:cNvSpPr>
              <a:spLocks noChangeArrowheads="1"/>
            </p:cNvSpPr>
            <p:nvPr/>
          </p:nvSpPr>
          <p:spPr bwMode="auto">
            <a:xfrm>
              <a:off x="3545" y="3894"/>
              <a:ext cx="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8" name="Rectangle 893"/>
            <p:cNvSpPr>
              <a:spLocks noChangeArrowheads="1"/>
            </p:cNvSpPr>
            <p:nvPr/>
          </p:nvSpPr>
          <p:spPr bwMode="auto">
            <a:xfrm>
              <a:off x="3573" y="3894"/>
              <a:ext cx="4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09" name="Rectangle 894"/>
            <p:cNvSpPr>
              <a:spLocks noChangeArrowheads="1"/>
            </p:cNvSpPr>
            <p:nvPr/>
          </p:nvSpPr>
          <p:spPr bwMode="auto">
            <a:xfrm>
              <a:off x="3631"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10" name="Rectangle 895"/>
            <p:cNvSpPr>
              <a:spLocks noChangeArrowheads="1"/>
            </p:cNvSpPr>
            <p:nvPr/>
          </p:nvSpPr>
          <p:spPr bwMode="auto">
            <a:xfrm>
              <a:off x="3672" y="3894"/>
              <a:ext cx="1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11" name="Rectangle 896"/>
            <p:cNvSpPr>
              <a:spLocks noChangeArrowheads="1"/>
            </p:cNvSpPr>
            <p:nvPr/>
          </p:nvSpPr>
          <p:spPr bwMode="auto">
            <a:xfrm>
              <a:off x="3693"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12" name="Oval 897"/>
            <p:cNvSpPr>
              <a:spLocks noChangeArrowheads="1"/>
            </p:cNvSpPr>
            <p:nvPr/>
          </p:nvSpPr>
          <p:spPr bwMode="auto">
            <a:xfrm>
              <a:off x="3344"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13" name="Oval 898"/>
            <p:cNvSpPr>
              <a:spLocks noChangeArrowheads="1"/>
            </p:cNvSpPr>
            <p:nvPr/>
          </p:nvSpPr>
          <p:spPr bwMode="auto">
            <a:xfrm>
              <a:off x="3362" y="3881"/>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5714" name="Oval 899"/>
            <p:cNvSpPr>
              <a:spLocks noChangeArrowheads="1"/>
            </p:cNvSpPr>
            <p:nvPr/>
          </p:nvSpPr>
          <p:spPr bwMode="auto">
            <a:xfrm>
              <a:off x="3405" y="3876"/>
              <a:ext cx="20"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15" name="Oval 900"/>
            <p:cNvSpPr>
              <a:spLocks noChangeArrowheads="1"/>
            </p:cNvSpPr>
            <p:nvPr/>
          </p:nvSpPr>
          <p:spPr bwMode="auto">
            <a:xfrm>
              <a:off x="3421"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16" name="Oval 901"/>
            <p:cNvSpPr>
              <a:spLocks noChangeArrowheads="1"/>
            </p:cNvSpPr>
            <p:nvPr/>
          </p:nvSpPr>
          <p:spPr bwMode="auto">
            <a:xfrm>
              <a:off x="3446" y="3886"/>
              <a:ext cx="3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17" name="Oval 902"/>
            <p:cNvSpPr>
              <a:spLocks noChangeArrowheads="1"/>
            </p:cNvSpPr>
            <p:nvPr/>
          </p:nvSpPr>
          <p:spPr bwMode="auto">
            <a:xfrm>
              <a:off x="3495"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18" name="Oval 903"/>
            <p:cNvSpPr>
              <a:spLocks noChangeArrowheads="1"/>
            </p:cNvSpPr>
            <p:nvPr/>
          </p:nvSpPr>
          <p:spPr bwMode="auto">
            <a:xfrm>
              <a:off x="3514" y="3886"/>
              <a:ext cx="11"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19" name="Oval 904"/>
            <p:cNvSpPr>
              <a:spLocks noChangeArrowheads="1"/>
            </p:cNvSpPr>
            <p:nvPr/>
          </p:nvSpPr>
          <p:spPr bwMode="auto">
            <a:xfrm>
              <a:off x="3540"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20" name="Oval 905"/>
            <p:cNvSpPr>
              <a:spLocks noChangeArrowheads="1"/>
            </p:cNvSpPr>
            <p:nvPr/>
          </p:nvSpPr>
          <p:spPr bwMode="auto">
            <a:xfrm>
              <a:off x="3619"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21" name="Oval 906"/>
            <p:cNvSpPr>
              <a:spLocks noChangeArrowheads="1"/>
            </p:cNvSpPr>
            <p:nvPr/>
          </p:nvSpPr>
          <p:spPr bwMode="auto">
            <a:xfrm>
              <a:off x="3631"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22" name="Oval 907"/>
            <p:cNvSpPr>
              <a:spLocks noChangeArrowheads="1"/>
            </p:cNvSpPr>
            <p:nvPr/>
          </p:nvSpPr>
          <p:spPr bwMode="auto">
            <a:xfrm>
              <a:off x="3682" y="3876"/>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23" name="Oval 908"/>
            <p:cNvSpPr>
              <a:spLocks noChangeArrowheads="1"/>
            </p:cNvSpPr>
            <p:nvPr/>
          </p:nvSpPr>
          <p:spPr bwMode="auto">
            <a:xfrm>
              <a:off x="3693"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24" name="Line 909"/>
            <p:cNvSpPr>
              <a:spLocks noChangeShapeType="1"/>
            </p:cNvSpPr>
            <p:nvPr/>
          </p:nvSpPr>
          <p:spPr bwMode="auto">
            <a:xfrm>
              <a:off x="3278" y="384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5725" name="Group 910"/>
            <p:cNvGrpSpPr>
              <a:grpSpLocks/>
            </p:cNvGrpSpPr>
            <p:nvPr/>
          </p:nvGrpSpPr>
          <p:grpSpPr bwMode="auto">
            <a:xfrm>
              <a:off x="3349" y="3796"/>
              <a:ext cx="345" cy="20"/>
              <a:chOff x="3349" y="3796"/>
              <a:chExt cx="345" cy="20"/>
            </a:xfrm>
          </p:grpSpPr>
          <p:sp>
            <p:nvSpPr>
              <p:cNvPr id="35726" name="Rectangle 911"/>
              <p:cNvSpPr>
                <a:spLocks noChangeArrowheads="1"/>
              </p:cNvSpPr>
              <p:nvPr/>
            </p:nvSpPr>
            <p:spPr bwMode="auto">
              <a:xfrm>
                <a:off x="3349" y="3801"/>
                <a:ext cx="8"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27" name="Rectangle 912"/>
              <p:cNvSpPr>
                <a:spLocks noChangeArrowheads="1"/>
              </p:cNvSpPr>
              <p:nvPr/>
            </p:nvSpPr>
            <p:spPr bwMode="auto">
              <a:xfrm>
                <a:off x="3362" y="3796"/>
                <a:ext cx="8" cy="2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28" name="Rectangle 913"/>
              <p:cNvSpPr>
                <a:spLocks noChangeArrowheads="1"/>
              </p:cNvSpPr>
              <p:nvPr/>
            </p:nvSpPr>
            <p:spPr bwMode="auto">
              <a:xfrm>
                <a:off x="3415"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29" name="Rectangle 914"/>
              <p:cNvSpPr>
                <a:spLocks noChangeArrowheads="1"/>
              </p:cNvSpPr>
              <p:nvPr/>
            </p:nvSpPr>
            <p:spPr bwMode="auto">
              <a:xfrm>
                <a:off x="3426"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0" name="Rectangle 915"/>
              <p:cNvSpPr>
                <a:spLocks noChangeArrowheads="1"/>
              </p:cNvSpPr>
              <p:nvPr/>
            </p:nvSpPr>
            <p:spPr bwMode="auto">
              <a:xfrm>
                <a:off x="3446" y="3801"/>
                <a:ext cx="4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1" name="Rectangle 916"/>
              <p:cNvSpPr>
                <a:spLocks noChangeArrowheads="1"/>
              </p:cNvSpPr>
              <p:nvPr/>
            </p:nvSpPr>
            <p:spPr bwMode="auto">
              <a:xfrm>
                <a:off x="3495"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2" name="Rectangle 917"/>
              <p:cNvSpPr>
                <a:spLocks noChangeArrowheads="1"/>
              </p:cNvSpPr>
              <p:nvPr/>
            </p:nvSpPr>
            <p:spPr bwMode="auto">
              <a:xfrm>
                <a:off x="3514" y="3801"/>
                <a:ext cx="1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3" name="Rectangle 918"/>
              <p:cNvSpPr>
                <a:spLocks noChangeArrowheads="1"/>
              </p:cNvSpPr>
              <p:nvPr/>
            </p:nvSpPr>
            <p:spPr bwMode="auto">
              <a:xfrm>
                <a:off x="3545" y="3801"/>
                <a:ext cx="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4" name="Rectangle 919"/>
              <p:cNvSpPr>
                <a:spLocks noChangeArrowheads="1"/>
              </p:cNvSpPr>
              <p:nvPr/>
            </p:nvSpPr>
            <p:spPr bwMode="auto">
              <a:xfrm>
                <a:off x="3573" y="3801"/>
                <a:ext cx="4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5" name="Rectangle 920"/>
              <p:cNvSpPr>
                <a:spLocks noChangeArrowheads="1"/>
              </p:cNvSpPr>
              <p:nvPr/>
            </p:nvSpPr>
            <p:spPr bwMode="auto">
              <a:xfrm>
                <a:off x="3631"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6" name="Rectangle 921"/>
              <p:cNvSpPr>
                <a:spLocks noChangeArrowheads="1"/>
              </p:cNvSpPr>
              <p:nvPr/>
            </p:nvSpPr>
            <p:spPr bwMode="auto">
              <a:xfrm>
                <a:off x="3672" y="3801"/>
                <a:ext cx="1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37" name="Rectangle 922"/>
              <p:cNvSpPr>
                <a:spLocks noChangeArrowheads="1"/>
              </p:cNvSpPr>
              <p:nvPr/>
            </p:nvSpPr>
            <p:spPr bwMode="auto">
              <a:xfrm>
                <a:off x="3693"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5738" name="Oval 923"/>
            <p:cNvSpPr>
              <a:spLocks noChangeArrowheads="1"/>
            </p:cNvSpPr>
            <p:nvPr/>
          </p:nvSpPr>
          <p:spPr bwMode="auto">
            <a:xfrm>
              <a:off x="3344"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39" name="Oval 924"/>
            <p:cNvSpPr>
              <a:spLocks noChangeArrowheads="1"/>
            </p:cNvSpPr>
            <p:nvPr/>
          </p:nvSpPr>
          <p:spPr bwMode="auto">
            <a:xfrm>
              <a:off x="3362"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40" name="Oval 925"/>
            <p:cNvSpPr>
              <a:spLocks noChangeArrowheads="1"/>
            </p:cNvSpPr>
            <p:nvPr/>
          </p:nvSpPr>
          <p:spPr bwMode="auto">
            <a:xfrm>
              <a:off x="341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41" name="Oval 926"/>
            <p:cNvSpPr>
              <a:spLocks noChangeArrowheads="1"/>
            </p:cNvSpPr>
            <p:nvPr/>
          </p:nvSpPr>
          <p:spPr bwMode="auto">
            <a:xfrm>
              <a:off x="3421"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42" name="Oval 927"/>
            <p:cNvSpPr>
              <a:spLocks noChangeArrowheads="1"/>
            </p:cNvSpPr>
            <p:nvPr/>
          </p:nvSpPr>
          <p:spPr bwMode="auto">
            <a:xfrm>
              <a:off x="3436" y="3768"/>
              <a:ext cx="49"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43" name="Oval 928"/>
            <p:cNvSpPr>
              <a:spLocks noChangeArrowheads="1"/>
            </p:cNvSpPr>
            <p:nvPr/>
          </p:nvSpPr>
          <p:spPr bwMode="auto">
            <a:xfrm>
              <a:off x="3484" y="3768"/>
              <a:ext cx="22"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44" name="Oval 929"/>
            <p:cNvSpPr>
              <a:spLocks noChangeArrowheads="1"/>
            </p:cNvSpPr>
            <p:nvPr/>
          </p:nvSpPr>
          <p:spPr bwMode="auto">
            <a:xfrm>
              <a:off x="3505" y="3768"/>
              <a:ext cx="31"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45" name="Oval 930"/>
            <p:cNvSpPr>
              <a:spLocks noChangeArrowheads="1"/>
            </p:cNvSpPr>
            <p:nvPr/>
          </p:nvSpPr>
          <p:spPr bwMode="auto">
            <a:xfrm>
              <a:off x="354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46" name="Oval 931"/>
            <p:cNvSpPr>
              <a:spLocks noChangeArrowheads="1"/>
            </p:cNvSpPr>
            <p:nvPr/>
          </p:nvSpPr>
          <p:spPr bwMode="auto">
            <a:xfrm>
              <a:off x="3619" y="3773"/>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5747" name="Oval 932"/>
            <p:cNvSpPr>
              <a:spLocks noChangeArrowheads="1"/>
            </p:cNvSpPr>
            <p:nvPr/>
          </p:nvSpPr>
          <p:spPr bwMode="auto">
            <a:xfrm>
              <a:off x="3631"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48" name="Oval 933"/>
            <p:cNvSpPr>
              <a:spLocks noChangeArrowheads="1"/>
            </p:cNvSpPr>
            <p:nvPr/>
          </p:nvSpPr>
          <p:spPr bwMode="auto">
            <a:xfrm>
              <a:off x="3682" y="3768"/>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49" name="Oval 934"/>
            <p:cNvSpPr>
              <a:spLocks noChangeArrowheads="1"/>
            </p:cNvSpPr>
            <p:nvPr/>
          </p:nvSpPr>
          <p:spPr bwMode="auto">
            <a:xfrm>
              <a:off x="3693"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50" name="Line 935"/>
            <p:cNvSpPr>
              <a:spLocks noChangeShapeType="1"/>
            </p:cNvSpPr>
            <p:nvPr/>
          </p:nvSpPr>
          <p:spPr bwMode="auto">
            <a:xfrm>
              <a:off x="3278" y="3768"/>
              <a:ext cx="798" cy="1"/>
            </a:xfrm>
            <a:prstGeom prst="line">
              <a:avLst/>
            </a:prstGeom>
            <a:noFill/>
            <a:ln w="15875">
              <a:solidFill>
                <a:srgbClr val="0054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5751" name="Group 936"/>
            <p:cNvGrpSpPr>
              <a:grpSpLocks/>
            </p:cNvGrpSpPr>
            <p:nvPr/>
          </p:nvGrpSpPr>
          <p:grpSpPr bwMode="auto">
            <a:xfrm>
              <a:off x="3349" y="3725"/>
              <a:ext cx="345" cy="14"/>
              <a:chOff x="3349" y="3725"/>
              <a:chExt cx="345" cy="14"/>
            </a:xfrm>
          </p:grpSpPr>
          <p:sp>
            <p:nvSpPr>
              <p:cNvPr id="35752" name="Rectangle 937"/>
              <p:cNvSpPr>
                <a:spLocks noChangeArrowheads="1"/>
              </p:cNvSpPr>
              <p:nvPr/>
            </p:nvSpPr>
            <p:spPr bwMode="auto">
              <a:xfrm>
                <a:off x="3349" y="3730"/>
                <a:ext cx="8"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3" name="Rectangle 938"/>
              <p:cNvSpPr>
                <a:spLocks noChangeArrowheads="1"/>
              </p:cNvSpPr>
              <p:nvPr/>
            </p:nvSpPr>
            <p:spPr bwMode="auto">
              <a:xfrm>
                <a:off x="3362" y="3725"/>
                <a:ext cx="8" cy="1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4" name="Rectangle 939"/>
              <p:cNvSpPr>
                <a:spLocks noChangeArrowheads="1"/>
              </p:cNvSpPr>
              <p:nvPr/>
            </p:nvSpPr>
            <p:spPr bwMode="auto">
              <a:xfrm>
                <a:off x="3415"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5" name="Rectangle 940"/>
              <p:cNvSpPr>
                <a:spLocks noChangeArrowheads="1"/>
              </p:cNvSpPr>
              <p:nvPr/>
            </p:nvSpPr>
            <p:spPr bwMode="auto">
              <a:xfrm>
                <a:off x="3426"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6" name="Rectangle 941"/>
              <p:cNvSpPr>
                <a:spLocks noChangeArrowheads="1"/>
              </p:cNvSpPr>
              <p:nvPr/>
            </p:nvSpPr>
            <p:spPr bwMode="auto">
              <a:xfrm>
                <a:off x="3446" y="3730"/>
                <a:ext cx="4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7" name="Rectangle 942"/>
              <p:cNvSpPr>
                <a:spLocks noChangeArrowheads="1"/>
              </p:cNvSpPr>
              <p:nvPr/>
            </p:nvSpPr>
            <p:spPr bwMode="auto">
              <a:xfrm>
                <a:off x="3495"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8" name="Rectangle 943"/>
              <p:cNvSpPr>
                <a:spLocks noChangeArrowheads="1"/>
              </p:cNvSpPr>
              <p:nvPr/>
            </p:nvSpPr>
            <p:spPr bwMode="auto">
              <a:xfrm>
                <a:off x="3514" y="3730"/>
                <a:ext cx="1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59" name="Rectangle 944"/>
              <p:cNvSpPr>
                <a:spLocks noChangeArrowheads="1"/>
              </p:cNvSpPr>
              <p:nvPr/>
            </p:nvSpPr>
            <p:spPr bwMode="auto">
              <a:xfrm>
                <a:off x="3545" y="3730"/>
                <a:ext cx="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60" name="Rectangle 945"/>
              <p:cNvSpPr>
                <a:spLocks noChangeArrowheads="1"/>
              </p:cNvSpPr>
              <p:nvPr/>
            </p:nvSpPr>
            <p:spPr bwMode="auto">
              <a:xfrm>
                <a:off x="3573" y="3730"/>
                <a:ext cx="4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61" name="Rectangle 946"/>
              <p:cNvSpPr>
                <a:spLocks noChangeArrowheads="1"/>
              </p:cNvSpPr>
              <p:nvPr/>
            </p:nvSpPr>
            <p:spPr bwMode="auto">
              <a:xfrm>
                <a:off x="3631"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62" name="Rectangle 947"/>
              <p:cNvSpPr>
                <a:spLocks noChangeArrowheads="1"/>
              </p:cNvSpPr>
              <p:nvPr/>
            </p:nvSpPr>
            <p:spPr bwMode="auto">
              <a:xfrm>
                <a:off x="3672" y="3730"/>
                <a:ext cx="1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63" name="Rectangle 948"/>
              <p:cNvSpPr>
                <a:spLocks noChangeArrowheads="1"/>
              </p:cNvSpPr>
              <p:nvPr/>
            </p:nvSpPr>
            <p:spPr bwMode="auto">
              <a:xfrm>
                <a:off x="3693"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5764" name="Oval 949"/>
            <p:cNvSpPr>
              <a:spLocks noChangeArrowheads="1"/>
            </p:cNvSpPr>
            <p:nvPr/>
          </p:nvSpPr>
          <p:spPr bwMode="auto">
            <a:xfrm>
              <a:off x="3344"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65" name="Oval 950"/>
            <p:cNvSpPr>
              <a:spLocks noChangeArrowheads="1"/>
            </p:cNvSpPr>
            <p:nvPr/>
          </p:nvSpPr>
          <p:spPr bwMode="auto">
            <a:xfrm>
              <a:off x="3362"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66" name="Oval 951"/>
            <p:cNvSpPr>
              <a:spLocks noChangeArrowheads="1"/>
            </p:cNvSpPr>
            <p:nvPr/>
          </p:nvSpPr>
          <p:spPr bwMode="auto">
            <a:xfrm>
              <a:off x="341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67" name="Oval 952"/>
            <p:cNvSpPr>
              <a:spLocks noChangeArrowheads="1"/>
            </p:cNvSpPr>
            <p:nvPr/>
          </p:nvSpPr>
          <p:spPr bwMode="auto">
            <a:xfrm>
              <a:off x="3421"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68" name="Oval 953"/>
            <p:cNvSpPr>
              <a:spLocks noChangeArrowheads="1"/>
            </p:cNvSpPr>
            <p:nvPr/>
          </p:nvSpPr>
          <p:spPr bwMode="auto">
            <a:xfrm>
              <a:off x="3446" y="3677"/>
              <a:ext cx="3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69" name="Oval 954"/>
            <p:cNvSpPr>
              <a:spLocks noChangeArrowheads="1"/>
            </p:cNvSpPr>
            <p:nvPr/>
          </p:nvSpPr>
          <p:spPr bwMode="auto">
            <a:xfrm>
              <a:off x="3495"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70" name="Oval 955"/>
            <p:cNvSpPr>
              <a:spLocks noChangeArrowheads="1"/>
            </p:cNvSpPr>
            <p:nvPr/>
          </p:nvSpPr>
          <p:spPr bwMode="auto">
            <a:xfrm>
              <a:off x="3505" y="3666"/>
              <a:ext cx="31" cy="49"/>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71" name="Oval 956"/>
            <p:cNvSpPr>
              <a:spLocks noChangeArrowheads="1"/>
            </p:cNvSpPr>
            <p:nvPr/>
          </p:nvSpPr>
          <p:spPr bwMode="auto">
            <a:xfrm>
              <a:off x="354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72" name="Oval 957"/>
            <p:cNvSpPr>
              <a:spLocks noChangeArrowheads="1"/>
            </p:cNvSpPr>
            <p:nvPr/>
          </p:nvSpPr>
          <p:spPr bwMode="auto">
            <a:xfrm>
              <a:off x="3619"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73" name="Oval 958"/>
            <p:cNvSpPr>
              <a:spLocks noChangeArrowheads="1"/>
            </p:cNvSpPr>
            <p:nvPr/>
          </p:nvSpPr>
          <p:spPr bwMode="auto">
            <a:xfrm>
              <a:off x="3631"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74" name="Oval 959"/>
            <p:cNvSpPr>
              <a:spLocks noChangeArrowheads="1"/>
            </p:cNvSpPr>
            <p:nvPr/>
          </p:nvSpPr>
          <p:spPr bwMode="auto">
            <a:xfrm>
              <a:off x="3682" y="3666"/>
              <a:ext cx="21" cy="49"/>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5775" name="Oval 960"/>
            <p:cNvSpPr>
              <a:spLocks noChangeArrowheads="1"/>
            </p:cNvSpPr>
            <p:nvPr/>
          </p:nvSpPr>
          <p:spPr bwMode="auto">
            <a:xfrm>
              <a:off x="3693"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76" name="Line 961"/>
            <p:cNvSpPr>
              <a:spLocks noChangeShapeType="1"/>
            </p:cNvSpPr>
            <p:nvPr/>
          </p:nvSpPr>
          <p:spPr bwMode="auto">
            <a:xfrm>
              <a:off x="3278" y="366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777" name="Rectangle 962"/>
            <p:cNvSpPr>
              <a:spLocks noChangeArrowheads="1"/>
            </p:cNvSpPr>
            <p:nvPr/>
          </p:nvSpPr>
          <p:spPr bwMode="auto">
            <a:xfrm>
              <a:off x="4028" y="3691"/>
              <a:ext cx="30"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778" name="Rectangle 963"/>
            <p:cNvSpPr>
              <a:spLocks noChangeArrowheads="1"/>
            </p:cNvSpPr>
            <p:nvPr/>
          </p:nvSpPr>
          <p:spPr bwMode="auto">
            <a:xfrm>
              <a:off x="4028" y="3778"/>
              <a:ext cx="30" cy="11"/>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779" name="Rectangle 964"/>
            <p:cNvSpPr>
              <a:spLocks noChangeArrowheads="1"/>
            </p:cNvSpPr>
            <p:nvPr/>
          </p:nvSpPr>
          <p:spPr bwMode="auto">
            <a:xfrm>
              <a:off x="4028" y="3894"/>
              <a:ext cx="30"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780" name="Rectangle 965"/>
            <p:cNvSpPr>
              <a:spLocks noChangeArrowheads="1"/>
            </p:cNvSpPr>
            <p:nvPr/>
          </p:nvSpPr>
          <p:spPr bwMode="auto">
            <a:xfrm>
              <a:off x="3307" y="3691"/>
              <a:ext cx="22"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781" name="Rectangle 966"/>
            <p:cNvSpPr>
              <a:spLocks noChangeArrowheads="1"/>
            </p:cNvSpPr>
            <p:nvPr/>
          </p:nvSpPr>
          <p:spPr bwMode="auto">
            <a:xfrm>
              <a:off x="3307" y="3778"/>
              <a:ext cx="22" cy="3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782" name="Rectangle 967"/>
            <p:cNvSpPr>
              <a:spLocks noChangeArrowheads="1"/>
            </p:cNvSpPr>
            <p:nvPr/>
          </p:nvSpPr>
          <p:spPr bwMode="auto">
            <a:xfrm>
              <a:off x="3307" y="3894"/>
              <a:ext cx="22"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5783" name="Rectangle 968"/>
            <p:cNvSpPr>
              <a:spLocks noChangeArrowheads="1"/>
            </p:cNvSpPr>
            <p:nvPr/>
          </p:nvSpPr>
          <p:spPr bwMode="auto">
            <a:xfrm>
              <a:off x="3362" y="3953"/>
              <a:ext cx="9" cy="4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84" name="Rectangle 969"/>
            <p:cNvSpPr>
              <a:spLocks noChangeArrowheads="1"/>
            </p:cNvSpPr>
            <p:nvPr/>
          </p:nvSpPr>
          <p:spPr bwMode="auto">
            <a:xfrm>
              <a:off x="3475" y="3958"/>
              <a:ext cx="11" cy="3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5785" name="Oval 970"/>
            <p:cNvSpPr>
              <a:spLocks noChangeArrowheads="1"/>
            </p:cNvSpPr>
            <p:nvPr/>
          </p:nvSpPr>
          <p:spPr bwMode="auto">
            <a:xfrm>
              <a:off x="3410" y="3953"/>
              <a:ext cx="9" cy="3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5786" name="Oval 971"/>
            <p:cNvSpPr>
              <a:spLocks noChangeArrowheads="1"/>
            </p:cNvSpPr>
            <p:nvPr/>
          </p:nvSpPr>
          <p:spPr bwMode="auto">
            <a:xfrm>
              <a:off x="3495" y="3958"/>
              <a:ext cx="0" cy="2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grpSp>
      <p:sp>
        <p:nvSpPr>
          <p:cNvPr id="39982" name="Line 972"/>
          <p:cNvSpPr>
            <a:spLocks noChangeShapeType="1"/>
          </p:cNvSpPr>
          <p:nvPr/>
        </p:nvSpPr>
        <p:spPr bwMode="auto">
          <a:xfrm>
            <a:off x="4572000" y="4572000"/>
            <a:ext cx="685800" cy="144780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3" name="Line 973"/>
          <p:cNvSpPr>
            <a:spLocks noChangeShapeType="1"/>
          </p:cNvSpPr>
          <p:nvPr/>
        </p:nvSpPr>
        <p:spPr bwMode="auto">
          <a:xfrm>
            <a:off x="5334000" y="6019800"/>
            <a:ext cx="2057400" cy="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4" name="Line 974"/>
          <p:cNvSpPr>
            <a:spLocks noChangeShapeType="1"/>
          </p:cNvSpPr>
          <p:nvPr/>
        </p:nvSpPr>
        <p:spPr bwMode="auto">
          <a:xfrm flipV="1">
            <a:off x="7467600" y="5410200"/>
            <a:ext cx="762000" cy="60960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374992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495746"/>
                                        </p:tgtEl>
                                        <p:attrNameLst>
                                          <p:attrName>style.visibility</p:attrName>
                                        </p:attrNameLst>
                                      </p:cBhvr>
                                      <p:to>
                                        <p:strVal val="visible"/>
                                      </p:to>
                                    </p:set>
                                    <p:animEffect transition="in" filter="wipe(down)">
                                      <p:cBhvr>
                                        <p:cTn id="11" dur="500"/>
                                        <p:tgtEl>
                                          <p:spTgt spid="495746"/>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95749"/>
                                        </p:tgtEl>
                                        <p:attrNameLst>
                                          <p:attrName>style.visibility</p:attrName>
                                        </p:attrNameLst>
                                      </p:cBhvr>
                                      <p:to>
                                        <p:strVal val="visible"/>
                                      </p:to>
                                    </p:set>
                                    <p:animEffect transition="in" filter="wipe(up)">
                                      <p:cBhvr>
                                        <p:cTn id="15" dur="500"/>
                                        <p:tgtEl>
                                          <p:spTgt spid="495749"/>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95747"/>
                                        </p:tgtEl>
                                        <p:attrNameLst>
                                          <p:attrName>style.visibility</p:attrName>
                                        </p:attrNameLst>
                                      </p:cBhvr>
                                      <p:to>
                                        <p:strVal val="visible"/>
                                      </p:to>
                                    </p:set>
                                    <p:animEffect transition="in" filter="wipe(left)">
                                      <p:cBhvr>
                                        <p:cTn id="19" dur="500"/>
                                        <p:tgtEl>
                                          <p:spTgt spid="495747"/>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495739"/>
                                        </p:tgtEl>
                                        <p:attrNameLst>
                                          <p:attrName>style.visibility</p:attrName>
                                        </p:attrNameLst>
                                      </p:cBhvr>
                                      <p:to>
                                        <p:strVal val="visible"/>
                                      </p:to>
                                    </p:set>
                                    <p:animEffect transition="in" filter="wipe(up)">
                                      <p:cBhvr>
                                        <p:cTn id="23" dur="500"/>
                                        <p:tgtEl>
                                          <p:spTgt spid="495739"/>
                                        </p:tgtEl>
                                      </p:cBhvr>
                                    </p:animEffect>
                                  </p:childTnLst>
                                </p:cTn>
                              </p:par>
                            </p:childTnLst>
                          </p:cTn>
                        </p:par>
                        <p:par>
                          <p:cTn id="24" fill="hold" nodeType="afterGroup">
                            <p:stCondLst>
                              <p:cond delay="2500"/>
                            </p:stCondLst>
                            <p:childTnLst>
                              <p:par>
                                <p:cTn id="25" presetID="19" presetClass="entr" presetSubtype="10" fill="hold" grpId="0" nodeType="afterEffect">
                                  <p:stCondLst>
                                    <p:cond delay="0"/>
                                  </p:stCondLst>
                                  <p:childTnLst>
                                    <p:set>
                                      <p:cBhvr>
                                        <p:cTn id="26" dur="1" fill="hold">
                                          <p:stCondLst>
                                            <p:cond delay="0"/>
                                          </p:stCondLst>
                                        </p:cTn>
                                        <p:tgtEl>
                                          <p:spTgt spid="495751"/>
                                        </p:tgtEl>
                                        <p:attrNameLst>
                                          <p:attrName>style.visibility</p:attrName>
                                        </p:attrNameLst>
                                      </p:cBhvr>
                                      <p:to>
                                        <p:strVal val="visible"/>
                                      </p:to>
                                    </p:set>
                                    <p:anim calcmode="lin" valueType="num">
                                      <p:cBhvr>
                                        <p:cTn id="27" dur="5000" fill="hold"/>
                                        <p:tgtEl>
                                          <p:spTgt spid="495751"/>
                                        </p:tgtEl>
                                        <p:attrNameLst>
                                          <p:attrName>ppt_w</p:attrName>
                                        </p:attrNameLst>
                                      </p:cBhvr>
                                      <p:tavLst>
                                        <p:tav tm="0" fmla="#ppt_w*sin(2.5*pi*$)">
                                          <p:val>
                                            <p:fltVal val="0"/>
                                          </p:val>
                                        </p:tav>
                                        <p:tav tm="100000">
                                          <p:val>
                                            <p:fltVal val="1"/>
                                          </p:val>
                                        </p:tav>
                                      </p:tavLst>
                                    </p:anim>
                                    <p:anim calcmode="lin" valueType="num">
                                      <p:cBhvr>
                                        <p:cTn id="28" dur="5000" fill="hold"/>
                                        <p:tgtEl>
                                          <p:spTgt spid="495751"/>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39968"/>
                                        </p:tgtEl>
                                        <p:attrNameLst>
                                          <p:attrName>style.visibility</p:attrName>
                                        </p:attrNameLst>
                                      </p:cBhvr>
                                      <p:to>
                                        <p:strVal val="visible"/>
                                      </p:to>
                                    </p:set>
                                    <p:animEffect transition="in" filter="wipe(up)">
                                      <p:cBhvr>
                                        <p:cTn id="33" dur="500"/>
                                        <p:tgtEl>
                                          <p:spTgt spid="39968"/>
                                        </p:tgtEl>
                                      </p:cBhvr>
                                    </p:animEffect>
                                  </p:childTnLst>
                                </p:cTn>
                              </p:par>
                            </p:childTnLst>
                          </p:cTn>
                        </p:par>
                        <p:par>
                          <p:cTn id="34" fill="hold" nodeType="afterGroup">
                            <p:stCondLst>
                              <p:cond delay="500"/>
                            </p:stCondLst>
                            <p:childTnLst>
                              <p:par>
                                <p:cTn id="35" presetID="22" presetClass="entr" presetSubtype="1" fill="hold" nodeType="afterEffect">
                                  <p:stCondLst>
                                    <p:cond delay="0"/>
                                  </p:stCondLst>
                                  <p:childTnLst>
                                    <p:set>
                                      <p:cBhvr>
                                        <p:cTn id="36" dur="1" fill="hold">
                                          <p:stCondLst>
                                            <p:cond delay="0"/>
                                          </p:stCondLst>
                                        </p:cTn>
                                        <p:tgtEl>
                                          <p:spTgt spid="39982"/>
                                        </p:tgtEl>
                                        <p:attrNameLst>
                                          <p:attrName>style.visibility</p:attrName>
                                        </p:attrNameLst>
                                      </p:cBhvr>
                                      <p:to>
                                        <p:strVal val="visible"/>
                                      </p:to>
                                    </p:set>
                                    <p:animEffect transition="in" filter="wipe(up)">
                                      <p:cBhvr>
                                        <p:cTn id="37" dur="500"/>
                                        <p:tgtEl>
                                          <p:spTgt spid="39982"/>
                                        </p:tgtEl>
                                      </p:cBhvr>
                                    </p:animEffect>
                                  </p:childTnLst>
                                </p:cTn>
                              </p:par>
                            </p:childTnLst>
                          </p:cTn>
                        </p:par>
                        <p:par>
                          <p:cTn id="38" fill="hold" nodeType="afterGroup">
                            <p:stCondLst>
                              <p:cond delay="1000"/>
                            </p:stCondLst>
                            <p:childTnLst>
                              <p:par>
                                <p:cTn id="39" presetID="19" presetClass="entr" presetSubtype="10" fill="hold" grpId="0" nodeType="afterEffect">
                                  <p:stCondLst>
                                    <p:cond delay="0"/>
                                  </p:stCondLst>
                                  <p:childTnLst>
                                    <p:set>
                                      <p:cBhvr>
                                        <p:cTn id="40" dur="1" fill="hold">
                                          <p:stCondLst>
                                            <p:cond delay="0"/>
                                          </p:stCondLst>
                                        </p:cTn>
                                        <p:tgtEl>
                                          <p:spTgt spid="495750"/>
                                        </p:tgtEl>
                                        <p:attrNameLst>
                                          <p:attrName>style.visibility</p:attrName>
                                        </p:attrNameLst>
                                      </p:cBhvr>
                                      <p:to>
                                        <p:strVal val="visible"/>
                                      </p:to>
                                    </p:set>
                                    <p:anim calcmode="lin" valueType="num">
                                      <p:cBhvr>
                                        <p:cTn id="41" dur="5000" fill="hold"/>
                                        <p:tgtEl>
                                          <p:spTgt spid="495750"/>
                                        </p:tgtEl>
                                        <p:attrNameLst>
                                          <p:attrName>ppt_w</p:attrName>
                                        </p:attrNameLst>
                                      </p:cBhvr>
                                      <p:tavLst>
                                        <p:tav tm="0" fmla="#ppt_w*sin(2.5*pi*$)">
                                          <p:val>
                                            <p:fltVal val="0"/>
                                          </p:val>
                                        </p:tav>
                                        <p:tav tm="100000">
                                          <p:val>
                                            <p:fltVal val="1"/>
                                          </p:val>
                                        </p:tav>
                                      </p:tavLst>
                                    </p:anim>
                                    <p:anim calcmode="lin" valueType="num">
                                      <p:cBhvr>
                                        <p:cTn id="42" dur="5000" fill="hold"/>
                                        <p:tgtEl>
                                          <p:spTgt spid="495750"/>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6000"/>
                            </p:stCondLst>
                            <p:childTnLst>
                              <p:par>
                                <p:cTn id="44" presetID="22" presetClass="entr" presetSubtype="8" fill="hold" nodeType="afterEffect">
                                  <p:stCondLst>
                                    <p:cond delay="0"/>
                                  </p:stCondLst>
                                  <p:childTnLst>
                                    <p:set>
                                      <p:cBhvr>
                                        <p:cTn id="45" dur="1" fill="hold">
                                          <p:stCondLst>
                                            <p:cond delay="0"/>
                                          </p:stCondLst>
                                        </p:cTn>
                                        <p:tgtEl>
                                          <p:spTgt spid="39983"/>
                                        </p:tgtEl>
                                        <p:attrNameLst>
                                          <p:attrName>style.visibility</p:attrName>
                                        </p:attrNameLst>
                                      </p:cBhvr>
                                      <p:to>
                                        <p:strVal val="visible"/>
                                      </p:to>
                                    </p:set>
                                    <p:animEffect transition="in" filter="wipe(left)">
                                      <p:cBhvr>
                                        <p:cTn id="46" dur="500"/>
                                        <p:tgtEl>
                                          <p:spTgt spid="39983"/>
                                        </p:tgtEl>
                                      </p:cBhvr>
                                    </p:animEffect>
                                  </p:childTnLst>
                                </p:cTn>
                              </p:par>
                            </p:childTnLst>
                          </p:cTn>
                        </p:par>
                        <p:par>
                          <p:cTn id="47" fill="hold" nodeType="afterGroup">
                            <p:stCondLst>
                              <p:cond delay="6500"/>
                            </p:stCondLst>
                            <p:childTnLst>
                              <p:par>
                                <p:cTn id="48" presetID="22" presetClass="entr" presetSubtype="4" fill="hold" nodeType="afterEffect">
                                  <p:stCondLst>
                                    <p:cond delay="0"/>
                                  </p:stCondLst>
                                  <p:childTnLst>
                                    <p:set>
                                      <p:cBhvr>
                                        <p:cTn id="49" dur="1" fill="hold">
                                          <p:stCondLst>
                                            <p:cond delay="0"/>
                                          </p:stCondLst>
                                        </p:cTn>
                                        <p:tgtEl>
                                          <p:spTgt spid="39984"/>
                                        </p:tgtEl>
                                        <p:attrNameLst>
                                          <p:attrName>style.visibility</p:attrName>
                                        </p:attrNameLst>
                                      </p:cBhvr>
                                      <p:to>
                                        <p:strVal val="visible"/>
                                      </p:to>
                                    </p:set>
                                    <p:animEffect transition="in" filter="wipe(down)">
                                      <p:cBhvr>
                                        <p:cTn id="50" dur="500"/>
                                        <p:tgtEl>
                                          <p:spTgt spid="3998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495748"/>
                                        </p:tgtEl>
                                        <p:attrNameLst>
                                          <p:attrName>style.visibility</p:attrName>
                                        </p:attrNameLst>
                                      </p:cBhvr>
                                      <p:to>
                                        <p:strVal val="visible"/>
                                      </p:to>
                                    </p:set>
                                    <p:animEffect transition="in" filter="wipe(down)">
                                      <p:cBhvr>
                                        <p:cTn id="55" dur="500"/>
                                        <p:tgtEl>
                                          <p:spTgt spid="495748"/>
                                        </p:tgtEl>
                                      </p:cBhvr>
                                    </p:animEffect>
                                  </p:childTnLst>
                                </p:cTn>
                              </p:par>
                            </p:childTnLst>
                          </p:cTn>
                        </p:par>
                        <p:par>
                          <p:cTn id="56" fill="hold" nodeType="afterGroup">
                            <p:stCondLst>
                              <p:cond delay="500"/>
                            </p:stCondLst>
                            <p:childTnLst>
                              <p:par>
                                <p:cTn id="57" presetID="19" presetClass="entr" presetSubtype="10" fill="hold" grpId="0" nodeType="afterEffect">
                                  <p:stCondLst>
                                    <p:cond delay="0"/>
                                  </p:stCondLst>
                                  <p:childTnLst>
                                    <p:set>
                                      <p:cBhvr>
                                        <p:cTn id="58" dur="1" fill="hold">
                                          <p:stCondLst>
                                            <p:cond delay="0"/>
                                          </p:stCondLst>
                                        </p:cTn>
                                        <p:tgtEl>
                                          <p:spTgt spid="495752"/>
                                        </p:tgtEl>
                                        <p:attrNameLst>
                                          <p:attrName>style.visibility</p:attrName>
                                        </p:attrNameLst>
                                      </p:cBhvr>
                                      <p:to>
                                        <p:strVal val="visible"/>
                                      </p:to>
                                    </p:set>
                                    <p:anim calcmode="lin" valueType="num">
                                      <p:cBhvr>
                                        <p:cTn id="59" dur="5000" fill="hold"/>
                                        <p:tgtEl>
                                          <p:spTgt spid="495752"/>
                                        </p:tgtEl>
                                        <p:attrNameLst>
                                          <p:attrName>ppt_w</p:attrName>
                                        </p:attrNameLst>
                                      </p:cBhvr>
                                      <p:tavLst>
                                        <p:tav tm="0" fmla="#ppt_w*sin(2.5*pi*$)">
                                          <p:val>
                                            <p:fltVal val="0"/>
                                          </p:val>
                                        </p:tav>
                                        <p:tav tm="100000">
                                          <p:val>
                                            <p:fltVal val="1"/>
                                          </p:val>
                                        </p:tav>
                                      </p:tavLst>
                                    </p:anim>
                                    <p:anim calcmode="lin" valueType="num">
                                      <p:cBhvr>
                                        <p:cTn id="60" dur="5000" fill="hold"/>
                                        <p:tgtEl>
                                          <p:spTgt spid="49575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750" grpId="0"/>
      <p:bldP spid="495751" grpId="0"/>
      <p:bldP spid="49575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ChangeArrowheads="1"/>
          </p:cNvSpPr>
          <p:nvPr/>
        </p:nvSpPr>
        <p:spPr bwMode="auto">
          <a:xfrm>
            <a:off x="-40998" y="24826"/>
            <a:ext cx="30572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gn="ctr" eaLnBrk="0" hangingPunct="0"/>
            <a:r>
              <a:rPr lang="zh-CN" altLang="en-US" sz="3200" b="1">
                <a:solidFill>
                  <a:schemeClr val="bg1"/>
                </a:solidFill>
                <a:latin typeface="微软雅黑" panose="020B0503020204020204" pitchFamily="34" charset="-122"/>
                <a:ea typeface="微软雅黑" panose="020B0503020204020204" pitchFamily="34" charset="-122"/>
              </a:rPr>
              <a:t>数据完整性保护</a:t>
            </a:r>
          </a:p>
        </p:txBody>
      </p:sp>
      <p:sp>
        <p:nvSpPr>
          <p:cNvPr id="35842" name="Line 3"/>
          <p:cNvSpPr>
            <a:spLocks noChangeShapeType="1"/>
          </p:cNvSpPr>
          <p:nvPr/>
        </p:nvSpPr>
        <p:spPr bwMode="auto">
          <a:xfrm>
            <a:off x="3900791" y="2452991"/>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43" name="Line 4"/>
          <p:cNvSpPr>
            <a:spLocks noChangeShapeType="1"/>
          </p:cNvSpPr>
          <p:nvPr/>
        </p:nvSpPr>
        <p:spPr bwMode="auto">
          <a:xfrm>
            <a:off x="6262991" y="4891391"/>
            <a:ext cx="1752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44" name="Line 5"/>
          <p:cNvSpPr>
            <a:spLocks noChangeShapeType="1"/>
          </p:cNvSpPr>
          <p:nvPr/>
        </p:nvSpPr>
        <p:spPr bwMode="auto">
          <a:xfrm>
            <a:off x="3214991" y="5881991"/>
            <a:ext cx="4876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45" name="Line 6"/>
          <p:cNvSpPr>
            <a:spLocks noChangeShapeType="1"/>
          </p:cNvSpPr>
          <p:nvPr/>
        </p:nvSpPr>
        <p:spPr bwMode="auto">
          <a:xfrm flipH="1" flipV="1">
            <a:off x="6415391" y="4738991"/>
            <a:ext cx="35052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46" name="Line 7"/>
          <p:cNvSpPr>
            <a:spLocks noChangeShapeType="1"/>
          </p:cNvSpPr>
          <p:nvPr/>
        </p:nvSpPr>
        <p:spPr bwMode="auto">
          <a:xfrm>
            <a:off x="3214991" y="1995791"/>
            <a:ext cx="3048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496648" name="Rectangle 8"/>
          <p:cNvSpPr>
            <a:spLocks noChangeArrowheads="1"/>
          </p:cNvSpPr>
          <p:nvPr/>
        </p:nvSpPr>
        <p:spPr bwMode="auto">
          <a:xfrm>
            <a:off x="1538591" y="928991"/>
            <a:ext cx="1752600" cy="41148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2700000" scaled="1"/>
          </a:gradFill>
          <a:ln w="57150" cap="rnd">
            <a:noFill/>
            <a:miter lim="800000"/>
          </a:ln>
          <a:effectLst/>
        </p:spPr>
        <p:txBody>
          <a:bodyPr wrap="none" anchor="ctr"/>
          <a:lstStyle/>
          <a:p>
            <a:pPr algn="ctr" eaLnBrk="0" hangingPunct="0">
              <a:lnSpc>
                <a:spcPct val="93000"/>
              </a:lnSpc>
              <a:spcBef>
                <a:spcPct val="25000"/>
              </a:spcBef>
              <a:buFontTx/>
              <a:buNone/>
              <a:defRPr/>
            </a:pPr>
            <a:endParaRPr lang="en-US" altLang="zh-CN"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en-US" altLang="zh-CN"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en-US" altLang="zh-CN"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4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r>
              <a:rPr lang="zh-CN" altLang="en-US" sz="1400">
                <a:solidFill>
                  <a:schemeClr val="accent2"/>
                </a:solidFill>
                <a:effectLst>
                  <a:outerShdw blurRad="38100" dist="38100" dir="2700000" algn="tl">
                    <a:srgbClr val="000000"/>
                  </a:outerShdw>
                </a:effectLst>
                <a:latin typeface="Arial" panose="020B0604020202020204" pitchFamily="34" charset="0"/>
              </a:rPr>
              <a:t>内部工作子网</a:t>
            </a:r>
          </a:p>
        </p:txBody>
      </p:sp>
      <p:grpSp>
        <p:nvGrpSpPr>
          <p:cNvPr id="35848" name="Group 9"/>
          <p:cNvGrpSpPr>
            <a:grpSpLocks/>
          </p:cNvGrpSpPr>
          <p:nvPr/>
        </p:nvGrpSpPr>
        <p:grpSpPr bwMode="auto">
          <a:xfrm>
            <a:off x="1843391" y="2833991"/>
            <a:ext cx="1066800" cy="762000"/>
            <a:chOff x="288" y="1008"/>
            <a:chExt cx="672" cy="480"/>
          </a:xfrm>
        </p:grpSpPr>
        <p:pic>
          <p:nvPicPr>
            <p:cNvPr id="35849"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50"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51"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52"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53" name="Line 14"/>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54" name="Line 15"/>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55" name="Line 16"/>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56" name="Line 17"/>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57" name="Line 18"/>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pic>
          <p:nvPicPr>
            <p:cNvPr id="35858" name="Picture 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59" name="Line 20"/>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60" name="Rectangle 21"/>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400">
                  <a:latin typeface="Arial" panose="020B0604020202020204" pitchFamily="34" charset="0"/>
                </a:rPr>
                <a:t>管理子网</a:t>
              </a:r>
            </a:p>
          </p:txBody>
        </p:sp>
      </p:grpSp>
      <p:grpSp>
        <p:nvGrpSpPr>
          <p:cNvPr id="35861" name="Group 22"/>
          <p:cNvGrpSpPr>
            <a:grpSpLocks/>
          </p:cNvGrpSpPr>
          <p:nvPr/>
        </p:nvGrpSpPr>
        <p:grpSpPr bwMode="auto">
          <a:xfrm>
            <a:off x="1843391" y="1919591"/>
            <a:ext cx="1066800" cy="762000"/>
            <a:chOff x="288" y="1008"/>
            <a:chExt cx="672" cy="480"/>
          </a:xfrm>
        </p:grpSpPr>
        <p:pic>
          <p:nvPicPr>
            <p:cNvPr id="35862"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63"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64"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65"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66" name="Line 27"/>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67" name="Line 28"/>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68" name="Line 29"/>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69" name="Line 30"/>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70" name="Line 31"/>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pic>
          <p:nvPicPr>
            <p:cNvPr id="35871"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72" name="Line 33"/>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73" name="Rectangle 34"/>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400">
                  <a:latin typeface="Arial" panose="020B0604020202020204" pitchFamily="34" charset="0"/>
                </a:rPr>
                <a:t>一般子网</a:t>
              </a:r>
              <a:endParaRPr lang="en-US" altLang="zh-CN" sz="1400">
                <a:latin typeface="Arial" panose="020B0604020202020204" pitchFamily="34" charset="0"/>
              </a:endParaRPr>
            </a:p>
          </p:txBody>
        </p:sp>
      </p:grpSp>
      <p:grpSp>
        <p:nvGrpSpPr>
          <p:cNvPr id="35874" name="Group 35"/>
          <p:cNvGrpSpPr>
            <a:grpSpLocks/>
          </p:cNvGrpSpPr>
          <p:nvPr/>
        </p:nvGrpSpPr>
        <p:grpSpPr bwMode="auto">
          <a:xfrm>
            <a:off x="1843391" y="1081391"/>
            <a:ext cx="1066800" cy="762000"/>
            <a:chOff x="288" y="1008"/>
            <a:chExt cx="672" cy="480"/>
          </a:xfrm>
        </p:grpSpPr>
        <p:pic>
          <p:nvPicPr>
            <p:cNvPr id="35875"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76" name="Picture 3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77"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78"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79" name="Line 40"/>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0" name="Line 41"/>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1" name="Line 42"/>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2" name="Line 43"/>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3" name="Line 44"/>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pic>
          <p:nvPicPr>
            <p:cNvPr id="35884" name="Picture 4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85" name="Line 46"/>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6" name="Rectangle 47"/>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400">
                  <a:latin typeface="Arial" panose="020B0604020202020204" pitchFamily="34" charset="0"/>
                </a:rPr>
                <a:t>内部</a:t>
              </a:r>
              <a:r>
                <a:rPr lang="en-US" altLang="zh-CN" sz="1400">
                  <a:latin typeface="Arial" panose="020B0604020202020204" pitchFamily="34" charset="0"/>
                </a:rPr>
                <a:t>WWW</a:t>
              </a:r>
              <a:endParaRPr lang="zh-CN" altLang="en-US" sz="1400">
                <a:latin typeface="Arial" panose="020B0604020202020204" pitchFamily="34" charset="0"/>
              </a:endParaRPr>
            </a:p>
          </p:txBody>
        </p:sp>
      </p:grpSp>
      <p:sp>
        <p:nvSpPr>
          <p:cNvPr id="35887" name="Line 48"/>
          <p:cNvSpPr>
            <a:spLocks noChangeShapeType="1"/>
          </p:cNvSpPr>
          <p:nvPr/>
        </p:nvSpPr>
        <p:spPr bwMode="auto">
          <a:xfrm>
            <a:off x="3138791" y="1386191"/>
            <a:ext cx="0" cy="2667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8" name="Line 49"/>
          <p:cNvSpPr>
            <a:spLocks noChangeShapeType="1"/>
          </p:cNvSpPr>
          <p:nvPr/>
        </p:nvSpPr>
        <p:spPr bwMode="auto">
          <a:xfrm>
            <a:off x="2605391" y="3138791"/>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89" name="Line 50"/>
          <p:cNvSpPr>
            <a:spLocks noChangeShapeType="1"/>
          </p:cNvSpPr>
          <p:nvPr/>
        </p:nvSpPr>
        <p:spPr bwMode="auto">
          <a:xfrm>
            <a:off x="2605391" y="2224391"/>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90" name="Line 51"/>
          <p:cNvSpPr>
            <a:spLocks noChangeShapeType="1"/>
          </p:cNvSpPr>
          <p:nvPr/>
        </p:nvSpPr>
        <p:spPr bwMode="auto">
          <a:xfrm>
            <a:off x="2605391" y="1386191"/>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5891" name="Group 52"/>
          <p:cNvGrpSpPr>
            <a:grpSpLocks/>
          </p:cNvGrpSpPr>
          <p:nvPr/>
        </p:nvGrpSpPr>
        <p:grpSpPr bwMode="auto">
          <a:xfrm>
            <a:off x="1690991" y="3748391"/>
            <a:ext cx="1066800" cy="762000"/>
            <a:chOff x="288" y="1008"/>
            <a:chExt cx="672" cy="480"/>
          </a:xfrm>
        </p:grpSpPr>
        <p:pic>
          <p:nvPicPr>
            <p:cNvPr id="35892" name="Picture 5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93" name="Picture 5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94" name="Picture 5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895" name="Picture 5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96" name="Line 57"/>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97" name="Line 58"/>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98" name="Line 59"/>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899" name="Line 60"/>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900" name="Line 61"/>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pic>
          <p:nvPicPr>
            <p:cNvPr id="35901" name="Picture 6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902" name="Line 63"/>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5903" name="Rectangle 64"/>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400">
                  <a:latin typeface="Arial" panose="020B0604020202020204" pitchFamily="34" charset="0"/>
                </a:rPr>
                <a:t>重点子网</a:t>
              </a:r>
            </a:p>
          </p:txBody>
        </p:sp>
      </p:grpSp>
      <p:sp>
        <p:nvSpPr>
          <p:cNvPr id="35904" name="Line 65"/>
          <p:cNvSpPr>
            <a:spLocks noChangeShapeType="1"/>
          </p:cNvSpPr>
          <p:nvPr/>
        </p:nvSpPr>
        <p:spPr bwMode="auto">
          <a:xfrm>
            <a:off x="2529191" y="4053191"/>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5905" name="Group 66"/>
          <p:cNvGrpSpPr>
            <a:grpSpLocks/>
          </p:cNvGrpSpPr>
          <p:nvPr/>
        </p:nvGrpSpPr>
        <p:grpSpPr bwMode="auto">
          <a:xfrm>
            <a:off x="9234791" y="4967591"/>
            <a:ext cx="1219200" cy="914400"/>
            <a:chOff x="4560" y="3504"/>
            <a:chExt cx="828" cy="672"/>
          </a:xfrm>
        </p:grpSpPr>
        <p:pic>
          <p:nvPicPr>
            <p:cNvPr id="35906" name="Picture 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60" y="3504"/>
              <a:ext cx="828"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6708" name="Rectangle 68"/>
            <p:cNvSpPr>
              <a:spLocks noChangeArrowheads="1"/>
            </p:cNvSpPr>
            <p:nvPr/>
          </p:nvSpPr>
          <p:spPr bwMode="auto">
            <a:xfrm>
              <a:off x="4704" y="3984"/>
              <a:ext cx="576" cy="192"/>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zh-CN" altLang="en-US" sz="1400">
                  <a:effectLst>
                    <a:outerShdw blurRad="38100" dist="38100" dir="2700000" algn="tl">
                      <a:srgbClr val="C0C0C0"/>
                    </a:outerShdw>
                  </a:effectLst>
                  <a:latin typeface="Arial" panose="020B0604020202020204" pitchFamily="34" charset="0"/>
                </a:rPr>
                <a:t>下属机构</a:t>
              </a:r>
              <a:endParaRPr lang="en-US" altLang="zh-CN" sz="1400">
                <a:effectLst>
                  <a:outerShdw blurRad="38100" dist="38100" dir="2700000" algn="tl">
                    <a:srgbClr val="C0C0C0"/>
                  </a:outerShdw>
                </a:effectLst>
                <a:latin typeface="Arial" panose="020B0604020202020204" pitchFamily="34" charset="0"/>
              </a:endParaRPr>
            </a:p>
          </p:txBody>
        </p:sp>
      </p:grpSp>
      <p:pic>
        <p:nvPicPr>
          <p:cNvPr id="35908" name="Picture 6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10191" y="5653392"/>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5909" name="Group 70"/>
          <p:cNvGrpSpPr>
            <a:grpSpLocks/>
          </p:cNvGrpSpPr>
          <p:nvPr/>
        </p:nvGrpSpPr>
        <p:grpSpPr bwMode="auto">
          <a:xfrm>
            <a:off x="4357991" y="5348591"/>
            <a:ext cx="990600" cy="685800"/>
            <a:chOff x="1536" y="2832"/>
            <a:chExt cx="624" cy="432"/>
          </a:xfrm>
        </p:grpSpPr>
        <p:pic>
          <p:nvPicPr>
            <p:cNvPr id="35910" name="Picture 7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36" y="2832"/>
              <a:ext cx="62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6712" name="Rectangle 72"/>
            <p:cNvSpPr>
              <a:spLocks noChangeArrowheads="1"/>
            </p:cNvSpPr>
            <p:nvPr/>
          </p:nvSpPr>
          <p:spPr bwMode="auto">
            <a:xfrm>
              <a:off x="1632" y="2880"/>
              <a:ext cx="480" cy="384"/>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en-US" altLang="zh-CN" sz="1400">
                  <a:effectLst>
                    <a:outerShdw blurRad="38100" dist="38100" dir="2700000" algn="tl">
                      <a:srgbClr val="C0C0C0"/>
                    </a:outerShdw>
                  </a:effectLst>
                  <a:latin typeface="Arial" panose="020B0604020202020204" pitchFamily="34" charset="0"/>
                </a:rPr>
                <a:t>DDN/FR</a:t>
              </a:r>
            </a:p>
            <a:p>
              <a:pPr algn="ctr" eaLnBrk="0" hangingPunct="0">
                <a:lnSpc>
                  <a:spcPct val="93000"/>
                </a:lnSpc>
                <a:spcBef>
                  <a:spcPct val="25000"/>
                </a:spcBef>
                <a:buFontTx/>
                <a:buNone/>
                <a:defRPr/>
              </a:pPr>
              <a:r>
                <a:rPr lang="en-US" altLang="zh-CN" sz="1400">
                  <a:effectLst>
                    <a:outerShdw blurRad="38100" dist="38100" dir="2700000" algn="tl">
                      <a:srgbClr val="C0C0C0"/>
                    </a:outerShdw>
                  </a:effectLst>
                  <a:latin typeface="Arial" panose="020B0604020202020204" pitchFamily="34" charset="0"/>
                </a:rPr>
                <a:t>X.25</a:t>
              </a:r>
              <a:r>
                <a:rPr lang="zh-CN" altLang="en-US" sz="1400">
                  <a:effectLst>
                    <a:outerShdw blurRad="38100" dist="38100" dir="2700000" algn="tl">
                      <a:srgbClr val="C0C0C0"/>
                    </a:outerShdw>
                  </a:effectLst>
                  <a:latin typeface="Arial" panose="020B0604020202020204" pitchFamily="34" charset="0"/>
                </a:rPr>
                <a:t>专线</a:t>
              </a:r>
            </a:p>
          </p:txBody>
        </p:sp>
      </p:grpSp>
      <p:pic>
        <p:nvPicPr>
          <p:cNvPr id="35912" name="Picture 73"/>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63191" y="5729592"/>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913" name="Picture 7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3591" y="1767192"/>
            <a:ext cx="5334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5914" name="Picture 75"/>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57791" y="3824592"/>
            <a:ext cx="1524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6716" name="Line 76"/>
          <p:cNvSpPr>
            <a:spLocks noChangeShapeType="1"/>
          </p:cNvSpPr>
          <p:nvPr/>
        </p:nvSpPr>
        <p:spPr bwMode="auto">
          <a:xfrm>
            <a:off x="3976991" y="2452991"/>
            <a:ext cx="11430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0985" name="Line 77"/>
          <p:cNvSpPr>
            <a:spLocks noChangeShapeType="1"/>
          </p:cNvSpPr>
          <p:nvPr/>
        </p:nvSpPr>
        <p:spPr bwMode="auto">
          <a:xfrm flipH="1">
            <a:off x="3367391" y="2681591"/>
            <a:ext cx="2209800" cy="297180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nvGrpSpPr>
          <p:cNvPr id="8" name="Group 78"/>
          <p:cNvGrpSpPr>
            <a:grpSpLocks/>
          </p:cNvGrpSpPr>
          <p:nvPr/>
        </p:nvGrpSpPr>
        <p:grpSpPr bwMode="auto">
          <a:xfrm>
            <a:off x="2681591" y="1462391"/>
            <a:ext cx="685800" cy="2895600"/>
            <a:chOff x="864" y="1344"/>
            <a:chExt cx="432" cy="1824"/>
          </a:xfrm>
        </p:grpSpPr>
        <p:sp>
          <p:nvSpPr>
            <p:cNvPr id="35918" name="Line 79"/>
            <p:cNvSpPr>
              <a:spLocks noChangeShapeType="1"/>
            </p:cNvSpPr>
            <p:nvPr/>
          </p:nvSpPr>
          <p:spPr bwMode="auto">
            <a:xfrm>
              <a:off x="1008" y="3168"/>
              <a:ext cx="288"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5919" name="Line 80"/>
            <p:cNvSpPr>
              <a:spLocks noChangeShapeType="1"/>
            </p:cNvSpPr>
            <p:nvPr/>
          </p:nvSpPr>
          <p:spPr bwMode="auto">
            <a:xfrm>
              <a:off x="912" y="2448"/>
              <a:ext cx="38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5920" name="Line 81"/>
            <p:cNvSpPr>
              <a:spLocks noChangeShapeType="1"/>
            </p:cNvSpPr>
            <p:nvPr/>
          </p:nvSpPr>
          <p:spPr bwMode="auto">
            <a:xfrm>
              <a:off x="912" y="1872"/>
              <a:ext cx="38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5921" name="Line 82"/>
            <p:cNvSpPr>
              <a:spLocks noChangeShapeType="1"/>
            </p:cNvSpPr>
            <p:nvPr/>
          </p:nvSpPr>
          <p:spPr bwMode="auto">
            <a:xfrm>
              <a:off x="864" y="1344"/>
              <a:ext cx="432"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sp>
        <p:nvSpPr>
          <p:cNvPr id="496723" name="Line 83"/>
          <p:cNvSpPr>
            <a:spLocks noChangeShapeType="1"/>
          </p:cNvSpPr>
          <p:nvPr/>
        </p:nvSpPr>
        <p:spPr bwMode="auto">
          <a:xfrm>
            <a:off x="3367391" y="2224391"/>
            <a:ext cx="0" cy="2133600"/>
          </a:xfrm>
          <a:prstGeom prst="line">
            <a:avLst/>
          </a:prstGeom>
          <a:noFill/>
          <a:ln w="3810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400"/>
          </a:p>
        </p:txBody>
      </p:sp>
      <p:sp>
        <p:nvSpPr>
          <p:cNvPr id="496724" name="Line 84"/>
          <p:cNvSpPr>
            <a:spLocks noChangeShapeType="1"/>
          </p:cNvSpPr>
          <p:nvPr/>
        </p:nvSpPr>
        <p:spPr bwMode="auto">
          <a:xfrm>
            <a:off x="3367391" y="2224391"/>
            <a:ext cx="609600"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25" name="Line 85"/>
          <p:cNvSpPr>
            <a:spLocks noChangeShapeType="1"/>
          </p:cNvSpPr>
          <p:nvPr/>
        </p:nvSpPr>
        <p:spPr bwMode="auto">
          <a:xfrm>
            <a:off x="6415391" y="4662791"/>
            <a:ext cx="3352800" cy="381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26" name="Line 86"/>
          <p:cNvSpPr>
            <a:spLocks noChangeShapeType="1"/>
          </p:cNvSpPr>
          <p:nvPr/>
        </p:nvSpPr>
        <p:spPr bwMode="auto">
          <a:xfrm>
            <a:off x="3367391" y="1462391"/>
            <a:ext cx="0" cy="762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0991" name="Text Box 87"/>
          <p:cNvSpPr txBox="1">
            <a:spLocks noChangeArrowheads="1"/>
          </p:cNvSpPr>
          <p:nvPr/>
        </p:nvSpPr>
        <p:spPr bwMode="auto">
          <a:xfrm>
            <a:off x="3976990" y="2148191"/>
            <a:ext cx="1105713" cy="258212"/>
          </a:xfrm>
          <a:prstGeom prst="rect">
            <a:avLst/>
          </a:prstGeom>
          <a:solidFill>
            <a:srgbClr val="FF0000"/>
          </a:solidFill>
          <a:ln w="9525">
            <a:pattFill prst="pct50">
              <a:fgClr>
                <a:srgbClr val="FF3399"/>
              </a:fgClr>
              <a:bgClr>
                <a:srgbClr val="FFFFFF"/>
              </a:bgClr>
            </a:pattFill>
            <a:miter lim="800000"/>
            <a:headEnd/>
            <a:tailEnd/>
          </a:ln>
        </p:spPr>
        <p:txBody>
          <a:bodyPr wrap="square">
            <a:spAutoFit/>
          </a:bodyPr>
          <a:lstStyle/>
          <a:p>
            <a:pPr eaLnBrk="0" hangingPunct="0">
              <a:lnSpc>
                <a:spcPct val="77000"/>
              </a:lnSpc>
              <a:buClr>
                <a:srgbClr val="A50021"/>
              </a:buClr>
              <a:buSzPct val="114000"/>
              <a:buFontTx/>
              <a:buNone/>
            </a:pPr>
            <a:r>
              <a:rPr lang="zh-CN" altLang="en-US" sz="1400"/>
              <a:t>原始数据包</a:t>
            </a:r>
          </a:p>
        </p:txBody>
      </p:sp>
      <p:sp>
        <p:nvSpPr>
          <p:cNvPr id="496728" name="Text Box 88"/>
          <p:cNvSpPr txBox="1">
            <a:spLocks noChangeArrowheads="1"/>
          </p:cNvSpPr>
          <p:nvPr/>
        </p:nvSpPr>
        <p:spPr bwMode="auto">
          <a:xfrm>
            <a:off x="5614480" y="1157592"/>
            <a:ext cx="2020112" cy="258212"/>
          </a:xfrm>
          <a:prstGeom prst="rect">
            <a:avLst/>
          </a:prstGeom>
          <a:solidFill>
            <a:srgbClr val="FF0000"/>
          </a:solidFill>
          <a:ln>
            <a:noFill/>
          </a:ln>
        </p:spPr>
        <p:txBody>
          <a:bodyPr wrap="square">
            <a:spAutoFit/>
          </a:bodyPr>
          <a:lstStyle/>
          <a:p>
            <a:pPr eaLnBrk="0" hangingPunct="0">
              <a:lnSpc>
                <a:spcPct val="77000"/>
              </a:lnSpc>
              <a:buClr>
                <a:srgbClr val="A50021"/>
              </a:buClr>
              <a:buSzPct val="114000"/>
              <a:buFontTx/>
              <a:buNone/>
            </a:pPr>
            <a:r>
              <a:rPr lang="zh-CN" altLang="en-US" sz="1400"/>
              <a:t>对原始数据包进行</a:t>
            </a:r>
            <a:r>
              <a:rPr lang="en-US" altLang="zh-CN" sz="1400"/>
              <a:t>Hash</a:t>
            </a:r>
          </a:p>
        </p:txBody>
      </p:sp>
      <p:grpSp>
        <p:nvGrpSpPr>
          <p:cNvPr id="9" name="Group 89"/>
          <p:cNvGrpSpPr>
            <a:grpSpLocks/>
          </p:cNvGrpSpPr>
          <p:nvPr/>
        </p:nvGrpSpPr>
        <p:grpSpPr bwMode="auto">
          <a:xfrm>
            <a:off x="5781163" y="2631159"/>
            <a:ext cx="2091026" cy="258763"/>
            <a:chOff x="2736" y="2112"/>
            <a:chExt cx="1200" cy="163"/>
          </a:xfrm>
        </p:grpSpPr>
        <p:sp>
          <p:nvSpPr>
            <p:cNvPr id="35929" name="Text Box 90"/>
            <p:cNvSpPr txBox="1">
              <a:spLocks noChangeArrowheads="1"/>
            </p:cNvSpPr>
            <p:nvPr/>
          </p:nvSpPr>
          <p:spPr bwMode="auto">
            <a:xfrm>
              <a:off x="2736" y="2112"/>
              <a:ext cx="912" cy="163"/>
            </a:xfrm>
            <a:prstGeom prst="rect">
              <a:avLst/>
            </a:prstGeom>
            <a:solidFill>
              <a:srgbClr val="1F08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77000"/>
                </a:lnSpc>
                <a:buClr>
                  <a:srgbClr val="A50021"/>
                </a:buClr>
                <a:buSzPct val="114000"/>
                <a:buFontTx/>
                <a:buNone/>
              </a:pPr>
              <a:r>
                <a:rPr lang="zh-CN" altLang="en-US" sz="1400" b="1">
                  <a:solidFill>
                    <a:srgbClr val="FF0000"/>
                  </a:solidFill>
                </a:rPr>
                <a:t>加密后的数据包</a:t>
              </a:r>
              <a:endParaRPr lang="zh-CN" altLang="en-US" sz="1400">
                <a:solidFill>
                  <a:srgbClr val="FF0000"/>
                </a:solidFill>
              </a:endParaRPr>
            </a:p>
          </p:txBody>
        </p:sp>
        <p:sp>
          <p:nvSpPr>
            <p:cNvPr id="35930" name="Text Box 91"/>
            <p:cNvSpPr txBox="1">
              <a:spLocks noChangeArrowheads="1"/>
            </p:cNvSpPr>
            <p:nvPr/>
          </p:nvSpPr>
          <p:spPr bwMode="auto">
            <a:xfrm>
              <a:off x="3552" y="2112"/>
              <a:ext cx="384" cy="163"/>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400" b="1">
                  <a:solidFill>
                    <a:schemeClr val="hlink"/>
                  </a:solidFill>
                </a:rPr>
                <a:t>摘要</a:t>
              </a:r>
              <a:endParaRPr lang="zh-CN" altLang="en-US" sz="1400"/>
            </a:p>
          </p:txBody>
        </p:sp>
      </p:grpSp>
      <p:sp>
        <p:nvSpPr>
          <p:cNvPr id="496732" name="Line 92"/>
          <p:cNvSpPr>
            <a:spLocks noChangeShapeType="1"/>
          </p:cNvSpPr>
          <p:nvPr/>
        </p:nvSpPr>
        <p:spPr bwMode="auto">
          <a:xfrm>
            <a:off x="7589199" y="1233791"/>
            <a:ext cx="685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33" name="Text Box 93"/>
          <p:cNvSpPr txBox="1">
            <a:spLocks noChangeArrowheads="1"/>
          </p:cNvSpPr>
          <p:nvPr/>
        </p:nvSpPr>
        <p:spPr bwMode="auto">
          <a:xfrm>
            <a:off x="7589199" y="1005192"/>
            <a:ext cx="91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en-US" altLang="zh-CN" sz="1400"/>
              <a:t>Hash</a:t>
            </a:r>
          </a:p>
        </p:txBody>
      </p:sp>
      <p:sp>
        <p:nvSpPr>
          <p:cNvPr id="496734" name="Text Box 94"/>
          <p:cNvSpPr txBox="1">
            <a:spLocks noChangeArrowheads="1"/>
          </p:cNvSpPr>
          <p:nvPr/>
        </p:nvSpPr>
        <p:spPr bwMode="auto">
          <a:xfrm>
            <a:off x="8274999" y="1081392"/>
            <a:ext cx="609600" cy="258212"/>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400" b="1">
                <a:solidFill>
                  <a:schemeClr val="hlink"/>
                </a:solidFill>
              </a:rPr>
              <a:t>摘要</a:t>
            </a:r>
            <a:endParaRPr lang="zh-CN" altLang="en-US" sz="1400"/>
          </a:p>
        </p:txBody>
      </p:sp>
      <p:sp>
        <p:nvSpPr>
          <p:cNvPr id="496735" name="Text Box 95"/>
          <p:cNvSpPr txBox="1">
            <a:spLocks noChangeArrowheads="1"/>
          </p:cNvSpPr>
          <p:nvPr/>
        </p:nvSpPr>
        <p:spPr bwMode="auto">
          <a:xfrm>
            <a:off x="5614478" y="1462392"/>
            <a:ext cx="1997591" cy="258212"/>
          </a:xfrm>
          <a:prstGeom prst="rect">
            <a:avLst/>
          </a:prstGeom>
          <a:solidFill>
            <a:srgbClr val="FF0000"/>
          </a:solidFill>
          <a:ln>
            <a:noFill/>
          </a:ln>
        </p:spPr>
        <p:txBody>
          <a:bodyPr wrap="square">
            <a:spAutoFit/>
          </a:bodyPr>
          <a:lstStyle/>
          <a:p>
            <a:pPr eaLnBrk="0" hangingPunct="0">
              <a:lnSpc>
                <a:spcPct val="77000"/>
              </a:lnSpc>
              <a:buClr>
                <a:srgbClr val="A50021"/>
              </a:buClr>
              <a:buSzPct val="114000"/>
              <a:buFontTx/>
              <a:buNone/>
            </a:pPr>
            <a:r>
              <a:rPr lang="zh-CN" altLang="en-US" sz="1400"/>
              <a:t>对原始数据包进行加密</a:t>
            </a:r>
          </a:p>
        </p:txBody>
      </p:sp>
      <p:sp>
        <p:nvSpPr>
          <p:cNvPr id="496736" name="Line 96"/>
          <p:cNvSpPr>
            <a:spLocks noChangeShapeType="1"/>
          </p:cNvSpPr>
          <p:nvPr/>
        </p:nvSpPr>
        <p:spPr bwMode="auto">
          <a:xfrm>
            <a:off x="7589199" y="1614791"/>
            <a:ext cx="685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37" name="Text Box 97"/>
          <p:cNvSpPr txBox="1">
            <a:spLocks noChangeArrowheads="1"/>
          </p:cNvSpPr>
          <p:nvPr/>
        </p:nvSpPr>
        <p:spPr bwMode="auto">
          <a:xfrm>
            <a:off x="8274998" y="1538592"/>
            <a:ext cx="1476091" cy="258212"/>
          </a:xfrm>
          <a:prstGeom prst="rect">
            <a:avLst/>
          </a:prstGeom>
          <a:solidFill>
            <a:srgbClr val="1F08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77000"/>
              </a:lnSpc>
              <a:buClr>
                <a:srgbClr val="A50021"/>
              </a:buClr>
              <a:buSzPct val="114000"/>
              <a:buFontTx/>
              <a:buNone/>
            </a:pPr>
            <a:r>
              <a:rPr lang="zh-CN" altLang="en-US" sz="1400" b="1">
                <a:solidFill>
                  <a:srgbClr val="FF0000"/>
                </a:solidFill>
              </a:rPr>
              <a:t>加密后的数据包</a:t>
            </a:r>
            <a:endParaRPr lang="zh-CN" altLang="en-US" sz="1400">
              <a:solidFill>
                <a:srgbClr val="FF0000"/>
              </a:solidFill>
            </a:endParaRPr>
          </a:p>
        </p:txBody>
      </p:sp>
      <p:sp>
        <p:nvSpPr>
          <p:cNvPr id="496738" name="Line 98"/>
          <p:cNvSpPr>
            <a:spLocks noChangeShapeType="1"/>
          </p:cNvSpPr>
          <p:nvPr/>
        </p:nvSpPr>
        <p:spPr bwMode="auto">
          <a:xfrm>
            <a:off x="8884599" y="1233791"/>
            <a:ext cx="114624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39" name="Line 99"/>
          <p:cNvSpPr>
            <a:spLocks noChangeShapeType="1"/>
          </p:cNvSpPr>
          <p:nvPr/>
        </p:nvSpPr>
        <p:spPr bwMode="auto">
          <a:xfrm>
            <a:off x="9726043" y="1673159"/>
            <a:ext cx="304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40" name="Line 100"/>
          <p:cNvSpPr>
            <a:spLocks noChangeShapeType="1"/>
          </p:cNvSpPr>
          <p:nvPr/>
        </p:nvSpPr>
        <p:spPr bwMode="auto">
          <a:xfrm>
            <a:off x="10030839" y="1233791"/>
            <a:ext cx="0" cy="1524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41" name="Line 101"/>
          <p:cNvSpPr>
            <a:spLocks noChangeShapeType="1"/>
          </p:cNvSpPr>
          <p:nvPr/>
        </p:nvSpPr>
        <p:spPr bwMode="auto">
          <a:xfrm flipH="1">
            <a:off x="7821039" y="2757791"/>
            <a:ext cx="2209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42" name="Text Box 102"/>
          <p:cNvSpPr txBox="1">
            <a:spLocks noChangeArrowheads="1"/>
          </p:cNvSpPr>
          <p:nvPr/>
        </p:nvSpPr>
        <p:spPr bwMode="auto">
          <a:xfrm>
            <a:off x="7589199" y="1386192"/>
            <a:ext cx="91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400"/>
              <a:t>加密</a:t>
            </a:r>
          </a:p>
        </p:txBody>
      </p:sp>
      <p:sp>
        <p:nvSpPr>
          <p:cNvPr id="496743" name="Line 103"/>
          <p:cNvSpPr>
            <a:spLocks noChangeShapeType="1"/>
          </p:cNvSpPr>
          <p:nvPr/>
        </p:nvSpPr>
        <p:spPr bwMode="auto">
          <a:xfrm flipV="1">
            <a:off x="5348591" y="1309991"/>
            <a:ext cx="0" cy="9906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44" name="Line 104"/>
          <p:cNvSpPr>
            <a:spLocks noChangeShapeType="1"/>
          </p:cNvSpPr>
          <p:nvPr/>
        </p:nvSpPr>
        <p:spPr bwMode="auto">
          <a:xfrm>
            <a:off x="5348591" y="1309991"/>
            <a:ext cx="304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45" name="Line 105"/>
          <p:cNvSpPr>
            <a:spLocks noChangeShapeType="1"/>
          </p:cNvSpPr>
          <p:nvPr/>
        </p:nvSpPr>
        <p:spPr bwMode="auto">
          <a:xfrm>
            <a:off x="5348591" y="1614791"/>
            <a:ext cx="304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5945" name="Line 106"/>
          <p:cNvSpPr>
            <a:spLocks noChangeShapeType="1"/>
          </p:cNvSpPr>
          <p:nvPr/>
        </p:nvSpPr>
        <p:spPr bwMode="auto">
          <a:xfrm flipH="1">
            <a:off x="3138791" y="2605391"/>
            <a:ext cx="2286000" cy="30480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41009" name="Line 107"/>
          <p:cNvSpPr>
            <a:spLocks noChangeShapeType="1"/>
          </p:cNvSpPr>
          <p:nvPr/>
        </p:nvSpPr>
        <p:spPr bwMode="auto">
          <a:xfrm>
            <a:off x="3367391" y="5805791"/>
            <a:ext cx="990600" cy="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1010" name="Line 108"/>
          <p:cNvSpPr>
            <a:spLocks noChangeShapeType="1"/>
          </p:cNvSpPr>
          <p:nvPr/>
        </p:nvSpPr>
        <p:spPr bwMode="auto">
          <a:xfrm flipH="1">
            <a:off x="5272391" y="5881991"/>
            <a:ext cx="2590800" cy="0"/>
          </a:xfrm>
          <a:prstGeom prst="line">
            <a:avLst/>
          </a:prstGeom>
          <a:noFill/>
          <a:ln w="76200" cmpd="tri">
            <a:pattFill prst="sphere">
              <a:fgClr>
                <a:srgbClr val="FF3399"/>
              </a:fgClr>
              <a:bgClr>
                <a:srgbClr val="9966FF"/>
              </a:bgClr>
            </a:patt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400"/>
          </a:p>
        </p:txBody>
      </p:sp>
      <p:sp>
        <p:nvSpPr>
          <p:cNvPr id="41011" name="Line 109"/>
          <p:cNvSpPr>
            <a:spLocks noChangeShapeType="1"/>
          </p:cNvSpPr>
          <p:nvPr/>
        </p:nvSpPr>
        <p:spPr bwMode="auto">
          <a:xfrm>
            <a:off x="6339191" y="4815191"/>
            <a:ext cx="1752600" cy="914400"/>
          </a:xfrm>
          <a:prstGeom prst="line">
            <a:avLst/>
          </a:prstGeom>
          <a:noFill/>
          <a:ln w="76200" cmpd="tri">
            <a:pattFill prst="sphere">
              <a:fgClr>
                <a:srgbClr val="FF3399"/>
              </a:fgClr>
              <a:bgClr>
                <a:srgbClr val="9966FF"/>
              </a:bgClr>
            </a:patt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10" name="Group 110"/>
          <p:cNvGrpSpPr>
            <a:grpSpLocks/>
          </p:cNvGrpSpPr>
          <p:nvPr/>
        </p:nvGrpSpPr>
        <p:grpSpPr bwMode="auto">
          <a:xfrm>
            <a:off x="5339066" y="5577191"/>
            <a:ext cx="1990725" cy="258763"/>
            <a:chOff x="2538" y="3936"/>
            <a:chExt cx="1254" cy="163"/>
          </a:xfrm>
        </p:grpSpPr>
        <p:sp>
          <p:nvSpPr>
            <p:cNvPr id="35950" name="Text Box 111"/>
            <p:cNvSpPr txBox="1">
              <a:spLocks noChangeArrowheads="1"/>
            </p:cNvSpPr>
            <p:nvPr/>
          </p:nvSpPr>
          <p:spPr bwMode="auto">
            <a:xfrm>
              <a:off x="2538" y="3936"/>
              <a:ext cx="918" cy="163"/>
            </a:xfrm>
            <a:prstGeom prst="rect">
              <a:avLst/>
            </a:prstGeom>
            <a:solidFill>
              <a:srgbClr val="1F08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77000"/>
                </a:lnSpc>
                <a:buClr>
                  <a:srgbClr val="A50021"/>
                </a:buClr>
                <a:buSzPct val="114000"/>
                <a:buFontTx/>
                <a:buNone/>
              </a:pPr>
              <a:r>
                <a:rPr lang="zh-CN" altLang="en-US" sz="1400" b="1">
                  <a:solidFill>
                    <a:srgbClr val="FF0000"/>
                  </a:solidFill>
                </a:rPr>
                <a:t>加密后的数据包</a:t>
              </a:r>
              <a:endParaRPr lang="zh-CN" altLang="en-US" sz="1400">
                <a:solidFill>
                  <a:srgbClr val="FF0000"/>
                </a:solidFill>
              </a:endParaRPr>
            </a:p>
          </p:txBody>
        </p:sp>
        <p:sp>
          <p:nvSpPr>
            <p:cNvPr id="35951" name="Text Box 112"/>
            <p:cNvSpPr txBox="1">
              <a:spLocks noChangeArrowheads="1"/>
            </p:cNvSpPr>
            <p:nvPr/>
          </p:nvSpPr>
          <p:spPr bwMode="auto">
            <a:xfrm>
              <a:off x="3408" y="3936"/>
              <a:ext cx="384" cy="163"/>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400" b="1">
                  <a:solidFill>
                    <a:schemeClr val="hlink"/>
                  </a:solidFill>
                </a:rPr>
                <a:t>摘要</a:t>
              </a:r>
              <a:endParaRPr lang="zh-CN" altLang="en-US" sz="1400"/>
            </a:p>
          </p:txBody>
        </p:sp>
      </p:grpSp>
      <p:sp>
        <p:nvSpPr>
          <p:cNvPr id="496753" name="Text Box 113"/>
          <p:cNvSpPr txBox="1">
            <a:spLocks noChangeArrowheads="1"/>
          </p:cNvSpPr>
          <p:nvPr/>
        </p:nvSpPr>
        <p:spPr bwMode="auto">
          <a:xfrm>
            <a:off x="5729591" y="3976992"/>
            <a:ext cx="1473470" cy="258212"/>
          </a:xfrm>
          <a:prstGeom prst="rect">
            <a:avLst/>
          </a:prstGeom>
          <a:solidFill>
            <a:srgbClr val="1F08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77000"/>
              </a:lnSpc>
              <a:buClr>
                <a:srgbClr val="A50021"/>
              </a:buClr>
              <a:buSzPct val="114000"/>
              <a:buFontTx/>
              <a:buNone/>
            </a:pPr>
            <a:r>
              <a:rPr lang="zh-CN" altLang="en-US" sz="1400" b="1">
                <a:solidFill>
                  <a:srgbClr val="FF0000"/>
                </a:solidFill>
              </a:rPr>
              <a:t>加密后的数据包</a:t>
            </a:r>
            <a:endParaRPr lang="zh-CN" altLang="en-US" sz="1400">
              <a:solidFill>
                <a:srgbClr val="FF0000"/>
              </a:solidFill>
            </a:endParaRPr>
          </a:p>
        </p:txBody>
      </p:sp>
      <p:sp>
        <p:nvSpPr>
          <p:cNvPr id="496754" name="Text Box 114"/>
          <p:cNvSpPr txBox="1">
            <a:spLocks noChangeArrowheads="1"/>
          </p:cNvSpPr>
          <p:nvPr/>
        </p:nvSpPr>
        <p:spPr bwMode="auto">
          <a:xfrm>
            <a:off x="5729591" y="4281792"/>
            <a:ext cx="609600" cy="258212"/>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400" b="1">
                <a:solidFill>
                  <a:schemeClr val="hlink"/>
                </a:solidFill>
              </a:rPr>
              <a:t>摘要</a:t>
            </a:r>
            <a:endParaRPr lang="zh-CN" altLang="en-US" sz="1400"/>
          </a:p>
        </p:txBody>
      </p:sp>
      <p:sp>
        <p:nvSpPr>
          <p:cNvPr id="496755" name="Line 115"/>
          <p:cNvSpPr>
            <a:spLocks noChangeShapeType="1"/>
          </p:cNvSpPr>
          <p:nvPr/>
        </p:nvSpPr>
        <p:spPr bwMode="auto">
          <a:xfrm>
            <a:off x="7217243" y="4050214"/>
            <a:ext cx="341147" cy="2977"/>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56" name="Text Box 116"/>
          <p:cNvSpPr txBox="1">
            <a:spLocks noChangeArrowheads="1"/>
          </p:cNvSpPr>
          <p:nvPr/>
        </p:nvSpPr>
        <p:spPr bwMode="auto">
          <a:xfrm>
            <a:off x="9471494" y="3976992"/>
            <a:ext cx="609600" cy="258212"/>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400" b="1">
                <a:solidFill>
                  <a:schemeClr val="hlink"/>
                </a:solidFill>
              </a:rPr>
              <a:t>摘要</a:t>
            </a:r>
            <a:endParaRPr lang="zh-CN" altLang="en-US" sz="1400"/>
          </a:p>
        </p:txBody>
      </p:sp>
      <p:sp>
        <p:nvSpPr>
          <p:cNvPr id="496757" name="Text Box 117"/>
          <p:cNvSpPr txBox="1">
            <a:spLocks noChangeArrowheads="1"/>
          </p:cNvSpPr>
          <p:nvPr/>
        </p:nvSpPr>
        <p:spPr bwMode="auto">
          <a:xfrm>
            <a:off x="7101191" y="3748392"/>
            <a:ext cx="609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400"/>
              <a:t>解密</a:t>
            </a:r>
          </a:p>
        </p:txBody>
      </p:sp>
      <p:sp>
        <p:nvSpPr>
          <p:cNvPr id="41018" name="Text Box 118"/>
          <p:cNvSpPr txBox="1">
            <a:spLocks noChangeArrowheads="1"/>
          </p:cNvSpPr>
          <p:nvPr/>
        </p:nvSpPr>
        <p:spPr bwMode="auto">
          <a:xfrm>
            <a:off x="7558390" y="3976991"/>
            <a:ext cx="1371601" cy="258212"/>
          </a:xfrm>
          <a:prstGeom prst="rect">
            <a:avLst/>
          </a:prstGeom>
          <a:solidFill>
            <a:srgbClr val="FF0000"/>
          </a:solidFill>
          <a:ln w="9525">
            <a:pattFill prst="pct50">
              <a:fgClr>
                <a:srgbClr val="FF3399"/>
              </a:fgClr>
              <a:bgClr>
                <a:srgbClr val="FFFFFF"/>
              </a:bgClr>
            </a:pattFill>
            <a:miter lim="800000"/>
            <a:headEnd/>
            <a:tailEnd/>
          </a:ln>
        </p:spPr>
        <p:txBody>
          <a:bodyPr wrap="square">
            <a:spAutoFit/>
          </a:bodyPr>
          <a:lstStyle/>
          <a:p>
            <a:pPr eaLnBrk="0" hangingPunct="0">
              <a:lnSpc>
                <a:spcPct val="77000"/>
              </a:lnSpc>
              <a:buClr>
                <a:srgbClr val="A50021"/>
              </a:buClr>
              <a:buSzPct val="114000"/>
              <a:buFontTx/>
              <a:buNone/>
            </a:pPr>
            <a:r>
              <a:rPr lang="zh-CN" altLang="en-US" sz="1400"/>
              <a:t>原始数据包</a:t>
            </a:r>
          </a:p>
        </p:txBody>
      </p:sp>
      <p:sp>
        <p:nvSpPr>
          <p:cNvPr id="496759" name="Line 119"/>
          <p:cNvSpPr>
            <a:spLocks noChangeShapeType="1"/>
          </p:cNvSpPr>
          <p:nvPr/>
        </p:nvSpPr>
        <p:spPr bwMode="auto">
          <a:xfrm>
            <a:off x="8925939" y="4080059"/>
            <a:ext cx="545555"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60" name="Text Box 120"/>
          <p:cNvSpPr txBox="1">
            <a:spLocks noChangeArrowheads="1"/>
          </p:cNvSpPr>
          <p:nvPr/>
        </p:nvSpPr>
        <p:spPr bwMode="auto">
          <a:xfrm>
            <a:off x="8902028" y="3744158"/>
            <a:ext cx="637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0" hangingPunct="0">
              <a:buFontTx/>
              <a:buNone/>
            </a:pPr>
            <a:r>
              <a:rPr lang="en-US" altLang="zh-CN" sz="1400"/>
              <a:t>Hash</a:t>
            </a:r>
          </a:p>
        </p:txBody>
      </p:sp>
      <p:sp>
        <p:nvSpPr>
          <p:cNvPr id="41021" name="Text Box 121"/>
          <p:cNvSpPr txBox="1">
            <a:spLocks noChangeArrowheads="1"/>
          </p:cNvSpPr>
          <p:nvPr/>
        </p:nvSpPr>
        <p:spPr bwMode="auto">
          <a:xfrm>
            <a:off x="7872189" y="4967591"/>
            <a:ext cx="1286402" cy="258212"/>
          </a:xfrm>
          <a:prstGeom prst="rect">
            <a:avLst/>
          </a:prstGeom>
          <a:solidFill>
            <a:srgbClr val="FF0000"/>
          </a:solidFill>
          <a:ln w="9525">
            <a:pattFill prst="pct50">
              <a:fgClr>
                <a:srgbClr val="FF3399"/>
              </a:fgClr>
              <a:bgClr>
                <a:srgbClr val="FFFFFF"/>
              </a:bgClr>
            </a:pattFill>
            <a:miter lim="800000"/>
            <a:headEnd/>
            <a:tailEnd/>
          </a:ln>
        </p:spPr>
        <p:txBody>
          <a:bodyPr wrap="square">
            <a:spAutoFit/>
          </a:bodyPr>
          <a:lstStyle/>
          <a:p>
            <a:pPr eaLnBrk="0" hangingPunct="0">
              <a:lnSpc>
                <a:spcPct val="77000"/>
              </a:lnSpc>
              <a:buClr>
                <a:srgbClr val="A50021"/>
              </a:buClr>
              <a:buSzPct val="114000"/>
              <a:buFontTx/>
              <a:buNone/>
            </a:pPr>
            <a:r>
              <a:rPr lang="zh-CN" altLang="en-US" sz="1400"/>
              <a:t>原始数据包</a:t>
            </a:r>
          </a:p>
        </p:txBody>
      </p:sp>
      <p:sp>
        <p:nvSpPr>
          <p:cNvPr id="496762" name="Line 122"/>
          <p:cNvSpPr>
            <a:spLocks noChangeShapeType="1"/>
          </p:cNvSpPr>
          <p:nvPr/>
        </p:nvSpPr>
        <p:spPr bwMode="auto">
          <a:xfrm>
            <a:off x="10081094" y="4053191"/>
            <a:ext cx="3810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63" name="Line 123"/>
          <p:cNvSpPr>
            <a:spLocks noChangeShapeType="1"/>
          </p:cNvSpPr>
          <p:nvPr/>
        </p:nvSpPr>
        <p:spPr bwMode="auto">
          <a:xfrm>
            <a:off x="10462094" y="4053191"/>
            <a:ext cx="0" cy="3048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64" name="Line 124"/>
          <p:cNvSpPr>
            <a:spLocks noChangeShapeType="1"/>
          </p:cNvSpPr>
          <p:nvPr/>
        </p:nvSpPr>
        <p:spPr bwMode="auto">
          <a:xfrm flipH="1" flipV="1">
            <a:off x="6339189" y="4357990"/>
            <a:ext cx="412290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65" name="Text Box 125"/>
          <p:cNvSpPr txBox="1">
            <a:spLocks noChangeArrowheads="1"/>
          </p:cNvSpPr>
          <p:nvPr/>
        </p:nvSpPr>
        <p:spPr bwMode="auto">
          <a:xfrm>
            <a:off x="7101190" y="4357992"/>
            <a:ext cx="34146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0" hangingPunct="0">
              <a:buFontTx/>
              <a:buNone/>
            </a:pPr>
            <a:r>
              <a:rPr lang="zh-CN" altLang="en-US" sz="1400"/>
              <a:t>与原摘要进行比较，验证数据的完整性</a:t>
            </a:r>
          </a:p>
        </p:txBody>
      </p:sp>
      <p:sp>
        <p:nvSpPr>
          <p:cNvPr id="496766" name="Line 126"/>
          <p:cNvSpPr>
            <a:spLocks noChangeShapeType="1"/>
          </p:cNvSpPr>
          <p:nvPr/>
        </p:nvSpPr>
        <p:spPr bwMode="auto">
          <a:xfrm flipH="1" flipV="1">
            <a:off x="4967591" y="4129391"/>
            <a:ext cx="83820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96767" name="Line 127"/>
          <p:cNvSpPr>
            <a:spLocks noChangeShapeType="1"/>
          </p:cNvSpPr>
          <p:nvPr/>
        </p:nvSpPr>
        <p:spPr bwMode="auto">
          <a:xfrm flipV="1">
            <a:off x="5119991" y="4129391"/>
            <a:ext cx="6096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nvGrpSpPr>
          <p:cNvPr id="35967" name="Group 128"/>
          <p:cNvGrpSpPr>
            <a:grpSpLocks/>
          </p:cNvGrpSpPr>
          <p:nvPr/>
        </p:nvGrpSpPr>
        <p:grpSpPr bwMode="auto">
          <a:xfrm>
            <a:off x="5119991" y="2300591"/>
            <a:ext cx="685800" cy="338138"/>
            <a:chOff x="3272" y="3473"/>
            <a:chExt cx="1086" cy="536"/>
          </a:xfrm>
        </p:grpSpPr>
        <p:grpSp>
          <p:nvGrpSpPr>
            <p:cNvPr id="35968" name="Group 129"/>
            <p:cNvGrpSpPr>
              <a:grpSpLocks/>
            </p:cNvGrpSpPr>
            <p:nvPr/>
          </p:nvGrpSpPr>
          <p:grpSpPr bwMode="auto">
            <a:xfrm>
              <a:off x="3272" y="3628"/>
              <a:ext cx="903" cy="380"/>
              <a:chOff x="3272" y="3628"/>
              <a:chExt cx="903" cy="380"/>
            </a:xfrm>
          </p:grpSpPr>
          <p:sp>
            <p:nvSpPr>
              <p:cNvPr id="35969" name="Rectangle 130"/>
              <p:cNvSpPr>
                <a:spLocks noChangeArrowheads="1"/>
              </p:cNvSpPr>
              <p:nvPr/>
            </p:nvSpPr>
            <p:spPr bwMode="auto">
              <a:xfrm>
                <a:off x="3277" y="3632"/>
                <a:ext cx="893" cy="371"/>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0" name="Rectangle 131"/>
              <p:cNvSpPr>
                <a:spLocks noChangeArrowheads="1"/>
              </p:cNvSpPr>
              <p:nvPr/>
            </p:nvSpPr>
            <p:spPr bwMode="auto">
              <a:xfrm>
                <a:off x="3272" y="363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1" name="Rectangle 132"/>
              <p:cNvSpPr>
                <a:spLocks noChangeArrowheads="1"/>
              </p:cNvSpPr>
              <p:nvPr/>
            </p:nvSpPr>
            <p:spPr bwMode="auto">
              <a:xfrm>
                <a:off x="3272" y="3652"/>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2" name="Rectangle 133"/>
              <p:cNvSpPr>
                <a:spLocks noChangeArrowheads="1"/>
              </p:cNvSpPr>
              <p:nvPr/>
            </p:nvSpPr>
            <p:spPr bwMode="auto">
              <a:xfrm>
                <a:off x="3272" y="367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3" name="Rectangle 134"/>
              <p:cNvSpPr>
                <a:spLocks noChangeArrowheads="1"/>
              </p:cNvSpPr>
              <p:nvPr/>
            </p:nvSpPr>
            <p:spPr bwMode="auto">
              <a:xfrm>
                <a:off x="3272" y="3690"/>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4" name="Rectangle 135"/>
              <p:cNvSpPr>
                <a:spLocks noChangeArrowheads="1"/>
              </p:cNvSpPr>
              <p:nvPr/>
            </p:nvSpPr>
            <p:spPr bwMode="auto">
              <a:xfrm>
                <a:off x="3272" y="370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5" name="Rectangle 136"/>
              <p:cNvSpPr>
                <a:spLocks noChangeArrowheads="1"/>
              </p:cNvSpPr>
              <p:nvPr/>
            </p:nvSpPr>
            <p:spPr bwMode="auto">
              <a:xfrm>
                <a:off x="3272" y="372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6" name="Rectangle 137"/>
              <p:cNvSpPr>
                <a:spLocks noChangeArrowheads="1"/>
              </p:cNvSpPr>
              <p:nvPr/>
            </p:nvSpPr>
            <p:spPr bwMode="auto">
              <a:xfrm>
                <a:off x="3272" y="374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7" name="Rectangle 138"/>
              <p:cNvSpPr>
                <a:spLocks noChangeArrowheads="1"/>
              </p:cNvSpPr>
              <p:nvPr/>
            </p:nvSpPr>
            <p:spPr bwMode="auto">
              <a:xfrm>
                <a:off x="3272" y="3767"/>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8" name="Rectangle 139"/>
              <p:cNvSpPr>
                <a:spLocks noChangeArrowheads="1"/>
              </p:cNvSpPr>
              <p:nvPr/>
            </p:nvSpPr>
            <p:spPr bwMode="auto">
              <a:xfrm>
                <a:off x="3272" y="3786"/>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79" name="Rectangle 140"/>
              <p:cNvSpPr>
                <a:spLocks noChangeArrowheads="1"/>
              </p:cNvSpPr>
              <p:nvPr/>
            </p:nvSpPr>
            <p:spPr bwMode="auto">
              <a:xfrm>
                <a:off x="3272" y="3805"/>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0" name="Rectangle 141"/>
              <p:cNvSpPr>
                <a:spLocks noChangeArrowheads="1"/>
              </p:cNvSpPr>
              <p:nvPr/>
            </p:nvSpPr>
            <p:spPr bwMode="auto">
              <a:xfrm>
                <a:off x="3272" y="382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1" name="Rectangle 142"/>
              <p:cNvSpPr>
                <a:spLocks noChangeArrowheads="1"/>
              </p:cNvSpPr>
              <p:nvPr/>
            </p:nvSpPr>
            <p:spPr bwMode="auto">
              <a:xfrm>
                <a:off x="3272" y="384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2" name="Rectangle 143"/>
              <p:cNvSpPr>
                <a:spLocks noChangeArrowheads="1"/>
              </p:cNvSpPr>
              <p:nvPr/>
            </p:nvSpPr>
            <p:spPr bwMode="auto">
              <a:xfrm>
                <a:off x="3272" y="3863"/>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3" name="Rectangle 144"/>
              <p:cNvSpPr>
                <a:spLocks noChangeArrowheads="1"/>
              </p:cNvSpPr>
              <p:nvPr/>
            </p:nvSpPr>
            <p:spPr bwMode="auto">
              <a:xfrm>
                <a:off x="3272" y="388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4" name="Rectangle 145"/>
              <p:cNvSpPr>
                <a:spLocks noChangeArrowheads="1"/>
              </p:cNvSpPr>
              <p:nvPr/>
            </p:nvSpPr>
            <p:spPr bwMode="auto">
              <a:xfrm>
                <a:off x="3272" y="3901"/>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5" name="Rectangle 146"/>
              <p:cNvSpPr>
                <a:spLocks noChangeArrowheads="1"/>
              </p:cNvSpPr>
              <p:nvPr/>
            </p:nvSpPr>
            <p:spPr bwMode="auto">
              <a:xfrm>
                <a:off x="3272" y="392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6" name="Rectangle 147"/>
              <p:cNvSpPr>
                <a:spLocks noChangeArrowheads="1"/>
              </p:cNvSpPr>
              <p:nvPr/>
            </p:nvSpPr>
            <p:spPr bwMode="auto">
              <a:xfrm>
                <a:off x="3272" y="3940"/>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7" name="Rectangle 148"/>
              <p:cNvSpPr>
                <a:spLocks noChangeArrowheads="1"/>
              </p:cNvSpPr>
              <p:nvPr/>
            </p:nvSpPr>
            <p:spPr bwMode="auto">
              <a:xfrm>
                <a:off x="3272" y="395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8" name="Rectangle 149"/>
              <p:cNvSpPr>
                <a:spLocks noChangeArrowheads="1"/>
              </p:cNvSpPr>
              <p:nvPr/>
            </p:nvSpPr>
            <p:spPr bwMode="auto">
              <a:xfrm>
                <a:off x="3272" y="397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89" name="Freeform 150"/>
              <p:cNvSpPr>
                <a:spLocks noChangeArrowheads="1"/>
              </p:cNvSpPr>
              <p:nvPr/>
            </p:nvSpPr>
            <p:spPr bwMode="auto">
              <a:xfrm>
                <a:off x="3272" y="3997"/>
                <a:ext cx="9" cy="11"/>
              </a:xfrm>
              <a:custGeom>
                <a:avLst/>
                <a:gdLst>
                  <a:gd name="T0" fmla="*/ 9 w 9"/>
                  <a:gd name="T1" fmla="*/ 0 h 11"/>
                  <a:gd name="T2" fmla="*/ 0 w 9"/>
                  <a:gd name="T3" fmla="*/ 0 h 11"/>
                  <a:gd name="T4" fmla="*/ 0 w 9"/>
                  <a:gd name="T5" fmla="*/ 6 h 11"/>
                  <a:gd name="T6" fmla="*/ 0 w 9"/>
                  <a:gd name="T7" fmla="*/ 11 h 11"/>
                  <a:gd name="T8" fmla="*/ 5 w 9"/>
                  <a:gd name="T9" fmla="*/ 11 h 11"/>
                  <a:gd name="T10" fmla="*/ 8 w 9"/>
                  <a:gd name="T11" fmla="*/ 11 h 11"/>
                  <a:gd name="T12" fmla="*/ 8 w 9"/>
                  <a:gd name="T13" fmla="*/ 2 h 11"/>
                  <a:gd name="T14" fmla="*/ 5 w 9"/>
                  <a:gd name="T15" fmla="*/ 2 h 11"/>
                  <a:gd name="T16" fmla="*/ 5 w 9"/>
                  <a:gd name="T17" fmla="*/ 6 h 11"/>
                  <a:gd name="T18" fmla="*/ 9 w 9"/>
                  <a:gd name="T19" fmla="*/ 6 h 11"/>
                  <a:gd name="T20" fmla="*/ 9 w 9"/>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9" y="0"/>
                    </a:moveTo>
                    <a:lnTo>
                      <a:pt x="0" y="0"/>
                    </a:lnTo>
                    <a:lnTo>
                      <a:pt x="0" y="6"/>
                    </a:lnTo>
                    <a:lnTo>
                      <a:pt x="0" y="11"/>
                    </a:lnTo>
                    <a:lnTo>
                      <a:pt x="5" y="11"/>
                    </a:lnTo>
                    <a:lnTo>
                      <a:pt x="8" y="11"/>
                    </a:lnTo>
                    <a:lnTo>
                      <a:pt x="8" y="2"/>
                    </a:lnTo>
                    <a:lnTo>
                      <a:pt x="5" y="2"/>
                    </a:lnTo>
                    <a:lnTo>
                      <a:pt x="5" y="6"/>
                    </a:lnTo>
                    <a:lnTo>
                      <a:pt x="9"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5990" name="Rectangle 151"/>
              <p:cNvSpPr>
                <a:spLocks noChangeArrowheads="1"/>
              </p:cNvSpPr>
              <p:nvPr/>
            </p:nvSpPr>
            <p:spPr bwMode="auto">
              <a:xfrm>
                <a:off x="329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1" name="Rectangle 152"/>
              <p:cNvSpPr>
                <a:spLocks noChangeArrowheads="1"/>
              </p:cNvSpPr>
              <p:nvPr/>
            </p:nvSpPr>
            <p:spPr bwMode="auto">
              <a:xfrm>
                <a:off x="330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2" name="Rectangle 153"/>
              <p:cNvSpPr>
                <a:spLocks noChangeArrowheads="1"/>
              </p:cNvSpPr>
              <p:nvPr/>
            </p:nvSpPr>
            <p:spPr bwMode="auto">
              <a:xfrm>
                <a:off x="332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3" name="Rectangle 154"/>
              <p:cNvSpPr>
                <a:spLocks noChangeArrowheads="1"/>
              </p:cNvSpPr>
              <p:nvPr/>
            </p:nvSpPr>
            <p:spPr bwMode="auto">
              <a:xfrm>
                <a:off x="334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4" name="Rectangle 155"/>
              <p:cNvSpPr>
                <a:spLocks noChangeArrowheads="1"/>
              </p:cNvSpPr>
              <p:nvPr/>
            </p:nvSpPr>
            <p:spPr bwMode="auto">
              <a:xfrm>
                <a:off x="336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5" name="Rectangle 156"/>
              <p:cNvSpPr>
                <a:spLocks noChangeArrowheads="1"/>
              </p:cNvSpPr>
              <p:nvPr/>
            </p:nvSpPr>
            <p:spPr bwMode="auto">
              <a:xfrm>
                <a:off x="338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6" name="Rectangle 157"/>
              <p:cNvSpPr>
                <a:spLocks noChangeArrowheads="1"/>
              </p:cNvSpPr>
              <p:nvPr/>
            </p:nvSpPr>
            <p:spPr bwMode="auto">
              <a:xfrm>
                <a:off x="340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7" name="Rectangle 158"/>
              <p:cNvSpPr>
                <a:spLocks noChangeArrowheads="1"/>
              </p:cNvSpPr>
              <p:nvPr/>
            </p:nvSpPr>
            <p:spPr bwMode="auto">
              <a:xfrm>
                <a:off x="342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8" name="Rectangle 159"/>
              <p:cNvSpPr>
                <a:spLocks noChangeArrowheads="1"/>
              </p:cNvSpPr>
              <p:nvPr/>
            </p:nvSpPr>
            <p:spPr bwMode="auto">
              <a:xfrm>
                <a:off x="344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5999" name="Rectangle 160"/>
              <p:cNvSpPr>
                <a:spLocks noChangeArrowheads="1"/>
              </p:cNvSpPr>
              <p:nvPr/>
            </p:nvSpPr>
            <p:spPr bwMode="auto">
              <a:xfrm>
                <a:off x="346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0" name="Rectangle 161"/>
              <p:cNvSpPr>
                <a:spLocks noChangeArrowheads="1"/>
              </p:cNvSpPr>
              <p:nvPr/>
            </p:nvSpPr>
            <p:spPr bwMode="auto">
              <a:xfrm>
                <a:off x="348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1" name="Rectangle 162"/>
              <p:cNvSpPr>
                <a:spLocks noChangeArrowheads="1"/>
              </p:cNvSpPr>
              <p:nvPr/>
            </p:nvSpPr>
            <p:spPr bwMode="auto">
              <a:xfrm>
                <a:off x="350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2" name="Rectangle 163"/>
              <p:cNvSpPr>
                <a:spLocks noChangeArrowheads="1"/>
              </p:cNvSpPr>
              <p:nvPr/>
            </p:nvSpPr>
            <p:spPr bwMode="auto">
              <a:xfrm>
                <a:off x="352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3" name="Rectangle 164"/>
              <p:cNvSpPr>
                <a:spLocks noChangeArrowheads="1"/>
              </p:cNvSpPr>
              <p:nvPr/>
            </p:nvSpPr>
            <p:spPr bwMode="auto">
              <a:xfrm>
                <a:off x="354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4" name="Rectangle 165"/>
              <p:cNvSpPr>
                <a:spLocks noChangeArrowheads="1"/>
              </p:cNvSpPr>
              <p:nvPr/>
            </p:nvSpPr>
            <p:spPr bwMode="auto">
              <a:xfrm>
                <a:off x="355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5" name="Rectangle 166"/>
              <p:cNvSpPr>
                <a:spLocks noChangeArrowheads="1"/>
              </p:cNvSpPr>
              <p:nvPr/>
            </p:nvSpPr>
            <p:spPr bwMode="auto">
              <a:xfrm>
                <a:off x="357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6" name="Rectangle 167"/>
              <p:cNvSpPr>
                <a:spLocks noChangeArrowheads="1"/>
              </p:cNvSpPr>
              <p:nvPr/>
            </p:nvSpPr>
            <p:spPr bwMode="auto">
              <a:xfrm>
                <a:off x="359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7" name="Rectangle 168"/>
              <p:cNvSpPr>
                <a:spLocks noChangeArrowheads="1"/>
              </p:cNvSpPr>
              <p:nvPr/>
            </p:nvSpPr>
            <p:spPr bwMode="auto">
              <a:xfrm>
                <a:off x="361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8" name="Rectangle 169"/>
              <p:cNvSpPr>
                <a:spLocks noChangeArrowheads="1"/>
              </p:cNvSpPr>
              <p:nvPr/>
            </p:nvSpPr>
            <p:spPr bwMode="auto">
              <a:xfrm>
                <a:off x="363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09" name="Rectangle 170"/>
              <p:cNvSpPr>
                <a:spLocks noChangeArrowheads="1"/>
              </p:cNvSpPr>
              <p:nvPr/>
            </p:nvSpPr>
            <p:spPr bwMode="auto">
              <a:xfrm>
                <a:off x="3655"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0" name="Rectangle 171"/>
              <p:cNvSpPr>
                <a:spLocks noChangeArrowheads="1"/>
              </p:cNvSpPr>
              <p:nvPr/>
            </p:nvSpPr>
            <p:spPr bwMode="auto">
              <a:xfrm>
                <a:off x="367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1" name="Rectangle 172"/>
              <p:cNvSpPr>
                <a:spLocks noChangeArrowheads="1"/>
              </p:cNvSpPr>
              <p:nvPr/>
            </p:nvSpPr>
            <p:spPr bwMode="auto">
              <a:xfrm>
                <a:off x="369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2" name="Rectangle 173"/>
              <p:cNvSpPr>
                <a:spLocks noChangeArrowheads="1"/>
              </p:cNvSpPr>
              <p:nvPr/>
            </p:nvSpPr>
            <p:spPr bwMode="auto">
              <a:xfrm>
                <a:off x="371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3" name="Rectangle 174"/>
              <p:cNvSpPr>
                <a:spLocks noChangeArrowheads="1"/>
              </p:cNvSpPr>
              <p:nvPr/>
            </p:nvSpPr>
            <p:spPr bwMode="auto">
              <a:xfrm>
                <a:off x="373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4" name="Rectangle 175"/>
              <p:cNvSpPr>
                <a:spLocks noChangeArrowheads="1"/>
              </p:cNvSpPr>
              <p:nvPr/>
            </p:nvSpPr>
            <p:spPr bwMode="auto">
              <a:xfrm>
                <a:off x="3751"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5" name="Rectangle 176"/>
              <p:cNvSpPr>
                <a:spLocks noChangeArrowheads="1"/>
              </p:cNvSpPr>
              <p:nvPr/>
            </p:nvSpPr>
            <p:spPr bwMode="auto">
              <a:xfrm>
                <a:off x="377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6" name="Rectangle 177"/>
              <p:cNvSpPr>
                <a:spLocks noChangeArrowheads="1"/>
              </p:cNvSpPr>
              <p:nvPr/>
            </p:nvSpPr>
            <p:spPr bwMode="auto">
              <a:xfrm>
                <a:off x="378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7" name="Rectangle 178"/>
              <p:cNvSpPr>
                <a:spLocks noChangeArrowheads="1"/>
              </p:cNvSpPr>
              <p:nvPr/>
            </p:nvSpPr>
            <p:spPr bwMode="auto">
              <a:xfrm>
                <a:off x="380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8" name="Rectangle 179"/>
              <p:cNvSpPr>
                <a:spLocks noChangeArrowheads="1"/>
              </p:cNvSpPr>
              <p:nvPr/>
            </p:nvSpPr>
            <p:spPr bwMode="auto">
              <a:xfrm>
                <a:off x="3828"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19" name="Rectangle 180"/>
              <p:cNvSpPr>
                <a:spLocks noChangeArrowheads="1"/>
              </p:cNvSpPr>
              <p:nvPr/>
            </p:nvSpPr>
            <p:spPr bwMode="auto">
              <a:xfrm>
                <a:off x="384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0" name="Rectangle 181"/>
              <p:cNvSpPr>
                <a:spLocks noChangeArrowheads="1"/>
              </p:cNvSpPr>
              <p:nvPr/>
            </p:nvSpPr>
            <p:spPr bwMode="auto">
              <a:xfrm>
                <a:off x="386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1" name="Rectangle 182"/>
              <p:cNvSpPr>
                <a:spLocks noChangeArrowheads="1"/>
              </p:cNvSpPr>
              <p:nvPr/>
            </p:nvSpPr>
            <p:spPr bwMode="auto">
              <a:xfrm>
                <a:off x="388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2" name="Rectangle 183"/>
              <p:cNvSpPr>
                <a:spLocks noChangeArrowheads="1"/>
              </p:cNvSpPr>
              <p:nvPr/>
            </p:nvSpPr>
            <p:spPr bwMode="auto">
              <a:xfrm>
                <a:off x="390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3" name="Rectangle 184"/>
              <p:cNvSpPr>
                <a:spLocks noChangeArrowheads="1"/>
              </p:cNvSpPr>
              <p:nvPr/>
            </p:nvSpPr>
            <p:spPr bwMode="auto">
              <a:xfrm>
                <a:off x="3924"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4" name="Rectangle 185"/>
              <p:cNvSpPr>
                <a:spLocks noChangeArrowheads="1"/>
              </p:cNvSpPr>
              <p:nvPr/>
            </p:nvSpPr>
            <p:spPr bwMode="auto">
              <a:xfrm>
                <a:off x="394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5" name="Rectangle 186"/>
              <p:cNvSpPr>
                <a:spLocks noChangeArrowheads="1"/>
              </p:cNvSpPr>
              <p:nvPr/>
            </p:nvSpPr>
            <p:spPr bwMode="auto">
              <a:xfrm>
                <a:off x="396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6" name="Rectangle 187"/>
              <p:cNvSpPr>
                <a:spLocks noChangeArrowheads="1"/>
              </p:cNvSpPr>
              <p:nvPr/>
            </p:nvSpPr>
            <p:spPr bwMode="auto">
              <a:xfrm>
                <a:off x="398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7" name="Rectangle 188"/>
              <p:cNvSpPr>
                <a:spLocks noChangeArrowheads="1"/>
              </p:cNvSpPr>
              <p:nvPr/>
            </p:nvSpPr>
            <p:spPr bwMode="auto">
              <a:xfrm>
                <a:off x="400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8" name="Rectangle 189"/>
              <p:cNvSpPr>
                <a:spLocks noChangeArrowheads="1"/>
              </p:cNvSpPr>
              <p:nvPr/>
            </p:nvSpPr>
            <p:spPr bwMode="auto">
              <a:xfrm>
                <a:off x="402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29" name="Rectangle 190"/>
              <p:cNvSpPr>
                <a:spLocks noChangeArrowheads="1"/>
              </p:cNvSpPr>
              <p:nvPr/>
            </p:nvSpPr>
            <p:spPr bwMode="auto">
              <a:xfrm>
                <a:off x="403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0" name="Rectangle 191"/>
              <p:cNvSpPr>
                <a:spLocks noChangeArrowheads="1"/>
              </p:cNvSpPr>
              <p:nvPr/>
            </p:nvSpPr>
            <p:spPr bwMode="auto">
              <a:xfrm>
                <a:off x="405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1" name="Rectangle 192"/>
              <p:cNvSpPr>
                <a:spLocks noChangeArrowheads="1"/>
              </p:cNvSpPr>
              <p:nvPr/>
            </p:nvSpPr>
            <p:spPr bwMode="auto">
              <a:xfrm>
                <a:off x="407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2" name="Rectangle 193"/>
              <p:cNvSpPr>
                <a:spLocks noChangeArrowheads="1"/>
              </p:cNvSpPr>
              <p:nvPr/>
            </p:nvSpPr>
            <p:spPr bwMode="auto">
              <a:xfrm>
                <a:off x="409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3" name="Rectangle 194"/>
              <p:cNvSpPr>
                <a:spLocks noChangeArrowheads="1"/>
              </p:cNvSpPr>
              <p:nvPr/>
            </p:nvSpPr>
            <p:spPr bwMode="auto">
              <a:xfrm>
                <a:off x="411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4" name="Rectangle 195"/>
              <p:cNvSpPr>
                <a:spLocks noChangeArrowheads="1"/>
              </p:cNvSpPr>
              <p:nvPr/>
            </p:nvSpPr>
            <p:spPr bwMode="auto">
              <a:xfrm>
                <a:off x="413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5" name="Rectangle 196"/>
              <p:cNvSpPr>
                <a:spLocks noChangeArrowheads="1"/>
              </p:cNvSpPr>
              <p:nvPr/>
            </p:nvSpPr>
            <p:spPr bwMode="auto">
              <a:xfrm>
                <a:off x="415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6" name="Rectangle 197"/>
              <p:cNvSpPr>
                <a:spLocks noChangeArrowheads="1"/>
              </p:cNvSpPr>
              <p:nvPr/>
            </p:nvSpPr>
            <p:spPr bwMode="auto">
              <a:xfrm>
                <a:off x="4165" y="399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7" name="Rectangle 198"/>
              <p:cNvSpPr>
                <a:spLocks noChangeArrowheads="1"/>
              </p:cNvSpPr>
              <p:nvPr/>
            </p:nvSpPr>
            <p:spPr bwMode="auto">
              <a:xfrm>
                <a:off x="4165" y="397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8" name="Rectangle 199"/>
              <p:cNvSpPr>
                <a:spLocks noChangeArrowheads="1"/>
              </p:cNvSpPr>
              <p:nvPr/>
            </p:nvSpPr>
            <p:spPr bwMode="auto">
              <a:xfrm>
                <a:off x="4165" y="3952"/>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39" name="Rectangle 200"/>
              <p:cNvSpPr>
                <a:spLocks noChangeArrowheads="1"/>
              </p:cNvSpPr>
              <p:nvPr/>
            </p:nvSpPr>
            <p:spPr bwMode="auto">
              <a:xfrm>
                <a:off x="4165" y="39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0" name="Rectangle 201"/>
              <p:cNvSpPr>
                <a:spLocks noChangeArrowheads="1"/>
              </p:cNvSpPr>
              <p:nvPr/>
            </p:nvSpPr>
            <p:spPr bwMode="auto">
              <a:xfrm>
                <a:off x="4165" y="3913"/>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1" name="Rectangle 202"/>
              <p:cNvSpPr>
                <a:spLocks noChangeArrowheads="1"/>
              </p:cNvSpPr>
              <p:nvPr/>
            </p:nvSpPr>
            <p:spPr bwMode="auto">
              <a:xfrm>
                <a:off x="4165" y="389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2" name="Rectangle 203"/>
              <p:cNvSpPr>
                <a:spLocks noChangeArrowheads="1"/>
              </p:cNvSpPr>
              <p:nvPr/>
            </p:nvSpPr>
            <p:spPr bwMode="auto">
              <a:xfrm>
                <a:off x="4165" y="387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3" name="Rectangle 204"/>
              <p:cNvSpPr>
                <a:spLocks noChangeArrowheads="1"/>
              </p:cNvSpPr>
              <p:nvPr/>
            </p:nvSpPr>
            <p:spPr bwMode="auto">
              <a:xfrm>
                <a:off x="4165" y="385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4" name="Rectangle 205"/>
              <p:cNvSpPr>
                <a:spLocks noChangeArrowheads="1"/>
              </p:cNvSpPr>
              <p:nvPr/>
            </p:nvSpPr>
            <p:spPr bwMode="auto">
              <a:xfrm>
                <a:off x="4165" y="3837"/>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5" name="Rectangle 206"/>
              <p:cNvSpPr>
                <a:spLocks noChangeArrowheads="1"/>
              </p:cNvSpPr>
              <p:nvPr/>
            </p:nvSpPr>
            <p:spPr bwMode="auto">
              <a:xfrm>
                <a:off x="4165" y="3817"/>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6" name="Rectangle 207"/>
              <p:cNvSpPr>
                <a:spLocks noChangeArrowheads="1"/>
              </p:cNvSpPr>
              <p:nvPr/>
            </p:nvSpPr>
            <p:spPr bwMode="auto">
              <a:xfrm>
                <a:off x="4165" y="3798"/>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7" name="Rectangle 208"/>
              <p:cNvSpPr>
                <a:spLocks noChangeArrowheads="1"/>
              </p:cNvSpPr>
              <p:nvPr/>
            </p:nvSpPr>
            <p:spPr bwMode="auto">
              <a:xfrm>
                <a:off x="4165" y="377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8" name="Rectangle 209"/>
              <p:cNvSpPr>
                <a:spLocks noChangeArrowheads="1"/>
              </p:cNvSpPr>
              <p:nvPr/>
            </p:nvSpPr>
            <p:spPr bwMode="auto">
              <a:xfrm>
                <a:off x="4165" y="3760"/>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49" name="Rectangle 210"/>
              <p:cNvSpPr>
                <a:spLocks noChangeArrowheads="1"/>
              </p:cNvSpPr>
              <p:nvPr/>
            </p:nvSpPr>
            <p:spPr bwMode="auto">
              <a:xfrm>
                <a:off x="4165" y="374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0" name="Rectangle 211"/>
              <p:cNvSpPr>
                <a:spLocks noChangeArrowheads="1"/>
              </p:cNvSpPr>
              <p:nvPr/>
            </p:nvSpPr>
            <p:spPr bwMode="auto">
              <a:xfrm>
                <a:off x="4165" y="372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1" name="Rectangle 212"/>
              <p:cNvSpPr>
                <a:spLocks noChangeArrowheads="1"/>
              </p:cNvSpPr>
              <p:nvPr/>
            </p:nvSpPr>
            <p:spPr bwMode="auto">
              <a:xfrm>
                <a:off x="4165" y="3702"/>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2" name="Rectangle 213"/>
              <p:cNvSpPr>
                <a:spLocks noChangeArrowheads="1"/>
              </p:cNvSpPr>
              <p:nvPr/>
            </p:nvSpPr>
            <p:spPr bwMode="auto">
              <a:xfrm>
                <a:off x="4165" y="368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3" name="Rectangle 214"/>
              <p:cNvSpPr>
                <a:spLocks noChangeArrowheads="1"/>
              </p:cNvSpPr>
              <p:nvPr/>
            </p:nvSpPr>
            <p:spPr bwMode="auto">
              <a:xfrm>
                <a:off x="4165" y="366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4" name="Rectangle 215"/>
              <p:cNvSpPr>
                <a:spLocks noChangeArrowheads="1"/>
              </p:cNvSpPr>
              <p:nvPr/>
            </p:nvSpPr>
            <p:spPr bwMode="auto">
              <a:xfrm>
                <a:off x="4165" y="364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5" name="Freeform 216"/>
              <p:cNvSpPr>
                <a:spLocks noChangeArrowheads="1"/>
              </p:cNvSpPr>
              <p:nvPr/>
            </p:nvSpPr>
            <p:spPr bwMode="auto">
              <a:xfrm>
                <a:off x="4163" y="3628"/>
                <a:ext cx="12" cy="9"/>
              </a:xfrm>
              <a:custGeom>
                <a:avLst/>
                <a:gdLst>
                  <a:gd name="T0" fmla="*/ 2 w 12"/>
                  <a:gd name="T1" fmla="*/ 7 h 9"/>
                  <a:gd name="T2" fmla="*/ 12 w 12"/>
                  <a:gd name="T3" fmla="*/ 7 h 9"/>
                  <a:gd name="T4" fmla="*/ 12 w 12"/>
                  <a:gd name="T5" fmla="*/ 4 h 9"/>
                  <a:gd name="T6" fmla="*/ 12 w 12"/>
                  <a:gd name="T7" fmla="*/ 0 h 9"/>
                  <a:gd name="T8" fmla="*/ 7 w 12"/>
                  <a:gd name="T9" fmla="*/ 0 h 9"/>
                  <a:gd name="T10" fmla="*/ 0 w 12"/>
                  <a:gd name="T11" fmla="*/ 0 h 9"/>
                  <a:gd name="T12" fmla="*/ 0 w 12"/>
                  <a:gd name="T13" fmla="*/ 9 h 9"/>
                  <a:gd name="T14" fmla="*/ 7 w 12"/>
                  <a:gd name="T15" fmla="*/ 9 h 9"/>
                  <a:gd name="T16" fmla="*/ 7 w 12"/>
                  <a:gd name="T17" fmla="*/ 4 h 9"/>
                  <a:gd name="T18" fmla="*/ 2 w 12"/>
                  <a:gd name="T19" fmla="*/ 4 h 9"/>
                  <a:gd name="T20" fmla="*/ 2 w 12"/>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9">
                    <a:moveTo>
                      <a:pt x="2" y="7"/>
                    </a:moveTo>
                    <a:lnTo>
                      <a:pt x="12" y="7"/>
                    </a:lnTo>
                    <a:lnTo>
                      <a:pt x="12" y="4"/>
                    </a:lnTo>
                    <a:lnTo>
                      <a:pt x="12" y="0"/>
                    </a:lnTo>
                    <a:lnTo>
                      <a:pt x="7" y="0"/>
                    </a:lnTo>
                    <a:lnTo>
                      <a:pt x="0" y="0"/>
                    </a:lnTo>
                    <a:lnTo>
                      <a:pt x="0" y="9"/>
                    </a:lnTo>
                    <a:lnTo>
                      <a:pt x="7" y="9"/>
                    </a:lnTo>
                    <a:lnTo>
                      <a:pt x="7" y="4"/>
                    </a:lnTo>
                    <a:lnTo>
                      <a:pt x="2" y="4"/>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056" name="Rectangle 217"/>
              <p:cNvSpPr>
                <a:spLocks noChangeArrowheads="1"/>
              </p:cNvSpPr>
              <p:nvPr/>
            </p:nvSpPr>
            <p:spPr bwMode="auto">
              <a:xfrm>
                <a:off x="414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7" name="Rectangle 218"/>
              <p:cNvSpPr>
                <a:spLocks noChangeArrowheads="1"/>
              </p:cNvSpPr>
              <p:nvPr/>
            </p:nvSpPr>
            <p:spPr bwMode="auto">
              <a:xfrm>
                <a:off x="412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8" name="Rectangle 219"/>
              <p:cNvSpPr>
                <a:spLocks noChangeArrowheads="1"/>
              </p:cNvSpPr>
              <p:nvPr/>
            </p:nvSpPr>
            <p:spPr bwMode="auto">
              <a:xfrm>
                <a:off x="410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59" name="Rectangle 220"/>
              <p:cNvSpPr>
                <a:spLocks noChangeArrowheads="1"/>
              </p:cNvSpPr>
              <p:nvPr/>
            </p:nvSpPr>
            <p:spPr bwMode="auto">
              <a:xfrm>
                <a:off x="408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0" name="Rectangle 221"/>
              <p:cNvSpPr>
                <a:spLocks noChangeArrowheads="1"/>
              </p:cNvSpPr>
              <p:nvPr/>
            </p:nvSpPr>
            <p:spPr bwMode="auto">
              <a:xfrm>
                <a:off x="406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1" name="Rectangle 222"/>
              <p:cNvSpPr>
                <a:spLocks noChangeArrowheads="1"/>
              </p:cNvSpPr>
              <p:nvPr/>
            </p:nvSpPr>
            <p:spPr bwMode="auto">
              <a:xfrm>
                <a:off x="404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2" name="Rectangle 223"/>
              <p:cNvSpPr>
                <a:spLocks noChangeArrowheads="1"/>
              </p:cNvSpPr>
              <p:nvPr/>
            </p:nvSpPr>
            <p:spPr bwMode="auto">
              <a:xfrm>
                <a:off x="402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3" name="Rectangle 224"/>
              <p:cNvSpPr>
                <a:spLocks noChangeArrowheads="1"/>
              </p:cNvSpPr>
              <p:nvPr/>
            </p:nvSpPr>
            <p:spPr bwMode="auto">
              <a:xfrm>
                <a:off x="400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4" name="Rectangle 225"/>
              <p:cNvSpPr>
                <a:spLocks noChangeArrowheads="1"/>
              </p:cNvSpPr>
              <p:nvPr/>
            </p:nvSpPr>
            <p:spPr bwMode="auto">
              <a:xfrm>
                <a:off x="3990"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5" name="Rectangle 226"/>
              <p:cNvSpPr>
                <a:spLocks noChangeArrowheads="1"/>
              </p:cNvSpPr>
              <p:nvPr/>
            </p:nvSpPr>
            <p:spPr bwMode="auto">
              <a:xfrm>
                <a:off x="397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6" name="Rectangle 227"/>
              <p:cNvSpPr>
                <a:spLocks noChangeArrowheads="1"/>
              </p:cNvSpPr>
              <p:nvPr/>
            </p:nvSpPr>
            <p:spPr bwMode="auto">
              <a:xfrm>
                <a:off x="395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7" name="Rectangle 228"/>
              <p:cNvSpPr>
                <a:spLocks noChangeArrowheads="1"/>
              </p:cNvSpPr>
              <p:nvPr/>
            </p:nvSpPr>
            <p:spPr bwMode="auto">
              <a:xfrm>
                <a:off x="393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8" name="Rectangle 229"/>
              <p:cNvSpPr>
                <a:spLocks noChangeArrowheads="1"/>
              </p:cNvSpPr>
              <p:nvPr/>
            </p:nvSpPr>
            <p:spPr bwMode="auto">
              <a:xfrm>
                <a:off x="391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69" name="Rectangle 230"/>
              <p:cNvSpPr>
                <a:spLocks noChangeArrowheads="1"/>
              </p:cNvSpPr>
              <p:nvPr/>
            </p:nvSpPr>
            <p:spPr bwMode="auto">
              <a:xfrm>
                <a:off x="3894"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0" name="Rectangle 231"/>
              <p:cNvSpPr>
                <a:spLocks noChangeArrowheads="1"/>
              </p:cNvSpPr>
              <p:nvPr/>
            </p:nvSpPr>
            <p:spPr bwMode="auto">
              <a:xfrm>
                <a:off x="387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1" name="Rectangle 232"/>
              <p:cNvSpPr>
                <a:spLocks noChangeArrowheads="1"/>
              </p:cNvSpPr>
              <p:nvPr/>
            </p:nvSpPr>
            <p:spPr bwMode="auto">
              <a:xfrm>
                <a:off x="385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2" name="Rectangle 233"/>
              <p:cNvSpPr>
                <a:spLocks noChangeArrowheads="1"/>
              </p:cNvSpPr>
              <p:nvPr/>
            </p:nvSpPr>
            <p:spPr bwMode="auto">
              <a:xfrm>
                <a:off x="383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3" name="Rectangle 234"/>
              <p:cNvSpPr>
                <a:spLocks noChangeArrowheads="1"/>
              </p:cNvSpPr>
              <p:nvPr/>
            </p:nvSpPr>
            <p:spPr bwMode="auto">
              <a:xfrm>
                <a:off x="381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4" name="Rectangle 235"/>
              <p:cNvSpPr>
                <a:spLocks noChangeArrowheads="1"/>
              </p:cNvSpPr>
              <p:nvPr/>
            </p:nvSpPr>
            <p:spPr bwMode="auto">
              <a:xfrm>
                <a:off x="3798"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5" name="Rectangle 236"/>
              <p:cNvSpPr>
                <a:spLocks noChangeArrowheads="1"/>
              </p:cNvSpPr>
              <p:nvPr/>
            </p:nvSpPr>
            <p:spPr bwMode="auto">
              <a:xfrm>
                <a:off x="377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6" name="Rectangle 237"/>
              <p:cNvSpPr>
                <a:spLocks noChangeArrowheads="1"/>
              </p:cNvSpPr>
              <p:nvPr/>
            </p:nvSpPr>
            <p:spPr bwMode="auto">
              <a:xfrm>
                <a:off x="375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7" name="Rectangle 238"/>
              <p:cNvSpPr>
                <a:spLocks noChangeArrowheads="1"/>
              </p:cNvSpPr>
              <p:nvPr/>
            </p:nvSpPr>
            <p:spPr bwMode="auto">
              <a:xfrm>
                <a:off x="374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8" name="Rectangle 239"/>
              <p:cNvSpPr>
                <a:spLocks noChangeArrowheads="1"/>
              </p:cNvSpPr>
              <p:nvPr/>
            </p:nvSpPr>
            <p:spPr bwMode="auto">
              <a:xfrm>
                <a:off x="3721"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79" name="Rectangle 240"/>
              <p:cNvSpPr>
                <a:spLocks noChangeArrowheads="1"/>
              </p:cNvSpPr>
              <p:nvPr/>
            </p:nvSpPr>
            <p:spPr bwMode="auto">
              <a:xfrm>
                <a:off x="370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0" name="Rectangle 241"/>
              <p:cNvSpPr>
                <a:spLocks noChangeArrowheads="1"/>
              </p:cNvSpPr>
              <p:nvPr/>
            </p:nvSpPr>
            <p:spPr bwMode="auto">
              <a:xfrm>
                <a:off x="368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1" name="Rectangle 242"/>
              <p:cNvSpPr>
                <a:spLocks noChangeArrowheads="1"/>
              </p:cNvSpPr>
              <p:nvPr/>
            </p:nvSpPr>
            <p:spPr bwMode="auto">
              <a:xfrm>
                <a:off x="366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2" name="Rectangle 243"/>
              <p:cNvSpPr>
                <a:spLocks noChangeArrowheads="1"/>
              </p:cNvSpPr>
              <p:nvPr/>
            </p:nvSpPr>
            <p:spPr bwMode="auto">
              <a:xfrm>
                <a:off x="364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3" name="Rectangle 244"/>
              <p:cNvSpPr>
                <a:spLocks noChangeArrowheads="1"/>
              </p:cNvSpPr>
              <p:nvPr/>
            </p:nvSpPr>
            <p:spPr bwMode="auto">
              <a:xfrm>
                <a:off x="3625"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4" name="Rectangle 245"/>
              <p:cNvSpPr>
                <a:spLocks noChangeArrowheads="1"/>
              </p:cNvSpPr>
              <p:nvPr/>
            </p:nvSpPr>
            <p:spPr bwMode="auto">
              <a:xfrm>
                <a:off x="360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5" name="Rectangle 246"/>
              <p:cNvSpPr>
                <a:spLocks noChangeArrowheads="1"/>
              </p:cNvSpPr>
              <p:nvPr/>
            </p:nvSpPr>
            <p:spPr bwMode="auto">
              <a:xfrm>
                <a:off x="358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6" name="Rectangle 247"/>
              <p:cNvSpPr>
                <a:spLocks noChangeArrowheads="1"/>
              </p:cNvSpPr>
              <p:nvPr/>
            </p:nvSpPr>
            <p:spPr bwMode="auto">
              <a:xfrm>
                <a:off x="356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7" name="Rectangle 248"/>
              <p:cNvSpPr>
                <a:spLocks noChangeArrowheads="1"/>
              </p:cNvSpPr>
              <p:nvPr/>
            </p:nvSpPr>
            <p:spPr bwMode="auto">
              <a:xfrm>
                <a:off x="354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8" name="Rectangle 249"/>
              <p:cNvSpPr>
                <a:spLocks noChangeArrowheads="1"/>
              </p:cNvSpPr>
              <p:nvPr/>
            </p:nvSpPr>
            <p:spPr bwMode="auto">
              <a:xfrm>
                <a:off x="352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89" name="Rectangle 250"/>
              <p:cNvSpPr>
                <a:spLocks noChangeArrowheads="1"/>
              </p:cNvSpPr>
              <p:nvPr/>
            </p:nvSpPr>
            <p:spPr bwMode="auto">
              <a:xfrm>
                <a:off x="350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0" name="Rectangle 251"/>
              <p:cNvSpPr>
                <a:spLocks noChangeArrowheads="1"/>
              </p:cNvSpPr>
              <p:nvPr/>
            </p:nvSpPr>
            <p:spPr bwMode="auto">
              <a:xfrm>
                <a:off x="349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1" name="Rectangle 252"/>
              <p:cNvSpPr>
                <a:spLocks noChangeArrowheads="1"/>
              </p:cNvSpPr>
              <p:nvPr/>
            </p:nvSpPr>
            <p:spPr bwMode="auto">
              <a:xfrm>
                <a:off x="347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2" name="Rectangle 253"/>
              <p:cNvSpPr>
                <a:spLocks noChangeArrowheads="1"/>
              </p:cNvSpPr>
              <p:nvPr/>
            </p:nvSpPr>
            <p:spPr bwMode="auto">
              <a:xfrm>
                <a:off x="345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3" name="Rectangle 254"/>
              <p:cNvSpPr>
                <a:spLocks noChangeArrowheads="1"/>
              </p:cNvSpPr>
              <p:nvPr/>
            </p:nvSpPr>
            <p:spPr bwMode="auto">
              <a:xfrm>
                <a:off x="343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4" name="Rectangle 255"/>
              <p:cNvSpPr>
                <a:spLocks noChangeArrowheads="1"/>
              </p:cNvSpPr>
              <p:nvPr/>
            </p:nvSpPr>
            <p:spPr bwMode="auto">
              <a:xfrm>
                <a:off x="341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5" name="Rectangle 256"/>
              <p:cNvSpPr>
                <a:spLocks noChangeArrowheads="1"/>
              </p:cNvSpPr>
              <p:nvPr/>
            </p:nvSpPr>
            <p:spPr bwMode="auto">
              <a:xfrm>
                <a:off x="339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6" name="Rectangle 257"/>
              <p:cNvSpPr>
                <a:spLocks noChangeArrowheads="1"/>
              </p:cNvSpPr>
              <p:nvPr/>
            </p:nvSpPr>
            <p:spPr bwMode="auto">
              <a:xfrm>
                <a:off x="337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7" name="Rectangle 258"/>
              <p:cNvSpPr>
                <a:spLocks noChangeArrowheads="1"/>
              </p:cNvSpPr>
              <p:nvPr/>
            </p:nvSpPr>
            <p:spPr bwMode="auto">
              <a:xfrm>
                <a:off x="335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8" name="Rectangle 259"/>
              <p:cNvSpPr>
                <a:spLocks noChangeArrowheads="1"/>
              </p:cNvSpPr>
              <p:nvPr/>
            </p:nvSpPr>
            <p:spPr bwMode="auto">
              <a:xfrm>
                <a:off x="333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099" name="Rectangle 260"/>
              <p:cNvSpPr>
                <a:spLocks noChangeArrowheads="1"/>
              </p:cNvSpPr>
              <p:nvPr/>
            </p:nvSpPr>
            <p:spPr bwMode="auto">
              <a:xfrm>
                <a:off x="331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100" name="Rectangle 261"/>
              <p:cNvSpPr>
                <a:spLocks noChangeArrowheads="1"/>
              </p:cNvSpPr>
              <p:nvPr/>
            </p:nvSpPr>
            <p:spPr bwMode="auto">
              <a:xfrm>
                <a:off x="329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101" name="Rectangle 262"/>
              <p:cNvSpPr>
                <a:spLocks noChangeArrowheads="1"/>
              </p:cNvSpPr>
              <p:nvPr/>
            </p:nvSpPr>
            <p:spPr bwMode="auto">
              <a:xfrm>
                <a:off x="327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grpSp>
        <p:grpSp>
          <p:nvGrpSpPr>
            <p:cNvPr id="36102" name="Group 263"/>
            <p:cNvGrpSpPr>
              <a:grpSpLocks/>
            </p:cNvGrpSpPr>
            <p:nvPr/>
          </p:nvGrpSpPr>
          <p:grpSpPr bwMode="auto">
            <a:xfrm>
              <a:off x="3273" y="3473"/>
              <a:ext cx="1085" cy="168"/>
              <a:chOff x="3273" y="3473"/>
              <a:chExt cx="1085" cy="168"/>
            </a:xfrm>
          </p:grpSpPr>
          <p:sp>
            <p:nvSpPr>
              <p:cNvPr id="36103" name="Freeform 264"/>
              <p:cNvSpPr>
                <a:spLocks noChangeArrowheads="1"/>
              </p:cNvSpPr>
              <p:nvPr/>
            </p:nvSpPr>
            <p:spPr bwMode="auto">
              <a:xfrm>
                <a:off x="3278" y="3478"/>
                <a:ext cx="1075" cy="158"/>
              </a:xfrm>
              <a:custGeom>
                <a:avLst/>
                <a:gdLst>
                  <a:gd name="T0" fmla="*/ 0 w 1075"/>
                  <a:gd name="T1" fmla="*/ 158 h 158"/>
                  <a:gd name="T2" fmla="*/ 888 w 1075"/>
                  <a:gd name="T3" fmla="*/ 158 h 158"/>
                  <a:gd name="T4" fmla="*/ 1075 w 1075"/>
                  <a:gd name="T5" fmla="*/ 0 h 158"/>
                  <a:gd name="T6" fmla="*/ 206 w 1075"/>
                  <a:gd name="T7" fmla="*/ 0 h 158"/>
                  <a:gd name="T8" fmla="*/ 0 w 1075"/>
                  <a:gd name="T9" fmla="*/ 150 h 158"/>
                  <a:gd name="T10" fmla="*/ 0 w 1075"/>
                  <a:gd name="T11" fmla="*/ 158 h 158"/>
                </a:gdLst>
                <a:ahLst/>
                <a:cxnLst>
                  <a:cxn ang="0">
                    <a:pos x="T0" y="T1"/>
                  </a:cxn>
                  <a:cxn ang="0">
                    <a:pos x="T2" y="T3"/>
                  </a:cxn>
                  <a:cxn ang="0">
                    <a:pos x="T4" y="T5"/>
                  </a:cxn>
                  <a:cxn ang="0">
                    <a:pos x="T6" y="T7"/>
                  </a:cxn>
                  <a:cxn ang="0">
                    <a:pos x="T8" y="T9"/>
                  </a:cxn>
                  <a:cxn ang="0">
                    <a:pos x="T10" y="T11"/>
                  </a:cxn>
                </a:cxnLst>
                <a:rect l="0" t="0" r="r" b="b"/>
                <a:pathLst>
                  <a:path w="1075" h="158">
                    <a:moveTo>
                      <a:pt x="0" y="158"/>
                    </a:moveTo>
                    <a:lnTo>
                      <a:pt x="888" y="158"/>
                    </a:lnTo>
                    <a:lnTo>
                      <a:pt x="1075" y="0"/>
                    </a:lnTo>
                    <a:lnTo>
                      <a:pt x="206" y="0"/>
                    </a:lnTo>
                    <a:lnTo>
                      <a:pt x="0" y="150"/>
                    </a:lnTo>
                    <a:lnTo>
                      <a:pt x="0" y="158"/>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04" name="Freeform 265"/>
              <p:cNvSpPr>
                <a:spLocks noChangeArrowheads="1"/>
              </p:cNvSpPr>
              <p:nvPr/>
            </p:nvSpPr>
            <p:spPr bwMode="auto">
              <a:xfrm>
                <a:off x="327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05" name="Freeform 266"/>
              <p:cNvSpPr>
                <a:spLocks noChangeArrowheads="1"/>
              </p:cNvSpPr>
              <p:nvPr/>
            </p:nvSpPr>
            <p:spPr bwMode="auto">
              <a:xfrm>
                <a:off x="329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06" name="Freeform 267"/>
              <p:cNvSpPr>
                <a:spLocks noChangeArrowheads="1"/>
              </p:cNvSpPr>
              <p:nvPr/>
            </p:nvSpPr>
            <p:spPr bwMode="auto">
              <a:xfrm>
                <a:off x="3311"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07" name="Freeform 268"/>
              <p:cNvSpPr>
                <a:spLocks noChangeArrowheads="1"/>
              </p:cNvSpPr>
              <p:nvPr/>
            </p:nvSpPr>
            <p:spPr bwMode="auto">
              <a:xfrm>
                <a:off x="3331"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08" name="Freeform 269"/>
              <p:cNvSpPr>
                <a:spLocks noChangeArrowheads="1"/>
              </p:cNvSpPr>
              <p:nvPr/>
            </p:nvSpPr>
            <p:spPr bwMode="auto">
              <a:xfrm>
                <a:off x="335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09" name="Freeform 270"/>
              <p:cNvSpPr>
                <a:spLocks noChangeArrowheads="1"/>
              </p:cNvSpPr>
              <p:nvPr/>
            </p:nvSpPr>
            <p:spPr bwMode="auto">
              <a:xfrm>
                <a:off x="336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0" name="Freeform 271"/>
              <p:cNvSpPr>
                <a:spLocks noChangeArrowheads="1"/>
              </p:cNvSpPr>
              <p:nvPr/>
            </p:nvSpPr>
            <p:spPr bwMode="auto">
              <a:xfrm>
                <a:off x="338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1" name="Freeform 272"/>
              <p:cNvSpPr>
                <a:spLocks noChangeArrowheads="1"/>
              </p:cNvSpPr>
              <p:nvPr/>
            </p:nvSpPr>
            <p:spPr bwMode="auto">
              <a:xfrm>
                <a:off x="340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2" name="Freeform 273"/>
              <p:cNvSpPr>
                <a:spLocks noChangeArrowheads="1"/>
              </p:cNvSpPr>
              <p:nvPr/>
            </p:nvSpPr>
            <p:spPr bwMode="auto">
              <a:xfrm>
                <a:off x="342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3" name="Freeform 274"/>
              <p:cNvSpPr>
                <a:spLocks noChangeArrowheads="1"/>
              </p:cNvSpPr>
              <p:nvPr/>
            </p:nvSpPr>
            <p:spPr bwMode="auto">
              <a:xfrm>
                <a:off x="3446"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4" name="Freeform 275"/>
              <p:cNvSpPr>
                <a:spLocks noChangeArrowheads="1"/>
              </p:cNvSpPr>
              <p:nvPr/>
            </p:nvSpPr>
            <p:spPr bwMode="auto">
              <a:xfrm>
                <a:off x="346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5" name="Freeform 276"/>
              <p:cNvSpPr>
                <a:spLocks noChangeArrowheads="1"/>
              </p:cNvSpPr>
              <p:nvPr/>
            </p:nvSpPr>
            <p:spPr bwMode="auto">
              <a:xfrm>
                <a:off x="348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6" name="Freeform 277"/>
              <p:cNvSpPr>
                <a:spLocks noChangeArrowheads="1"/>
              </p:cNvSpPr>
              <p:nvPr/>
            </p:nvSpPr>
            <p:spPr bwMode="auto">
              <a:xfrm>
                <a:off x="3503"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7" name="Freeform 278"/>
              <p:cNvSpPr>
                <a:spLocks noChangeArrowheads="1"/>
              </p:cNvSpPr>
              <p:nvPr/>
            </p:nvSpPr>
            <p:spPr bwMode="auto">
              <a:xfrm>
                <a:off x="352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8" name="Freeform 279"/>
              <p:cNvSpPr>
                <a:spLocks noChangeArrowheads="1"/>
              </p:cNvSpPr>
              <p:nvPr/>
            </p:nvSpPr>
            <p:spPr bwMode="auto">
              <a:xfrm>
                <a:off x="354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19" name="Freeform 280"/>
              <p:cNvSpPr>
                <a:spLocks noChangeArrowheads="1"/>
              </p:cNvSpPr>
              <p:nvPr/>
            </p:nvSpPr>
            <p:spPr bwMode="auto">
              <a:xfrm>
                <a:off x="356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0" name="Freeform 281"/>
              <p:cNvSpPr>
                <a:spLocks noChangeArrowheads="1"/>
              </p:cNvSpPr>
              <p:nvPr/>
            </p:nvSpPr>
            <p:spPr bwMode="auto">
              <a:xfrm>
                <a:off x="358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1" name="Freeform 282"/>
              <p:cNvSpPr>
                <a:spLocks noChangeArrowheads="1"/>
              </p:cNvSpPr>
              <p:nvPr/>
            </p:nvSpPr>
            <p:spPr bwMode="auto">
              <a:xfrm>
                <a:off x="3600"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2" name="Freeform 283"/>
              <p:cNvSpPr>
                <a:spLocks noChangeArrowheads="1"/>
              </p:cNvSpPr>
              <p:nvPr/>
            </p:nvSpPr>
            <p:spPr bwMode="auto">
              <a:xfrm>
                <a:off x="3619"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3" name="Freeform 284"/>
              <p:cNvSpPr>
                <a:spLocks noChangeArrowheads="1"/>
              </p:cNvSpPr>
              <p:nvPr/>
            </p:nvSpPr>
            <p:spPr bwMode="auto">
              <a:xfrm>
                <a:off x="363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4" name="Freeform 285"/>
              <p:cNvSpPr>
                <a:spLocks noChangeArrowheads="1"/>
              </p:cNvSpPr>
              <p:nvPr/>
            </p:nvSpPr>
            <p:spPr bwMode="auto">
              <a:xfrm>
                <a:off x="3657"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5" name="Freeform 286"/>
              <p:cNvSpPr>
                <a:spLocks noChangeArrowheads="1"/>
              </p:cNvSpPr>
              <p:nvPr/>
            </p:nvSpPr>
            <p:spPr bwMode="auto">
              <a:xfrm>
                <a:off x="3676"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6" name="Freeform 287"/>
              <p:cNvSpPr>
                <a:spLocks noChangeArrowheads="1"/>
              </p:cNvSpPr>
              <p:nvPr/>
            </p:nvSpPr>
            <p:spPr bwMode="auto">
              <a:xfrm>
                <a:off x="3696"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7" name="Freeform 288"/>
              <p:cNvSpPr>
                <a:spLocks noChangeArrowheads="1"/>
              </p:cNvSpPr>
              <p:nvPr/>
            </p:nvSpPr>
            <p:spPr bwMode="auto">
              <a:xfrm>
                <a:off x="3715"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8" name="Freeform 289"/>
              <p:cNvSpPr>
                <a:spLocks noChangeArrowheads="1"/>
              </p:cNvSpPr>
              <p:nvPr/>
            </p:nvSpPr>
            <p:spPr bwMode="auto">
              <a:xfrm>
                <a:off x="373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29" name="Freeform 290"/>
              <p:cNvSpPr>
                <a:spLocks noChangeArrowheads="1"/>
              </p:cNvSpPr>
              <p:nvPr/>
            </p:nvSpPr>
            <p:spPr bwMode="auto">
              <a:xfrm>
                <a:off x="375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0" name="Freeform 291"/>
              <p:cNvSpPr>
                <a:spLocks noChangeArrowheads="1"/>
              </p:cNvSpPr>
              <p:nvPr/>
            </p:nvSpPr>
            <p:spPr bwMode="auto">
              <a:xfrm>
                <a:off x="3772"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1" name="Freeform 292"/>
              <p:cNvSpPr>
                <a:spLocks noChangeArrowheads="1"/>
              </p:cNvSpPr>
              <p:nvPr/>
            </p:nvSpPr>
            <p:spPr bwMode="auto">
              <a:xfrm>
                <a:off x="3792"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2" name="Freeform 293"/>
              <p:cNvSpPr>
                <a:spLocks noChangeArrowheads="1"/>
              </p:cNvSpPr>
              <p:nvPr/>
            </p:nvSpPr>
            <p:spPr bwMode="auto">
              <a:xfrm>
                <a:off x="3811"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3" name="Freeform 294"/>
              <p:cNvSpPr>
                <a:spLocks noChangeArrowheads="1"/>
              </p:cNvSpPr>
              <p:nvPr/>
            </p:nvSpPr>
            <p:spPr bwMode="auto">
              <a:xfrm>
                <a:off x="3830"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4" name="Freeform 295"/>
              <p:cNvSpPr>
                <a:spLocks noChangeArrowheads="1"/>
              </p:cNvSpPr>
              <p:nvPr/>
            </p:nvSpPr>
            <p:spPr bwMode="auto">
              <a:xfrm>
                <a:off x="384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5" name="Freeform 296"/>
              <p:cNvSpPr>
                <a:spLocks noChangeArrowheads="1"/>
              </p:cNvSpPr>
              <p:nvPr/>
            </p:nvSpPr>
            <p:spPr bwMode="auto">
              <a:xfrm>
                <a:off x="3868"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6" name="Freeform 297"/>
              <p:cNvSpPr>
                <a:spLocks noChangeArrowheads="1"/>
              </p:cNvSpPr>
              <p:nvPr/>
            </p:nvSpPr>
            <p:spPr bwMode="auto">
              <a:xfrm>
                <a:off x="3888"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7" name="Freeform 298"/>
              <p:cNvSpPr>
                <a:spLocks noChangeArrowheads="1"/>
              </p:cNvSpPr>
              <p:nvPr/>
            </p:nvSpPr>
            <p:spPr bwMode="auto">
              <a:xfrm>
                <a:off x="3907"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8" name="Freeform 299"/>
              <p:cNvSpPr>
                <a:spLocks noChangeArrowheads="1"/>
              </p:cNvSpPr>
              <p:nvPr/>
            </p:nvSpPr>
            <p:spPr bwMode="auto">
              <a:xfrm>
                <a:off x="3926"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39" name="Freeform 300"/>
              <p:cNvSpPr>
                <a:spLocks noChangeArrowheads="1"/>
              </p:cNvSpPr>
              <p:nvPr/>
            </p:nvSpPr>
            <p:spPr bwMode="auto">
              <a:xfrm>
                <a:off x="394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0" name="Freeform 301"/>
              <p:cNvSpPr>
                <a:spLocks noChangeArrowheads="1"/>
              </p:cNvSpPr>
              <p:nvPr/>
            </p:nvSpPr>
            <p:spPr bwMode="auto">
              <a:xfrm>
                <a:off x="3964"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1" name="Freeform 302"/>
              <p:cNvSpPr>
                <a:spLocks noChangeArrowheads="1"/>
              </p:cNvSpPr>
              <p:nvPr/>
            </p:nvSpPr>
            <p:spPr bwMode="auto">
              <a:xfrm>
                <a:off x="3984"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2" name="Freeform 303"/>
              <p:cNvSpPr>
                <a:spLocks noChangeArrowheads="1"/>
              </p:cNvSpPr>
              <p:nvPr/>
            </p:nvSpPr>
            <p:spPr bwMode="auto">
              <a:xfrm>
                <a:off x="400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3" name="Freeform 304"/>
              <p:cNvSpPr>
                <a:spLocks noChangeArrowheads="1"/>
              </p:cNvSpPr>
              <p:nvPr/>
            </p:nvSpPr>
            <p:spPr bwMode="auto">
              <a:xfrm>
                <a:off x="402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4" name="Freeform 305"/>
              <p:cNvSpPr>
                <a:spLocks noChangeArrowheads="1"/>
              </p:cNvSpPr>
              <p:nvPr/>
            </p:nvSpPr>
            <p:spPr bwMode="auto">
              <a:xfrm>
                <a:off x="404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5" name="Freeform 306"/>
              <p:cNvSpPr>
                <a:spLocks noChangeArrowheads="1"/>
              </p:cNvSpPr>
              <p:nvPr/>
            </p:nvSpPr>
            <p:spPr bwMode="auto">
              <a:xfrm>
                <a:off x="406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6" name="Freeform 307"/>
              <p:cNvSpPr>
                <a:spLocks noChangeArrowheads="1"/>
              </p:cNvSpPr>
              <p:nvPr/>
            </p:nvSpPr>
            <p:spPr bwMode="auto">
              <a:xfrm>
                <a:off x="408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7" name="Freeform 308"/>
              <p:cNvSpPr>
                <a:spLocks noChangeArrowheads="1"/>
              </p:cNvSpPr>
              <p:nvPr/>
            </p:nvSpPr>
            <p:spPr bwMode="auto">
              <a:xfrm>
                <a:off x="409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8" name="Freeform 309"/>
              <p:cNvSpPr>
                <a:spLocks noChangeArrowheads="1"/>
              </p:cNvSpPr>
              <p:nvPr/>
            </p:nvSpPr>
            <p:spPr bwMode="auto">
              <a:xfrm>
                <a:off x="411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49" name="Freeform 310"/>
              <p:cNvSpPr>
                <a:spLocks noChangeArrowheads="1"/>
              </p:cNvSpPr>
              <p:nvPr/>
            </p:nvSpPr>
            <p:spPr bwMode="auto">
              <a:xfrm>
                <a:off x="413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0" name="Freeform 311"/>
              <p:cNvSpPr>
                <a:spLocks noChangeArrowheads="1"/>
              </p:cNvSpPr>
              <p:nvPr/>
            </p:nvSpPr>
            <p:spPr bwMode="auto">
              <a:xfrm>
                <a:off x="415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1" name="Freeform 312"/>
              <p:cNvSpPr>
                <a:spLocks noChangeArrowheads="1"/>
              </p:cNvSpPr>
              <p:nvPr/>
            </p:nvSpPr>
            <p:spPr bwMode="auto">
              <a:xfrm>
                <a:off x="4172" y="3622"/>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9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2" name="Freeform 313"/>
              <p:cNvSpPr>
                <a:spLocks noChangeArrowheads="1"/>
              </p:cNvSpPr>
              <p:nvPr/>
            </p:nvSpPr>
            <p:spPr bwMode="auto">
              <a:xfrm>
                <a:off x="4187" y="3610"/>
                <a:ext cx="9" cy="9"/>
              </a:xfrm>
              <a:custGeom>
                <a:avLst/>
                <a:gdLst>
                  <a:gd name="T0" fmla="*/ 1 w 9"/>
                  <a:gd name="T1" fmla="*/ 1 h 9"/>
                  <a:gd name="T2" fmla="*/ 0 w 9"/>
                  <a:gd name="T3" fmla="*/ 4 h 9"/>
                  <a:gd name="T4" fmla="*/ 1 w 9"/>
                  <a:gd name="T5" fmla="*/ 8 h 9"/>
                  <a:gd name="T6" fmla="*/ 4 w 9"/>
                  <a:gd name="T7" fmla="*/ 9 h 9"/>
                  <a:gd name="T8" fmla="*/ 8 w 9"/>
                  <a:gd name="T9" fmla="*/ 8 h 9"/>
                  <a:gd name="T10" fmla="*/ 8 w 9"/>
                  <a:gd name="T11" fmla="*/ 8 h 9"/>
                  <a:gd name="T12" fmla="*/ 9 w 9"/>
                  <a:gd name="T13" fmla="*/ 4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4" y="9"/>
                    </a:lnTo>
                    <a:lnTo>
                      <a:pt x="8" y="8"/>
                    </a:lnTo>
                    <a:lnTo>
                      <a:pt x="9" y="4"/>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3" name="Freeform 314"/>
              <p:cNvSpPr>
                <a:spLocks noChangeArrowheads="1"/>
              </p:cNvSpPr>
              <p:nvPr/>
            </p:nvSpPr>
            <p:spPr bwMode="auto">
              <a:xfrm>
                <a:off x="4202" y="3598"/>
                <a:ext cx="10" cy="9"/>
              </a:xfrm>
              <a:custGeom>
                <a:avLst/>
                <a:gdLst>
                  <a:gd name="T0" fmla="*/ 1 w 10"/>
                  <a:gd name="T1" fmla="*/ 1 h 9"/>
                  <a:gd name="T2" fmla="*/ 0 w 10"/>
                  <a:gd name="T3" fmla="*/ 4 h 9"/>
                  <a:gd name="T4" fmla="*/ 1 w 10"/>
                  <a:gd name="T5" fmla="*/ 7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7"/>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4" name="Freeform 315"/>
              <p:cNvSpPr>
                <a:spLocks noChangeArrowheads="1"/>
              </p:cNvSpPr>
              <p:nvPr/>
            </p:nvSpPr>
            <p:spPr bwMode="auto">
              <a:xfrm>
                <a:off x="4217" y="3584"/>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5" name="Freeform 316"/>
              <p:cNvSpPr>
                <a:spLocks noChangeArrowheads="1"/>
              </p:cNvSpPr>
              <p:nvPr/>
            </p:nvSpPr>
            <p:spPr bwMode="auto">
              <a:xfrm>
                <a:off x="4231" y="3572"/>
                <a:ext cx="10" cy="10"/>
              </a:xfrm>
              <a:custGeom>
                <a:avLst/>
                <a:gdLst>
                  <a:gd name="T0" fmla="*/ 1 w 10"/>
                  <a:gd name="T1" fmla="*/ 2 h 10"/>
                  <a:gd name="T2" fmla="*/ 0 w 10"/>
                  <a:gd name="T3" fmla="*/ 5 h 10"/>
                  <a:gd name="T4" fmla="*/ 1 w 10"/>
                  <a:gd name="T5" fmla="*/ 9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6" name="Freeform 317"/>
              <p:cNvSpPr>
                <a:spLocks noChangeArrowheads="1"/>
              </p:cNvSpPr>
              <p:nvPr/>
            </p:nvSpPr>
            <p:spPr bwMode="auto">
              <a:xfrm>
                <a:off x="4245" y="3560"/>
                <a:ext cx="10" cy="10"/>
              </a:xfrm>
              <a:custGeom>
                <a:avLst/>
                <a:gdLst>
                  <a:gd name="T0" fmla="*/ 2 w 10"/>
                  <a:gd name="T1" fmla="*/ 2 h 10"/>
                  <a:gd name="T2" fmla="*/ 0 w 10"/>
                  <a:gd name="T3" fmla="*/ 5 h 10"/>
                  <a:gd name="T4" fmla="*/ 2 w 10"/>
                  <a:gd name="T5" fmla="*/ 8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8"/>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7" name="Freeform 318"/>
              <p:cNvSpPr>
                <a:spLocks noChangeArrowheads="1"/>
              </p:cNvSpPr>
              <p:nvPr/>
            </p:nvSpPr>
            <p:spPr bwMode="auto">
              <a:xfrm>
                <a:off x="4260" y="3547"/>
                <a:ext cx="9" cy="10"/>
              </a:xfrm>
              <a:custGeom>
                <a:avLst/>
                <a:gdLst>
                  <a:gd name="T0" fmla="*/ 1 w 9"/>
                  <a:gd name="T1" fmla="*/ 1 h 10"/>
                  <a:gd name="T2" fmla="*/ 0 w 9"/>
                  <a:gd name="T3" fmla="*/ 5 h 10"/>
                  <a:gd name="T4" fmla="*/ 2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2"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8" name="Freeform 319"/>
              <p:cNvSpPr>
                <a:spLocks noChangeArrowheads="1"/>
              </p:cNvSpPr>
              <p:nvPr/>
            </p:nvSpPr>
            <p:spPr bwMode="auto">
              <a:xfrm>
                <a:off x="4275" y="3535"/>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59" name="Freeform 320"/>
              <p:cNvSpPr>
                <a:spLocks noChangeArrowheads="1"/>
              </p:cNvSpPr>
              <p:nvPr/>
            </p:nvSpPr>
            <p:spPr bwMode="auto">
              <a:xfrm>
                <a:off x="4290" y="3523"/>
                <a:ext cx="9" cy="10"/>
              </a:xfrm>
              <a:custGeom>
                <a:avLst/>
                <a:gdLst>
                  <a:gd name="T0" fmla="*/ 1 w 9"/>
                  <a:gd name="T1" fmla="*/ 1 h 10"/>
                  <a:gd name="T2" fmla="*/ 0 w 9"/>
                  <a:gd name="T3" fmla="*/ 5 h 10"/>
                  <a:gd name="T4" fmla="*/ 1 w 9"/>
                  <a:gd name="T5" fmla="*/ 7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7"/>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0" name="Freeform 321"/>
              <p:cNvSpPr>
                <a:spLocks noChangeArrowheads="1"/>
              </p:cNvSpPr>
              <p:nvPr/>
            </p:nvSpPr>
            <p:spPr bwMode="auto">
              <a:xfrm>
                <a:off x="4304" y="3510"/>
                <a:ext cx="10" cy="10"/>
              </a:xfrm>
              <a:custGeom>
                <a:avLst/>
                <a:gdLst>
                  <a:gd name="T0" fmla="*/ 1 w 10"/>
                  <a:gd name="T1" fmla="*/ 1 h 10"/>
                  <a:gd name="T2" fmla="*/ 0 w 10"/>
                  <a:gd name="T3" fmla="*/ 5 h 10"/>
                  <a:gd name="T4" fmla="*/ 1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1" name="Freeform 322"/>
              <p:cNvSpPr>
                <a:spLocks noChangeArrowheads="1"/>
              </p:cNvSpPr>
              <p:nvPr/>
            </p:nvSpPr>
            <p:spPr bwMode="auto">
              <a:xfrm>
                <a:off x="4319" y="3498"/>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2" name="Freeform 323"/>
              <p:cNvSpPr>
                <a:spLocks noChangeArrowheads="1"/>
              </p:cNvSpPr>
              <p:nvPr/>
            </p:nvSpPr>
            <p:spPr bwMode="auto">
              <a:xfrm>
                <a:off x="4334" y="3486"/>
                <a:ext cx="10" cy="10"/>
              </a:xfrm>
              <a:custGeom>
                <a:avLst/>
                <a:gdLst>
                  <a:gd name="T0" fmla="*/ 1 w 10"/>
                  <a:gd name="T1" fmla="*/ 1 h 10"/>
                  <a:gd name="T2" fmla="*/ 0 w 10"/>
                  <a:gd name="T3" fmla="*/ 5 h 10"/>
                  <a:gd name="T4" fmla="*/ 1 w 10"/>
                  <a:gd name="T5" fmla="*/ 7 h 10"/>
                  <a:gd name="T6" fmla="*/ 5 w 10"/>
                  <a:gd name="T7" fmla="*/ 10 h 10"/>
                  <a:gd name="T8" fmla="*/ 9 w 10"/>
                  <a:gd name="T9" fmla="*/ 8 h 10"/>
                  <a:gd name="T10" fmla="*/ 9 w 10"/>
                  <a:gd name="T11" fmla="*/ 8 h 10"/>
                  <a:gd name="T12" fmla="*/ 10 w 10"/>
                  <a:gd name="T13" fmla="*/ 5 h 10"/>
                  <a:gd name="T14" fmla="*/ 7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8"/>
                    </a:lnTo>
                    <a:lnTo>
                      <a:pt x="10" y="5"/>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3" name="Freeform 324"/>
              <p:cNvSpPr>
                <a:spLocks noChangeArrowheads="1"/>
              </p:cNvSpPr>
              <p:nvPr/>
            </p:nvSpPr>
            <p:spPr bwMode="auto">
              <a:xfrm>
                <a:off x="4349" y="3473"/>
                <a:ext cx="9" cy="9"/>
              </a:xfrm>
              <a:custGeom>
                <a:avLst/>
                <a:gdLst>
                  <a:gd name="T0" fmla="*/ 1 w 9"/>
                  <a:gd name="T1" fmla="*/ 1 h 9"/>
                  <a:gd name="T2" fmla="*/ 0 w 9"/>
                  <a:gd name="T3" fmla="*/ 5 h 9"/>
                  <a:gd name="T4" fmla="*/ 1 w 9"/>
                  <a:gd name="T5" fmla="*/ 8 h 9"/>
                  <a:gd name="T6" fmla="*/ 4 w 9"/>
                  <a:gd name="T7" fmla="*/ 9 h 9"/>
                  <a:gd name="T8" fmla="*/ 8 w 9"/>
                  <a:gd name="T9" fmla="*/ 8 h 9"/>
                  <a:gd name="T10" fmla="*/ 8 w 9"/>
                  <a:gd name="T11" fmla="*/ 8 h 9"/>
                  <a:gd name="T12" fmla="*/ 9 w 9"/>
                  <a:gd name="T13" fmla="*/ 5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5"/>
                    </a:lnTo>
                    <a:lnTo>
                      <a:pt x="1" y="8"/>
                    </a:lnTo>
                    <a:lnTo>
                      <a:pt x="4" y="9"/>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4" name="Freeform 325"/>
              <p:cNvSpPr>
                <a:spLocks noChangeArrowheads="1"/>
              </p:cNvSpPr>
              <p:nvPr/>
            </p:nvSpPr>
            <p:spPr bwMode="auto">
              <a:xfrm>
                <a:off x="432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5" name="Freeform 326"/>
              <p:cNvSpPr>
                <a:spLocks noChangeArrowheads="1"/>
              </p:cNvSpPr>
              <p:nvPr/>
            </p:nvSpPr>
            <p:spPr bwMode="auto">
              <a:xfrm>
                <a:off x="431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6" name="Freeform 327"/>
              <p:cNvSpPr>
                <a:spLocks noChangeArrowheads="1"/>
              </p:cNvSpPr>
              <p:nvPr/>
            </p:nvSpPr>
            <p:spPr bwMode="auto">
              <a:xfrm>
                <a:off x="4291"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7" name="Freeform 328"/>
              <p:cNvSpPr>
                <a:spLocks noChangeArrowheads="1"/>
              </p:cNvSpPr>
              <p:nvPr/>
            </p:nvSpPr>
            <p:spPr bwMode="auto">
              <a:xfrm>
                <a:off x="4272"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8" name="Freeform 329"/>
              <p:cNvSpPr>
                <a:spLocks noChangeArrowheads="1"/>
              </p:cNvSpPr>
              <p:nvPr/>
            </p:nvSpPr>
            <p:spPr bwMode="auto">
              <a:xfrm>
                <a:off x="4253"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69" name="Freeform 330"/>
              <p:cNvSpPr>
                <a:spLocks noChangeArrowheads="1"/>
              </p:cNvSpPr>
              <p:nvPr/>
            </p:nvSpPr>
            <p:spPr bwMode="auto">
              <a:xfrm>
                <a:off x="423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0" name="Freeform 331"/>
              <p:cNvSpPr>
                <a:spLocks noChangeArrowheads="1"/>
              </p:cNvSpPr>
              <p:nvPr/>
            </p:nvSpPr>
            <p:spPr bwMode="auto">
              <a:xfrm>
                <a:off x="421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1" name="Freeform 332"/>
              <p:cNvSpPr>
                <a:spLocks noChangeArrowheads="1"/>
              </p:cNvSpPr>
              <p:nvPr/>
            </p:nvSpPr>
            <p:spPr bwMode="auto">
              <a:xfrm>
                <a:off x="4195"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2" name="Freeform 333"/>
              <p:cNvSpPr>
                <a:spLocks noChangeArrowheads="1"/>
              </p:cNvSpPr>
              <p:nvPr/>
            </p:nvSpPr>
            <p:spPr bwMode="auto">
              <a:xfrm>
                <a:off x="4176"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3" name="Freeform 334"/>
              <p:cNvSpPr>
                <a:spLocks noChangeArrowheads="1"/>
              </p:cNvSpPr>
              <p:nvPr/>
            </p:nvSpPr>
            <p:spPr bwMode="auto">
              <a:xfrm>
                <a:off x="4157"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4" name="Freeform 335"/>
              <p:cNvSpPr>
                <a:spLocks noChangeArrowheads="1"/>
              </p:cNvSpPr>
              <p:nvPr/>
            </p:nvSpPr>
            <p:spPr bwMode="auto">
              <a:xfrm>
                <a:off x="413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5" name="Freeform 336"/>
              <p:cNvSpPr>
                <a:spLocks noChangeArrowheads="1"/>
              </p:cNvSpPr>
              <p:nvPr/>
            </p:nvSpPr>
            <p:spPr bwMode="auto">
              <a:xfrm>
                <a:off x="411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6" name="Freeform 337"/>
              <p:cNvSpPr>
                <a:spLocks noChangeArrowheads="1"/>
              </p:cNvSpPr>
              <p:nvPr/>
            </p:nvSpPr>
            <p:spPr bwMode="auto">
              <a:xfrm>
                <a:off x="4099"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7" name="Freeform 338"/>
              <p:cNvSpPr>
                <a:spLocks noChangeArrowheads="1"/>
              </p:cNvSpPr>
              <p:nvPr/>
            </p:nvSpPr>
            <p:spPr bwMode="auto">
              <a:xfrm>
                <a:off x="4080"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8" name="Freeform 339"/>
              <p:cNvSpPr>
                <a:spLocks noChangeArrowheads="1"/>
              </p:cNvSpPr>
              <p:nvPr/>
            </p:nvSpPr>
            <p:spPr bwMode="auto">
              <a:xfrm>
                <a:off x="406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79" name="Freeform 340"/>
              <p:cNvSpPr>
                <a:spLocks noChangeArrowheads="1"/>
              </p:cNvSpPr>
              <p:nvPr/>
            </p:nvSpPr>
            <p:spPr bwMode="auto">
              <a:xfrm>
                <a:off x="404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0" name="Freeform 341"/>
              <p:cNvSpPr>
                <a:spLocks noChangeArrowheads="1"/>
              </p:cNvSpPr>
              <p:nvPr/>
            </p:nvSpPr>
            <p:spPr bwMode="auto">
              <a:xfrm>
                <a:off x="402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1" name="Freeform 342"/>
              <p:cNvSpPr>
                <a:spLocks noChangeArrowheads="1"/>
              </p:cNvSpPr>
              <p:nvPr/>
            </p:nvSpPr>
            <p:spPr bwMode="auto">
              <a:xfrm>
                <a:off x="400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2" name="Freeform 343"/>
              <p:cNvSpPr>
                <a:spLocks noChangeArrowheads="1"/>
              </p:cNvSpPr>
              <p:nvPr/>
            </p:nvSpPr>
            <p:spPr bwMode="auto">
              <a:xfrm>
                <a:off x="3984"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3" name="Freeform 344"/>
              <p:cNvSpPr>
                <a:spLocks noChangeArrowheads="1"/>
              </p:cNvSpPr>
              <p:nvPr/>
            </p:nvSpPr>
            <p:spPr bwMode="auto">
              <a:xfrm>
                <a:off x="396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4" name="Freeform 345"/>
              <p:cNvSpPr>
                <a:spLocks noChangeArrowheads="1"/>
              </p:cNvSpPr>
              <p:nvPr/>
            </p:nvSpPr>
            <p:spPr bwMode="auto">
              <a:xfrm>
                <a:off x="3945"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5" name="Freeform 346"/>
              <p:cNvSpPr>
                <a:spLocks noChangeArrowheads="1"/>
              </p:cNvSpPr>
              <p:nvPr/>
            </p:nvSpPr>
            <p:spPr bwMode="auto">
              <a:xfrm>
                <a:off x="3926"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6" name="Freeform 347"/>
              <p:cNvSpPr>
                <a:spLocks noChangeArrowheads="1"/>
              </p:cNvSpPr>
              <p:nvPr/>
            </p:nvSpPr>
            <p:spPr bwMode="auto">
              <a:xfrm>
                <a:off x="3907"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7" name="Freeform 348"/>
              <p:cNvSpPr>
                <a:spLocks noChangeArrowheads="1"/>
              </p:cNvSpPr>
              <p:nvPr/>
            </p:nvSpPr>
            <p:spPr bwMode="auto">
              <a:xfrm>
                <a:off x="3888"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8" name="Freeform 349"/>
              <p:cNvSpPr>
                <a:spLocks noChangeArrowheads="1"/>
              </p:cNvSpPr>
              <p:nvPr/>
            </p:nvSpPr>
            <p:spPr bwMode="auto">
              <a:xfrm>
                <a:off x="386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89" name="Freeform 350"/>
              <p:cNvSpPr>
                <a:spLocks noChangeArrowheads="1"/>
              </p:cNvSpPr>
              <p:nvPr/>
            </p:nvSpPr>
            <p:spPr bwMode="auto">
              <a:xfrm>
                <a:off x="384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0" name="Freeform 351"/>
              <p:cNvSpPr>
                <a:spLocks noChangeArrowheads="1"/>
              </p:cNvSpPr>
              <p:nvPr/>
            </p:nvSpPr>
            <p:spPr bwMode="auto">
              <a:xfrm>
                <a:off x="3830"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1" name="Freeform 352"/>
              <p:cNvSpPr>
                <a:spLocks noChangeArrowheads="1"/>
              </p:cNvSpPr>
              <p:nvPr/>
            </p:nvSpPr>
            <p:spPr bwMode="auto">
              <a:xfrm>
                <a:off x="3811"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2" name="Freeform 353"/>
              <p:cNvSpPr>
                <a:spLocks noChangeArrowheads="1"/>
              </p:cNvSpPr>
              <p:nvPr/>
            </p:nvSpPr>
            <p:spPr bwMode="auto">
              <a:xfrm>
                <a:off x="3792"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3" name="Freeform 354"/>
              <p:cNvSpPr>
                <a:spLocks noChangeArrowheads="1"/>
              </p:cNvSpPr>
              <p:nvPr/>
            </p:nvSpPr>
            <p:spPr bwMode="auto">
              <a:xfrm>
                <a:off x="3772"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4" name="Freeform 355"/>
              <p:cNvSpPr>
                <a:spLocks noChangeArrowheads="1"/>
              </p:cNvSpPr>
              <p:nvPr/>
            </p:nvSpPr>
            <p:spPr bwMode="auto">
              <a:xfrm>
                <a:off x="375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5" name="Freeform 356"/>
              <p:cNvSpPr>
                <a:spLocks noChangeArrowheads="1"/>
              </p:cNvSpPr>
              <p:nvPr/>
            </p:nvSpPr>
            <p:spPr bwMode="auto">
              <a:xfrm>
                <a:off x="3734"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6" name="Freeform 357"/>
              <p:cNvSpPr>
                <a:spLocks noChangeArrowheads="1"/>
              </p:cNvSpPr>
              <p:nvPr/>
            </p:nvSpPr>
            <p:spPr bwMode="auto">
              <a:xfrm>
                <a:off x="3715"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7" name="Freeform 358"/>
              <p:cNvSpPr>
                <a:spLocks noChangeArrowheads="1"/>
              </p:cNvSpPr>
              <p:nvPr/>
            </p:nvSpPr>
            <p:spPr bwMode="auto">
              <a:xfrm>
                <a:off x="3696"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8" name="Freeform 359"/>
              <p:cNvSpPr>
                <a:spLocks noChangeArrowheads="1"/>
              </p:cNvSpPr>
              <p:nvPr/>
            </p:nvSpPr>
            <p:spPr bwMode="auto">
              <a:xfrm>
                <a:off x="3676"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199" name="Freeform 360"/>
              <p:cNvSpPr>
                <a:spLocks noChangeArrowheads="1"/>
              </p:cNvSpPr>
              <p:nvPr/>
            </p:nvSpPr>
            <p:spPr bwMode="auto">
              <a:xfrm>
                <a:off x="365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0" name="Freeform 361"/>
              <p:cNvSpPr>
                <a:spLocks noChangeArrowheads="1"/>
              </p:cNvSpPr>
              <p:nvPr/>
            </p:nvSpPr>
            <p:spPr bwMode="auto">
              <a:xfrm>
                <a:off x="3638"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1" name="Freeform 362"/>
              <p:cNvSpPr>
                <a:spLocks noChangeArrowheads="1"/>
              </p:cNvSpPr>
              <p:nvPr/>
            </p:nvSpPr>
            <p:spPr bwMode="auto">
              <a:xfrm>
                <a:off x="3619"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2" name="Freeform 363"/>
              <p:cNvSpPr>
                <a:spLocks noChangeArrowheads="1"/>
              </p:cNvSpPr>
              <p:nvPr/>
            </p:nvSpPr>
            <p:spPr bwMode="auto">
              <a:xfrm>
                <a:off x="3600"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3" name="Freeform 364"/>
              <p:cNvSpPr>
                <a:spLocks noChangeArrowheads="1"/>
              </p:cNvSpPr>
              <p:nvPr/>
            </p:nvSpPr>
            <p:spPr bwMode="auto">
              <a:xfrm>
                <a:off x="358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4" name="Freeform 365"/>
              <p:cNvSpPr>
                <a:spLocks noChangeArrowheads="1"/>
              </p:cNvSpPr>
              <p:nvPr/>
            </p:nvSpPr>
            <p:spPr bwMode="auto">
              <a:xfrm>
                <a:off x="356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5" name="Freeform 366"/>
              <p:cNvSpPr>
                <a:spLocks noChangeArrowheads="1"/>
              </p:cNvSpPr>
              <p:nvPr/>
            </p:nvSpPr>
            <p:spPr bwMode="auto">
              <a:xfrm>
                <a:off x="354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6" name="Freeform 367"/>
              <p:cNvSpPr>
                <a:spLocks noChangeArrowheads="1"/>
              </p:cNvSpPr>
              <p:nvPr/>
            </p:nvSpPr>
            <p:spPr bwMode="auto">
              <a:xfrm>
                <a:off x="352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7" name="Freeform 368"/>
              <p:cNvSpPr>
                <a:spLocks noChangeArrowheads="1"/>
              </p:cNvSpPr>
              <p:nvPr/>
            </p:nvSpPr>
            <p:spPr bwMode="auto">
              <a:xfrm>
                <a:off x="350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8" name="Freeform 369"/>
              <p:cNvSpPr>
                <a:spLocks noChangeArrowheads="1"/>
              </p:cNvSpPr>
              <p:nvPr/>
            </p:nvSpPr>
            <p:spPr bwMode="auto">
              <a:xfrm>
                <a:off x="348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09" name="Freeform 370"/>
              <p:cNvSpPr>
                <a:spLocks noChangeArrowheads="1"/>
              </p:cNvSpPr>
              <p:nvPr/>
            </p:nvSpPr>
            <p:spPr bwMode="auto">
              <a:xfrm>
                <a:off x="3469" y="3481"/>
                <a:ext cx="9" cy="10"/>
              </a:xfrm>
              <a:custGeom>
                <a:avLst/>
                <a:gdLst>
                  <a:gd name="T0" fmla="*/ 8 w 9"/>
                  <a:gd name="T1" fmla="*/ 9 h 10"/>
                  <a:gd name="T2" fmla="*/ 9 w 9"/>
                  <a:gd name="T3" fmla="*/ 5 h 10"/>
                  <a:gd name="T4" fmla="*/ 7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7"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0" name="Freeform 371"/>
              <p:cNvSpPr>
                <a:spLocks noChangeArrowheads="1"/>
              </p:cNvSpPr>
              <p:nvPr/>
            </p:nvSpPr>
            <p:spPr bwMode="auto">
              <a:xfrm>
                <a:off x="3453" y="3492"/>
                <a:ext cx="10" cy="10"/>
              </a:xfrm>
              <a:custGeom>
                <a:avLst/>
                <a:gdLst>
                  <a:gd name="T0" fmla="*/ 8 w 10"/>
                  <a:gd name="T1" fmla="*/ 8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8 h 10"/>
                  <a:gd name="T16" fmla="*/ 5 w 10"/>
                  <a:gd name="T17" fmla="*/ 10 h 10"/>
                  <a:gd name="T18" fmla="*/ 8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8"/>
                    </a:moveTo>
                    <a:lnTo>
                      <a:pt x="10" y="5"/>
                    </a:lnTo>
                    <a:lnTo>
                      <a:pt x="8" y="1"/>
                    </a:lnTo>
                    <a:lnTo>
                      <a:pt x="5" y="0"/>
                    </a:lnTo>
                    <a:lnTo>
                      <a:pt x="1" y="1"/>
                    </a:lnTo>
                    <a:lnTo>
                      <a:pt x="0" y="5"/>
                    </a:lnTo>
                    <a:lnTo>
                      <a:pt x="1"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1" name="Freeform 372"/>
              <p:cNvSpPr>
                <a:spLocks noChangeArrowheads="1"/>
              </p:cNvSpPr>
              <p:nvPr/>
            </p:nvSpPr>
            <p:spPr bwMode="auto">
              <a:xfrm>
                <a:off x="3437" y="350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7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7"/>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2" name="Freeform 373"/>
              <p:cNvSpPr>
                <a:spLocks noChangeArrowheads="1"/>
              </p:cNvSpPr>
              <p:nvPr/>
            </p:nvSpPr>
            <p:spPr bwMode="auto">
              <a:xfrm>
                <a:off x="3422" y="3515"/>
                <a:ext cx="9" cy="9"/>
              </a:xfrm>
              <a:custGeom>
                <a:avLst/>
                <a:gdLst>
                  <a:gd name="T0" fmla="*/ 8 w 9"/>
                  <a:gd name="T1" fmla="*/ 8 h 9"/>
                  <a:gd name="T2" fmla="*/ 9 w 9"/>
                  <a:gd name="T3" fmla="*/ 5 h 9"/>
                  <a:gd name="T4" fmla="*/ 8 w 9"/>
                  <a:gd name="T5" fmla="*/ 1 h 9"/>
                  <a:gd name="T6" fmla="*/ 5 w 9"/>
                  <a:gd name="T7" fmla="*/ 0 h 9"/>
                  <a:gd name="T8" fmla="*/ 1 w 9"/>
                  <a:gd name="T9" fmla="*/ 1 h 9"/>
                  <a:gd name="T10" fmla="*/ 1 w 9"/>
                  <a:gd name="T11" fmla="*/ 1 h 9"/>
                  <a:gd name="T12" fmla="*/ 0 w 9"/>
                  <a:gd name="T13" fmla="*/ 5 h 9"/>
                  <a:gd name="T14" fmla="*/ 1 w 9"/>
                  <a:gd name="T15" fmla="*/ 8 h 9"/>
                  <a:gd name="T16" fmla="*/ 5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5"/>
                    </a:lnTo>
                    <a:lnTo>
                      <a:pt x="8" y="1"/>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3" name="Freeform 374"/>
              <p:cNvSpPr>
                <a:spLocks noChangeArrowheads="1"/>
              </p:cNvSpPr>
              <p:nvPr/>
            </p:nvSpPr>
            <p:spPr bwMode="auto">
              <a:xfrm>
                <a:off x="3406" y="3526"/>
                <a:ext cx="10" cy="9"/>
              </a:xfrm>
              <a:custGeom>
                <a:avLst/>
                <a:gdLst>
                  <a:gd name="T0" fmla="*/ 9 w 10"/>
                  <a:gd name="T1" fmla="*/ 8 h 9"/>
                  <a:gd name="T2" fmla="*/ 10 w 10"/>
                  <a:gd name="T3" fmla="*/ 4 h 9"/>
                  <a:gd name="T4" fmla="*/ 9 w 10"/>
                  <a:gd name="T5" fmla="*/ 2 h 9"/>
                  <a:gd name="T6" fmla="*/ 5 w 10"/>
                  <a:gd name="T7" fmla="*/ 0 h 9"/>
                  <a:gd name="T8" fmla="*/ 1 w 10"/>
                  <a:gd name="T9" fmla="*/ 1 h 9"/>
                  <a:gd name="T10" fmla="*/ 1 w 10"/>
                  <a:gd name="T11" fmla="*/ 1 h 9"/>
                  <a:gd name="T12" fmla="*/ 0 w 10"/>
                  <a:gd name="T13" fmla="*/ 4 h 9"/>
                  <a:gd name="T14" fmla="*/ 1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4"/>
                    </a:lnTo>
                    <a:lnTo>
                      <a:pt x="9" y="2"/>
                    </a:lnTo>
                    <a:lnTo>
                      <a:pt x="5" y="0"/>
                    </a:lnTo>
                    <a:lnTo>
                      <a:pt x="1" y="1"/>
                    </a:lnTo>
                    <a:lnTo>
                      <a:pt x="0" y="4"/>
                    </a:lnTo>
                    <a:lnTo>
                      <a:pt x="1"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4" name="Freeform 375"/>
              <p:cNvSpPr>
                <a:spLocks noChangeArrowheads="1"/>
              </p:cNvSpPr>
              <p:nvPr/>
            </p:nvSpPr>
            <p:spPr bwMode="auto">
              <a:xfrm>
                <a:off x="3391" y="3538"/>
                <a:ext cx="9" cy="9"/>
              </a:xfrm>
              <a:custGeom>
                <a:avLst/>
                <a:gdLst>
                  <a:gd name="T0" fmla="*/ 8 w 9"/>
                  <a:gd name="T1" fmla="*/ 8 h 9"/>
                  <a:gd name="T2" fmla="*/ 9 w 9"/>
                  <a:gd name="T3" fmla="*/ 4 h 9"/>
                  <a:gd name="T4" fmla="*/ 8 w 9"/>
                  <a:gd name="T5" fmla="*/ 1 h 9"/>
                  <a:gd name="T6" fmla="*/ 4 w 9"/>
                  <a:gd name="T7" fmla="*/ 0 h 9"/>
                  <a:gd name="T8" fmla="*/ 1 w 9"/>
                  <a:gd name="T9" fmla="*/ 1 h 9"/>
                  <a:gd name="T10" fmla="*/ 1 w 9"/>
                  <a:gd name="T11" fmla="*/ 1 h 9"/>
                  <a:gd name="T12" fmla="*/ 0 w 9"/>
                  <a:gd name="T13" fmla="*/ 4 h 9"/>
                  <a:gd name="T14" fmla="*/ 1 w 9"/>
                  <a:gd name="T15" fmla="*/ 8 h 9"/>
                  <a:gd name="T16" fmla="*/ 4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4"/>
                    </a:lnTo>
                    <a:lnTo>
                      <a:pt x="8" y="1"/>
                    </a:lnTo>
                    <a:lnTo>
                      <a:pt x="4" y="0"/>
                    </a:lnTo>
                    <a:lnTo>
                      <a:pt x="1" y="1"/>
                    </a:lnTo>
                    <a:lnTo>
                      <a:pt x="0" y="4"/>
                    </a:lnTo>
                    <a:lnTo>
                      <a:pt x="1" y="8"/>
                    </a:lnTo>
                    <a:lnTo>
                      <a:pt x="4"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5" name="Freeform 376"/>
              <p:cNvSpPr>
                <a:spLocks noChangeArrowheads="1"/>
              </p:cNvSpPr>
              <p:nvPr/>
            </p:nvSpPr>
            <p:spPr bwMode="auto">
              <a:xfrm>
                <a:off x="3375" y="3548"/>
                <a:ext cx="10" cy="10"/>
              </a:xfrm>
              <a:custGeom>
                <a:avLst/>
                <a:gdLst>
                  <a:gd name="T0" fmla="*/ 8 w 10"/>
                  <a:gd name="T1" fmla="*/ 9 h 10"/>
                  <a:gd name="T2" fmla="*/ 10 w 10"/>
                  <a:gd name="T3" fmla="*/ 5 h 10"/>
                  <a:gd name="T4" fmla="*/ 8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2"/>
                    </a:lnTo>
                    <a:lnTo>
                      <a:pt x="5" y="0"/>
                    </a:lnTo>
                    <a:lnTo>
                      <a:pt x="1" y="2"/>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6" name="Freeform 377"/>
              <p:cNvSpPr>
                <a:spLocks noChangeArrowheads="1"/>
              </p:cNvSpPr>
              <p:nvPr/>
            </p:nvSpPr>
            <p:spPr bwMode="auto">
              <a:xfrm>
                <a:off x="3359" y="3560"/>
                <a:ext cx="10" cy="10"/>
              </a:xfrm>
              <a:custGeom>
                <a:avLst/>
                <a:gdLst>
                  <a:gd name="T0" fmla="*/ 9 w 10"/>
                  <a:gd name="T1" fmla="*/ 9 h 10"/>
                  <a:gd name="T2" fmla="*/ 10 w 10"/>
                  <a:gd name="T3" fmla="*/ 5 h 10"/>
                  <a:gd name="T4" fmla="*/ 9 w 10"/>
                  <a:gd name="T5" fmla="*/ 2 h 10"/>
                  <a:gd name="T6" fmla="*/ 5 w 10"/>
                  <a:gd name="T7" fmla="*/ 0 h 10"/>
                  <a:gd name="T8" fmla="*/ 2 w 10"/>
                  <a:gd name="T9" fmla="*/ 2 h 10"/>
                  <a:gd name="T10" fmla="*/ 2 w 10"/>
                  <a:gd name="T11" fmla="*/ 2 h 10"/>
                  <a:gd name="T12" fmla="*/ 0 w 10"/>
                  <a:gd name="T13" fmla="*/ 5 h 10"/>
                  <a:gd name="T14" fmla="*/ 2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2" y="2"/>
                    </a:lnTo>
                    <a:lnTo>
                      <a:pt x="0" y="5"/>
                    </a:lnTo>
                    <a:lnTo>
                      <a:pt x="2"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7" name="Freeform 378"/>
              <p:cNvSpPr>
                <a:spLocks noChangeArrowheads="1"/>
              </p:cNvSpPr>
              <p:nvPr/>
            </p:nvSpPr>
            <p:spPr bwMode="auto">
              <a:xfrm>
                <a:off x="3344" y="3571"/>
                <a:ext cx="9" cy="10"/>
              </a:xfrm>
              <a:custGeom>
                <a:avLst/>
                <a:gdLst>
                  <a:gd name="T0" fmla="*/ 8 w 9"/>
                  <a:gd name="T1" fmla="*/ 9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1 w 9"/>
                  <a:gd name="T15" fmla="*/ 9 h 10"/>
                  <a:gd name="T16" fmla="*/ 5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8" name="Freeform 379"/>
              <p:cNvSpPr>
                <a:spLocks noChangeArrowheads="1"/>
              </p:cNvSpPr>
              <p:nvPr/>
            </p:nvSpPr>
            <p:spPr bwMode="auto">
              <a:xfrm>
                <a:off x="3328" y="3583"/>
                <a:ext cx="10" cy="10"/>
              </a:xfrm>
              <a:custGeom>
                <a:avLst/>
                <a:gdLst>
                  <a:gd name="T0" fmla="*/ 9 w 10"/>
                  <a:gd name="T1" fmla="*/ 9 h 10"/>
                  <a:gd name="T2" fmla="*/ 10 w 10"/>
                  <a:gd name="T3" fmla="*/ 5 h 10"/>
                  <a:gd name="T4" fmla="*/ 9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1" y="1"/>
                    </a:lnTo>
                    <a:lnTo>
                      <a:pt x="0" y="5"/>
                    </a:lnTo>
                    <a:lnTo>
                      <a:pt x="1" y="7"/>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19" name="Freeform 380"/>
              <p:cNvSpPr>
                <a:spLocks noChangeArrowheads="1"/>
              </p:cNvSpPr>
              <p:nvPr/>
            </p:nvSpPr>
            <p:spPr bwMode="auto">
              <a:xfrm>
                <a:off x="3313" y="3594"/>
                <a:ext cx="9" cy="10"/>
              </a:xfrm>
              <a:custGeom>
                <a:avLst/>
                <a:gdLst>
                  <a:gd name="T0" fmla="*/ 8 w 9"/>
                  <a:gd name="T1" fmla="*/ 8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8 h 10"/>
                  <a:gd name="T16" fmla="*/ 4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4" y="0"/>
                    </a:lnTo>
                    <a:lnTo>
                      <a:pt x="1" y="1"/>
                    </a:lnTo>
                    <a:lnTo>
                      <a:pt x="0" y="5"/>
                    </a:lnTo>
                    <a:lnTo>
                      <a:pt x="1" y="8"/>
                    </a:lnTo>
                    <a:lnTo>
                      <a:pt x="4"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0" name="Freeform 381"/>
              <p:cNvSpPr>
                <a:spLocks noChangeArrowheads="1"/>
              </p:cNvSpPr>
              <p:nvPr/>
            </p:nvSpPr>
            <p:spPr bwMode="auto">
              <a:xfrm>
                <a:off x="3297" y="3605"/>
                <a:ext cx="10" cy="9"/>
              </a:xfrm>
              <a:custGeom>
                <a:avLst/>
                <a:gdLst>
                  <a:gd name="T0" fmla="*/ 8 w 10"/>
                  <a:gd name="T1" fmla="*/ 8 h 9"/>
                  <a:gd name="T2" fmla="*/ 10 w 10"/>
                  <a:gd name="T3" fmla="*/ 5 h 9"/>
                  <a:gd name="T4" fmla="*/ 8 w 10"/>
                  <a:gd name="T5" fmla="*/ 2 h 9"/>
                  <a:gd name="T6" fmla="*/ 5 w 10"/>
                  <a:gd name="T7" fmla="*/ 0 h 9"/>
                  <a:gd name="T8" fmla="*/ 1 w 10"/>
                  <a:gd name="T9" fmla="*/ 1 h 9"/>
                  <a:gd name="T10" fmla="*/ 1 w 10"/>
                  <a:gd name="T11" fmla="*/ 1 h 9"/>
                  <a:gd name="T12" fmla="*/ 0 w 10"/>
                  <a:gd name="T13" fmla="*/ 5 h 9"/>
                  <a:gd name="T14" fmla="*/ 1 w 10"/>
                  <a:gd name="T15" fmla="*/ 8 h 9"/>
                  <a:gd name="T16" fmla="*/ 5 w 10"/>
                  <a:gd name="T17" fmla="*/ 9 h 9"/>
                  <a:gd name="T18" fmla="*/ 8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8" y="8"/>
                    </a:moveTo>
                    <a:lnTo>
                      <a:pt x="10" y="5"/>
                    </a:lnTo>
                    <a:lnTo>
                      <a:pt x="8" y="2"/>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1" name="Freeform 382"/>
              <p:cNvSpPr>
                <a:spLocks noChangeArrowheads="1"/>
              </p:cNvSpPr>
              <p:nvPr/>
            </p:nvSpPr>
            <p:spPr bwMode="auto">
              <a:xfrm>
                <a:off x="3281" y="3617"/>
                <a:ext cx="10" cy="9"/>
              </a:xfrm>
              <a:custGeom>
                <a:avLst/>
                <a:gdLst>
                  <a:gd name="T0" fmla="*/ 9 w 10"/>
                  <a:gd name="T1" fmla="*/ 8 h 9"/>
                  <a:gd name="T2" fmla="*/ 10 w 10"/>
                  <a:gd name="T3" fmla="*/ 5 h 9"/>
                  <a:gd name="T4" fmla="*/ 9 w 10"/>
                  <a:gd name="T5" fmla="*/ 1 h 9"/>
                  <a:gd name="T6" fmla="*/ 5 w 10"/>
                  <a:gd name="T7" fmla="*/ 0 h 9"/>
                  <a:gd name="T8" fmla="*/ 2 w 10"/>
                  <a:gd name="T9" fmla="*/ 1 h 9"/>
                  <a:gd name="T10" fmla="*/ 2 w 10"/>
                  <a:gd name="T11" fmla="*/ 1 h 9"/>
                  <a:gd name="T12" fmla="*/ 0 w 10"/>
                  <a:gd name="T13" fmla="*/ 5 h 9"/>
                  <a:gd name="T14" fmla="*/ 2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5"/>
                    </a:lnTo>
                    <a:lnTo>
                      <a:pt x="9" y="1"/>
                    </a:lnTo>
                    <a:lnTo>
                      <a:pt x="5" y="0"/>
                    </a:lnTo>
                    <a:lnTo>
                      <a:pt x="2" y="1"/>
                    </a:lnTo>
                    <a:lnTo>
                      <a:pt x="0" y="5"/>
                    </a:lnTo>
                    <a:lnTo>
                      <a:pt x="2"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grpSp>
        <p:grpSp>
          <p:nvGrpSpPr>
            <p:cNvPr id="36222" name="Group 383"/>
            <p:cNvGrpSpPr>
              <a:grpSpLocks/>
            </p:cNvGrpSpPr>
            <p:nvPr/>
          </p:nvGrpSpPr>
          <p:grpSpPr bwMode="auto">
            <a:xfrm>
              <a:off x="4160" y="3474"/>
              <a:ext cx="198" cy="535"/>
              <a:chOff x="4160" y="3474"/>
              <a:chExt cx="198" cy="535"/>
            </a:xfrm>
          </p:grpSpPr>
          <p:sp>
            <p:nvSpPr>
              <p:cNvPr id="36223" name="Freeform 384"/>
              <p:cNvSpPr>
                <a:spLocks noChangeArrowheads="1"/>
              </p:cNvSpPr>
              <p:nvPr/>
            </p:nvSpPr>
            <p:spPr bwMode="auto">
              <a:xfrm>
                <a:off x="4165" y="3478"/>
                <a:ext cx="188" cy="531"/>
              </a:xfrm>
              <a:custGeom>
                <a:avLst/>
                <a:gdLst>
                  <a:gd name="T0" fmla="*/ 0 w 188"/>
                  <a:gd name="T1" fmla="*/ 156 h 531"/>
                  <a:gd name="T2" fmla="*/ 0 w 188"/>
                  <a:gd name="T3" fmla="*/ 531 h 531"/>
                  <a:gd name="T4" fmla="*/ 188 w 188"/>
                  <a:gd name="T5" fmla="*/ 313 h 531"/>
                  <a:gd name="T6" fmla="*/ 188 w 188"/>
                  <a:gd name="T7" fmla="*/ 0 h 531"/>
                  <a:gd name="T8" fmla="*/ 0 w 188"/>
                  <a:gd name="T9" fmla="*/ 156 h 531"/>
                </a:gdLst>
                <a:ahLst/>
                <a:cxnLst>
                  <a:cxn ang="0">
                    <a:pos x="T0" y="T1"/>
                  </a:cxn>
                  <a:cxn ang="0">
                    <a:pos x="T2" y="T3"/>
                  </a:cxn>
                  <a:cxn ang="0">
                    <a:pos x="T4" y="T5"/>
                  </a:cxn>
                  <a:cxn ang="0">
                    <a:pos x="T6" y="T7"/>
                  </a:cxn>
                  <a:cxn ang="0">
                    <a:pos x="T8" y="T9"/>
                  </a:cxn>
                </a:cxnLst>
                <a:rect l="0" t="0" r="r" b="b"/>
                <a:pathLst>
                  <a:path w="188" h="531">
                    <a:moveTo>
                      <a:pt x="0" y="156"/>
                    </a:moveTo>
                    <a:lnTo>
                      <a:pt x="0" y="531"/>
                    </a:lnTo>
                    <a:lnTo>
                      <a:pt x="188" y="313"/>
                    </a:lnTo>
                    <a:lnTo>
                      <a:pt x="188" y="0"/>
                    </a:lnTo>
                    <a:lnTo>
                      <a:pt x="0" y="156"/>
                    </a:lnTo>
                    <a:close/>
                  </a:path>
                </a:pathLst>
              </a:custGeom>
              <a:solidFill>
                <a:srgbClr val="6767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4" name="Freeform 385"/>
              <p:cNvSpPr>
                <a:spLocks noChangeArrowheads="1"/>
              </p:cNvSpPr>
              <p:nvPr/>
            </p:nvSpPr>
            <p:spPr bwMode="auto">
              <a:xfrm>
                <a:off x="4160" y="3629"/>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5" name="Freeform 386"/>
              <p:cNvSpPr>
                <a:spLocks noChangeArrowheads="1"/>
              </p:cNvSpPr>
              <p:nvPr/>
            </p:nvSpPr>
            <p:spPr bwMode="auto">
              <a:xfrm>
                <a:off x="4160" y="3648"/>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6" name="Freeform 387"/>
              <p:cNvSpPr>
                <a:spLocks noChangeArrowheads="1"/>
              </p:cNvSpPr>
              <p:nvPr/>
            </p:nvSpPr>
            <p:spPr bwMode="auto">
              <a:xfrm>
                <a:off x="4160" y="366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7" name="Freeform 388"/>
              <p:cNvSpPr>
                <a:spLocks noChangeArrowheads="1"/>
              </p:cNvSpPr>
              <p:nvPr/>
            </p:nvSpPr>
            <p:spPr bwMode="auto">
              <a:xfrm>
                <a:off x="4160" y="3686"/>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8" name="Freeform 389"/>
              <p:cNvSpPr>
                <a:spLocks noChangeArrowheads="1"/>
              </p:cNvSpPr>
              <p:nvPr/>
            </p:nvSpPr>
            <p:spPr bwMode="auto">
              <a:xfrm>
                <a:off x="4160" y="3706"/>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29" name="Freeform 390"/>
              <p:cNvSpPr>
                <a:spLocks noChangeArrowheads="1"/>
              </p:cNvSpPr>
              <p:nvPr/>
            </p:nvSpPr>
            <p:spPr bwMode="auto">
              <a:xfrm>
                <a:off x="4160" y="3725"/>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0" name="Freeform 391"/>
              <p:cNvSpPr>
                <a:spLocks noChangeArrowheads="1"/>
              </p:cNvSpPr>
              <p:nvPr/>
            </p:nvSpPr>
            <p:spPr bwMode="auto">
              <a:xfrm>
                <a:off x="4160" y="3744"/>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1" name="Freeform 392"/>
              <p:cNvSpPr>
                <a:spLocks noChangeArrowheads="1"/>
              </p:cNvSpPr>
              <p:nvPr/>
            </p:nvSpPr>
            <p:spPr bwMode="auto">
              <a:xfrm>
                <a:off x="4160" y="3763"/>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2" name="Freeform 393"/>
              <p:cNvSpPr>
                <a:spLocks noChangeArrowheads="1"/>
              </p:cNvSpPr>
              <p:nvPr/>
            </p:nvSpPr>
            <p:spPr bwMode="auto">
              <a:xfrm>
                <a:off x="4160" y="3782"/>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3" name="Freeform 394"/>
              <p:cNvSpPr>
                <a:spLocks noChangeArrowheads="1"/>
              </p:cNvSpPr>
              <p:nvPr/>
            </p:nvSpPr>
            <p:spPr bwMode="auto">
              <a:xfrm>
                <a:off x="4160" y="3802"/>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4" name="Freeform 395"/>
              <p:cNvSpPr>
                <a:spLocks noChangeArrowheads="1"/>
              </p:cNvSpPr>
              <p:nvPr/>
            </p:nvSpPr>
            <p:spPr bwMode="auto">
              <a:xfrm>
                <a:off x="4160" y="3821"/>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5" name="Freeform 396"/>
              <p:cNvSpPr>
                <a:spLocks noChangeArrowheads="1"/>
              </p:cNvSpPr>
              <p:nvPr/>
            </p:nvSpPr>
            <p:spPr bwMode="auto">
              <a:xfrm>
                <a:off x="4160" y="3840"/>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6" name="Freeform 397"/>
              <p:cNvSpPr>
                <a:spLocks noChangeArrowheads="1"/>
              </p:cNvSpPr>
              <p:nvPr/>
            </p:nvSpPr>
            <p:spPr bwMode="auto">
              <a:xfrm>
                <a:off x="4160" y="3859"/>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7" name="Freeform 398"/>
              <p:cNvSpPr>
                <a:spLocks noChangeArrowheads="1"/>
              </p:cNvSpPr>
              <p:nvPr/>
            </p:nvSpPr>
            <p:spPr bwMode="auto">
              <a:xfrm>
                <a:off x="4160" y="3879"/>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8" name="Freeform 399"/>
              <p:cNvSpPr>
                <a:spLocks noChangeArrowheads="1"/>
              </p:cNvSpPr>
              <p:nvPr/>
            </p:nvSpPr>
            <p:spPr bwMode="auto">
              <a:xfrm>
                <a:off x="4160" y="3898"/>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39" name="Freeform 400"/>
              <p:cNvSpPr>
                <a:spLocks noChangeArrowheads="1"/>
              </p:cNvSpPr>
              <p:nvPr/>
            </p:nvSpPr>
            <p:spPr bwMode="auto">
              <a:xfrm>
                <a:off x="4160" y="391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0" name="Freeform 401"/>
              <p:cNvSpPr>
                <a:spLocks noChangeArrowheads="1"/>
              </p:cNvSpPr>
              <p:nvPr/>
            </p:nvSpPr>
            <p:spPr bwMode="auto">
              <a:xfrm>
                <a:off x="4160" y="3936"/>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1" name="Freeform 402"/>
              <p:cNvSpPr>
                <a:spLocks noChangeArrowheads="1"/>
              </p:cNvSpPr>
              <p:nvPr/>
            </p:nvSpPr>
            <p:spPr bwMode="auto">
              <a:xfrm>
                <a:off x="4160" y="3955"/>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2" name="Freeform 403"/>
              <p:cNvSpPr>
                <a:spLocks noChangeArrowheads="1"/>
              </p:cNvSpPr>
              <p:nvPr/>
            </p:nvSpPr>
            <p:spPr bwMode="auto">
              <a:xfrm>
                <a:off x="4160" y="3975"/>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3" name="Freeform 404"/>
              <p:cNvSpPr>
                <a:spLocks noChangeArrowheads="1"/>
              </p:cNvSpPr>
              <p:nvPr/>
            </p:nvSpPr>
            <p:spPr bwMode="auto">
              <a:xfrm>
                <a:off x="4160" y="3994"/>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4" name="Freeform 405"/>
              <p:cNvSpPr>
                <a:spLocks noChangeArrowheads="1"/>
              </p:cNvSpPr>
              <p:nvPr/>
            </p:nvSpPr>
            <p:spPr bwMode="auto">
              <a:xfrm>
                <a:off x="4166" y="3999"/>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5" name="Freeform 406"/>
              <p:cNvSpPr>
                <a:spLocks noChangeArrowheads="1"/>
              </p:cNvSpPr>
              <p:nvPr/>
            </p:nvSpPr>
            <p:spPr bwMode="auto">
              <a:xfrm>
                <a:off x="4178" y="3984"/>
                <a:ext cx="10" cy="10"/>
              </a:xfrm>
              <a:custGeom>
                <a:avLst/>
                <a:gdLst>
                  <a:gd name="T0" fmla="*/ 1 w 10"/>
                  <a:gd name="T1" fmla="*/ 1 h 10"/>
                  <a:gd name="T2" fmla="*/ 0 w 10"/>
                  <a:gd name="T3" fmla="*/ 5 h 10"/>
                  <a:gd name="T4" fmla="*/ 1 w 10"/>
                  <a:gd name="T5" fmla="*/ 7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9"/>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6" name="Freeform 407"/>
              <p:cNvSpPr>
                <a:spLocks noChangeArrowheads="1"/>
              </p:cNvSpPr>
              <p:nvPr/>
            </p:nvSpPr>
            <p:spPr bwMode="auto">
              <a:xfrm>
                <a:off x="4190" y="3969"/>
                <a:ext cx="10" cy="9"/>
              </a:xfrm>
              <a:custGeom>
                <a:avLst/>
                <a:gdLst>
                  <a:gd name="T0" fmla="*/ 1 w 10"/>
                  <a:gd name="T1" fmla="*/ 1 h 9"/>
                  <a:gd name="T2" fmla="*/ 0 w 10"/>
                  <a:gd name="T3" fmla="*/ 4 h 9"/>
                  <a:gd name="T4" fmla="*/ 3 w 10"/>
                  <a:gd name="T5" fmla="*/ 8 h 9"/>
                  <a:gd name="T6" fmla="*/ 5 w 10"/>
                  <a:gd name="T7" fmla="*/ 9 h 9"/>
                  <a:gd name="T8" fmla="*/ 9 w 10"/>
                  <a:gd name="T9" fmla="*/ 8 h 9"/>
                  <a:gd name="T10" fmla="*/ 9 w 10"/>
                  <a:gd name="T11" fmla="*/ 8 h 9"/>
                  <a:gd name="T12" fmla="*/ 10 w 10"/>
                  <a:gd name="T13" fmla="*/ 4 h 9"/>
                  <a:gd name="T14" fmla="*/ 9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3" y="8"/>
                    </a:lnTo>
                    <a:lnTo>
                      <a:pt x="5" y="9"/>
                    </a:lnTo>
                    <a:lnTo>
                      <a:pt x="9" y="8"/>
                    </a:lnTo>
                    <a:lnTo>
                      <a:pt x="10" y="4"/>
                    </a:lnTo>
                    <a:lnTo>
                      <a:pt x="9"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7" name="Freeform 408"/>
              <p:cNvSpPr>
                <a:spLocks noChangeArrowheads="1"/>
              </p:cNvSpPr>
              <p:nvPr/>
            </p:nvSpPr>
            <p:spPr bwMode="auto">
              <a:xfrm>
                <a:off x="4203" y="3954"/>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3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3"/>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8" name="Freeform 409"/>
              <p:cNvSpPr>
                <a:spLocks noChangeArrowheads="1"/>
              </p:cNvSpPr>
              <p:nvPr/>
            </p:nvSpPr>
            <p:spPr bwMode="auto">
              <a:xfrm>
                <a:off x="4215" y="3940"/>
                <a:ext cx="10" cy="9"/>
              </a:xfrm>
              <a:custGeom>
                <a:avLst/>
                <a:gdLst>
                  <a:gd name="T0" fmla="*/ 2 w 10"/>
                  <a:gd name="T1" fmla="*/ 1 h 9"/>
                  <a:gd name="T2" fmla="*/ 0 w 10"/>
                  <a:gd name="T3" fmla="*/ 5 h 9"/>
                  <a:gd name="T4" fmla="*/ 3 w 10"/>
                  <a:gd name="T5" fmla="*/ 8 h 9"/>
                  <a:gd name="T6" fmla="*/ 5 w 10"/>
                  <a:gd name="T7" fmla="*/ 9 h 9"/>
                  <a:gd name="T8" fmla="*/ 9 w 10"/>
                  <a:gd name="T9" fmla="*/ 8 h 9"/>
                  <a:gd name="T10" fmla="*/ 9 w 10"/>
                  <a:gd name="T11" fmla="*/ 8 h 9"/>
                  <a:gd name="T12" fmla="*/ 10 w 10"/>
                  <a:gd name="T13" fmla="*/ 5 h 9"/>
                  <a:gd name="T14" fmla="*/ 9 w 10"/>
                  <a:gd name="T15" fmla="*/ 1 h 9"/>
                  <a:gd name="T16" fmla="*/ 5 w 10"/>
                  <a:gd name="T17" fmla="*/ 0 h 9"/>
                  <a:gd name="T18" fmla="*/ 2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2" y="1"/>
                    </a:moveTo>
                    <a:lnTo>
                      <a:pt x="0" y="5"/>
                    </a:lnTo>
                    <a:lnTo>
                      <a:pt x="3" y="8"/>
                    </a:lnTo>
                    <a:lnTo>
                      <a:pt x="5" y="9"/>
                    </a:lnTo>
                    <a:lnTo>
                      <a:pt x="9" y="8"/>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49" name="Freeform 410"/>
              <p:cNvSpPr>
                <a:spLocks noChangeArrowheads="1"/>
              </p:cNvSpPr>
              <p:nvPr/>
            </p:nvSpPr>
            <p:spPr bwMode="auto">
              <a:xfrm>
                <a:off x="4229" y="3925"/>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0" name="Freeform 411"/>
              <p:cNvSpPr>
                <a:spLocks noChangeArrowheads="1"/>
              </p:cNvSpPr>
              <p:nvPr/>
            </p:nvSpPr>
            <p:spPr bwMode="auto">
              <a:xfrm>
                <a:off x="4241" y="3911"/>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1" name="Freeform 412"/>
              <p:cNvSpPr>
                <a:spLocks noChangeArrowheads="1"/>
              </p:cNvSpPr>
              <p:nvPr/>
            </p:nvSpPr>
            <p:spPr bwMode="auto">
              <a:xfrm>
                <a:off x="4254" y="3897"/>
                <a:ext cx="9" cy="9"/>
              </a:xfrm>
              <a:custGeom>
                <a:avLst/>
                <a:gdLst>
                  <a:gd name="T0" fmla="*/ 1 w 9"/>
                  <a:gd name="T1" fmla="*/ 1 h 9"/>
                  <a:gd name="T2" fmla="*/ 0 w 9"/>
                  <a:gd name="T3" fmla="*/ 4 h 9"/>
                  <a:gd name="T4" fmla="*/ 1 w 9"/>
                  <a:gd name="T5" fmla="*/ 8 h 9"/>
                  <a:gd name="T6" fmla="*/ 5 w 9"/>
                  <a:gd name="T7" fmla="*/ 9 h 9"/>
                  <a:gd name="T8" fmla="*/ 8 w 9"/>
                  <a:gd name="T9" fmla="*/ 8 h 9"/>
                  <a:gd name="T10" fmla="*/ 8 w 9"/>
                  <a:gd name="T11" fmla="*/ 8 h 9"/>
                  <a:gd name="T12" fmla="*/ 9 w 9"/>
                  <a:gd name="T13" fmla="*/ 4 h 9"/>
                  <a:gd name="T14" fmla="*/ 8 w 9"/>
                  <a:gd name="T15" fmla="*/ 1 h 9"/>
                  <a:gd name="T16" fmla="*/ 5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5" y="9"/>
                    </a:lnTo>
                    <a:lnTo>
                      <a:pt x="8" y="8"/>
                    </a:lnTo>
                    <a:lnTo>
                      <a:pt x="9" y="4"/>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2" name="Freeform 413"/>
              <p:cNvSpPr>
                <a:spLocks noChangeArrowheads="1"/>
              </p:cNvSpPr>
              <p:nvPr/>
            </p:nvSpPr>
            <p:spPr bwMode="auto">
              <a:xfrm>
                <a:off x="4266" y="3882"/>
                <a:ext cx="9" cy="10"/>
              </a:xfrm>
              <a:custGeom>
                <a:avLst/>
                <a:gdLst>
                  <a:gd name="T0" fmla="*/ 1 w 9"/>
                  <a:gd name="T1" fmla="*/ 1 h 10"/>
                  <a:gd name="T2" fmla="*/ 0 w 9"/>
                  <a:gd name="T3" fmla="*/ 5 h 10"/>
                  <a:gd name="T4" fmla="*/ 1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3" name="Freeform 414"/>
              <p:cNvSpPr>
                <a:spLocks noChangeArrowheads="1"/>
              </p:cNvSpPr>
              <p:nvPr/>
            </p:nvSpPr>
            <p:spPr bwMode="auto">
              <a:xfrm>
                <a:off x="4279" y="3868"/>
                <a:ext cx="10" cy="9"/>
              </a:xfrm>
              <a:custGeom>
                <a:avLst/>
                <a:gdLst>
                  <a:gd name="T0" fmla="*/ 1 w 10"/>
                  <a:gd name="T1" fmla="*/ 1 h 9"/>
                  <a:gd name="T2" fmla="*/ 0 w 10"/>
                  <a:gd name="T3" fmla="*/ 5 h 9"/>
                  <a:gd name="T4" fmla="*/ 1 w 10"/>
                  <a:gd name="T5" fmla="*/ 7 h 9"/>
                  <a:gd name="T6" fmla="*/ 5 w 10"/>
                  <a:gd name="T7" fmla="*/ 9 h 9"/>
                  <a:gd name="T8" fmla="*/ 8 w 10"/>
                  <a:gd name="T9" fmla="*/ 8 h 9"/>
                  <a:gd name="T10" fmla="*/ 8 w 10"/>
                  <a:gd name="T11" fmla="*/ 8 h 9"/>
                  <a:gd name="T12" fmla="*/ 10 w 10"/>
                  <a:gd name="T13" fmla="*/ 5 h 9"/>
                  <a:gd name="T14" fmla="*/ 8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7"/>
                    </a:lnTo>
                    <a:lnTo>
                      <a:pt x="5" y="9"/>
                    </a:lnTo>
                    <a:lnTo>
                      <a:pt x="8" y="8"/>
                    </a:lnTo>
                    <a:lnTo>
                      <a:pt x="10"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4" name="Freeform 415"/>
              <p:cNvSpPr>
                <a:spLocks noChangeArrowheads="1"/>
              </p:cNvSpPr>
              <p:nvPr/>
            </p:nvSpPr>
            <p:spPr bwMode="auto">
              <a:xfrm>
                <a:off x="4291" y="3853"/>
                <a:ext cx="10" cy="10"/>
              </a:xfrm>
              <a:custGeom>
                <a:avLst/>
                <a:gdLst>
                  <a:gd name="T0" fmla="*/ 1 w 10"/>
                  <a:gd name="T1" fmla="*/ 2 h 10"/>
                  <a:gd name="T2" fmla="*/ 0 w 10"/>
                  <a:gd name="T3" fmla="*/ 5 h 10"/>
                  <a:gd name="T4" fmla="*/ 1 w 10"/>
                  <a:gd name="T5" fmla="*/ 8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8"/>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5" name="Freeform 416"/>
              <p:cNvSpPr>
                <a:spLocks noChangeArrowheads="1"/>
              </p:cNvSpPr>
              <p:nvPr/>
            </p:nvSpPr>
            <p:spPr bwMode="auto">
              <a:xfrm>
                <a:off x="4304" y="3838"/>
                <a:ext cx="10" cy="9"/>
              </a:xfrm>
              <a:custGeom>
                <a:avLst/>
                <a:gdLst>
                  <a:gd name="T0" fmla="*/ 1 w 10"/>
                  <a:gd name="T1" fmla="*/ 1 h 9"/>
                  <a:gd name="T2" fmla="*/ 0 w 10"/>
                  <a:gd name="T3" fmla="*/ 5 h 9"/>
                  <a:gd name="T4" fmla="*/ 1 w 10"/>
                  <a:gd name="T5" fmla="*/ 8 h 9"/>
                  <a:gd name="T6" fmla="*/ 5 w 10"/>
                  <a:gd name="T7" fmla="*/ 9 h 9"/>
                  <a:gd name="T8" fmla="*/ 9 w 10"/>
                  <a:gd name="T9" fmla="*/ 8 h 9"/>
                  <a:gd name="T10" fmla="*/ 9 w 10"/>
                  <a:gd name="T11" fmla="*/ 8 h 9"/>
                  <a:gd name="T12" fmla="*/ 10 w 10"/>
                  <a:gd name="T13" fmla="*/ 5 h 9"/>
                  <a:gd name="T14" fmla="*/ 7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8"/>
                    </a:lnTo>
                    <a:lnTo>
                      <a:pt x="5" y="9"/>
                    </a:lnTo>
                    <a:lnTo>
                      <a:pt x="9" y="8"/>
                    </a:lnTo>
                    <a:lnTo>
                      <a:pt x="10" y="5"/>
                    </a:lnTo>
                    <a:lnTo>
                      <a:pt x="7"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6" name="Freeform 417"/>
              <p:cNvSpPr>
                <a:spLocks noChangeArrowheads="1"/>
              </p:cNvSpPr>
              <p:nvPr/>
            </p:nvSpPr>
            <p:spPr bwMode="auto">
              <a:xfrm>
                <a:off x="4316" y="3823"/>
                <a:ext cx="10" cy="10"/>
              </a:xfrm>
              <a:custGeom>
                <a:avLst/>
                <a:gdLst>
                  <a:gd name="T0" fmla="*/ 1 w 10"/>
                  <a:gd name="T1" fmla="*/ 2 h 10"/>
                  <a:gd name="T2" fmla="*/ 0 w 10"/>
                  <a:gd name="T3" fmla="*/ 5 h 10"/>
                  <a:gd name="T4" fmla="*/ 1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9" y="9"/>
                    </a:lnTo>
                    <a:lnTo>
                      <a:pt x="10" y="5"/>
                    </a:lnTo>
                    <a:lnTo>
                      <a:pt x="9"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7" name="Freeform 418"/>
              <p:cNvSpPr>
                <a:spLocks noChangeArrowheads="1"/>
              </p:cNvSpPr>
              <p:nvPr/>
            </p:nvSpPr>
            <p:spPr bwMode="auto">
              <a:xfrm>
                <a:off x="4328" y="3809"/>
                <a:ext cx="10" cy="10"/>
              </a:xfrm>
              <a:custGeom>
                <a:avLst/>
                <a:gdLst>
                  <a:gd name="T0" fmla="*/ 1 w 10"/>
                  <a:gd name="T1" fmla="*/ 1 h 10"/>
                  <a:gd name="T2" fmla="*/ 0 w 10"/>
                  <a:gd name="T3" fmla="*/ 5 h 10"/>
                  <a:gd name="T4" fmla="*/ 3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3"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8" name="Freeform 419"/>
              <p:cNvSpPr>
                <a:spLocks noChangeArrowheads="1"/>
              </p:cNvSpPr>
              <p:nvPr/>
            </p:nvSpPr>
            <p:spPr bwMode="auto">
              <a:xfrm>
                <a:off x="4341" y="3794"/>
                <a:ext cx="10" cy="10"/>
              </a:xfrm>
              <a:custGeom>
                <a:avLst/>
                <a:gdLst>
                  <a:gd name="T0" fmla="*/ 2 w 10"/>
                  <a:gd name="T1" fmla="*/ 2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9"/>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59" name="Freeform 420"/>
              <p:cNvSpPr>
                <a:spLocks noChangeArrowheads="1"/>
              </p:cNvSpPr>
              <p:nvPr/>
            </p:nvSpPr>
            <p:spPr bwMode="auto">
              <a:xfrm>
                <a:off x="4349" y="3778"/>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0" name="Freeform 421"/>
              <p:cNvSpPr>
                <a:spLocks noChangeArrowheads="1"/>
              </p:cNvSpPr>
              <p:nvPr/>
            </p:nvSpPr>
            <p:spPr bwMode="auto">
              <a:xfrm>
                <a:off x="4349" y="3758"/>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1" name="Freeform 422"/>
              <p:cNvSpPr>
                <a:spLocks noChangeArrowheads="1"/>
              </p:cNvSpPr>
              <p:nvPr/>
            </p:nvSpPr>
            <p:spPr bwMode="auto">
              <a:xfrm>
                <a:off x="4349" y="3739"/>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2" name="Freeform 423"/>
              <p:cNvSpPr>
                <a:spLocks noChangeArrowheads="1"/>
              </p:cNvSpPr>
              <p:nvPr/>
            </p:nvSpPr>
            <p:spPr bwMode="auto">
              <a:xfrm>
                <a:off x="4349" y="3720"/>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3" name="Freeform 424"/>
              <p:cNvSpPr>
                <a:spLocks noChangeArrowheads="1"/>
              </p:cNvSpPr>
              <p:nvPr/>
            </p:nvSpPr>
            <p:spPr bwMode="auto">
              <a:xfrm>
                <a:off x="4349" y="3701"/>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4" name="Freeform 425"/>
              <p:cNvSpPr>
                <a:spLocks noChangeArrowheads="1"/>
              </p:cNvSpPr>
              <p:nvPr/>
            </p:nvSpPr>
            <p:spPr bwMode="auto">
              <a:xfrm>
                <a:off x="4349" y="3682"/>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5" name="Freeform 426"/>
              <p:cNvSpPr>
                <a:spLocks noChangeArrowheads="1"/>
              </p:cNvSpPr>
              <p:nvPr/>
            </p:nvSpPr>
            <p:spPr bwMode="auto">
              <a:xfrm>
                <a:off x="4349" y="3662"/>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6" name="Freeform 427"/>
              <p:cNvSpPr>
                <a:spLocks noChangeArrowheads="1"/>
              </p:cNvSpPr>
              <p:nvPr/>
            </p:nvSpPr>
            <p:spPr bwMode="auto">
              <a:xfrm>
                <a:off x="4349" y="3643"/>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7" name="Freeform 428"/>
              <p:cNvSpPr>
                <a:spLocks noChangeArrowheads="1"/>
              </p:cNvSpPr>
              <p:nvPr/>
            </p:nvSpPr>
            <p:spPr bwMode="auto">
              <a:xfrm>
                <a:off x="4349" y="3624"/>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8" name="Freeform 429"/>
              <p:cNvSpPr>
                <a:spLocks noChangeArrowheads="1"/>
              </p:cNvSpPr>
              <p:nvPr/>
            </p:nvSpPr>
            <p:spPr bwMode="auto">
              <a:xfrm>
                <a:off x="4349" y="3605"/>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69" name="Freeform 430"/>
              <p:cNvSpPr>
                <a:spLocks noChangeArrowheads="1"/>
              </p:cNvSpPr>
              <p:nvPr/>
            </p:nvSpPr>
            <p:spPr bwMode="auto">
              <a:xfrm>
                <a:off x="4349" y="3586"/>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0" name="Freeform 431"/>
              <p:cNvSpPr>
                <a:spLocks noChangeArrowheads="1"/>
              </p:cNvSpPr>
              <p:nvPr/>
            </p:nvSpPr>
            <p:spPr bwMode="auto">
              <a:xfrm>
                <a:off x="4349" y="3566"/>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1" name="Freeform 432"/>
              <p:cNvSpPr>
                <a:spLocks noChangeArrowheads="1"/>
              </p:cNvSpPr>
              <p:nvPr/>
            </p:nvSpPr>
            <p:spPr bwMode="auto">
              <a:xfrm>
                <a:off x="4349" y="3547"/>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2" name="Freeform 433"/>
              <p:cNvSpPr>
                <a:spLocks noChangeArrowheads="1"/>
              </p:cNvSpPr>
              <p:nvPr/>
            </p:nvSpPr>
            <p:spPr bwMode="auto">
              <a:xfrm>
                <a:off x="4349" y="3528"/>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3" name="Freeform 434"/>
              <p:cNvSpPr>
                <a:spLocks noChangeArrowheads="1"/>
              </p:cNvSpPr>
              <p:nvPr/>
            </p:nvSpPr>
            <p:spPr bwMode="auto">
              <a:xfrm>
                <a:off x="4349" y="3509"/>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4" name="Freeform 435"/>
              <p:cNvSpPr>
                <a:spLocks noChangeArrowheads="1"/>
              </p:cNvSpPr>
              <p:nvPr/>
            </p:nvSpPr>
            <p:spPr bwMode="auto">
              <a:xfrm>
                <a:off x="4349" y="3490"/>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5" name="Freeform 436"/>
              <p:cNvSpPr>
                <a:spLocks noChangeArrowheads="1"/>
              </p:cNvSpPr>
              <p:nvPr/>
            </p:nvSpPr>
            <p:spPr bwMode="auto">
              <a:xfrm>
                <a:off x="4347" y="347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6" name="Freeform 437"/>
              <p:cNvSpPr>
                <a:spLocks noChangeArrowheads="1"/>
              </p:cNvSpPr>
              <p:nvPr/>
            </p:nvSpPr>
            <p:spPr bwMode="auto">
              <a:xfrm>
                <a:off x="4332" y="3486"/>
                <a:ext cx="9" cy="10"/>
              </a:xfrm>
              <a:custGeom>
                <a:avLst/>
                <a:gdLst>
                  <a:gd name="T0" fmla="*/ 8 w 9"/>
                  <a:gd name="T1" fmla="*/ 8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2 w 9"/>
                  <a:gd name="T15" fmla="*/ 8 h 10"/>
                  <a:gd name="T16" fmla="*/ 5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5" y="0"/>
                    </a:lnTo>
                    <a:lnTo>
                      <a:pt x="1" y="1"/>
                    </a:lnTo>
                    <a:lnTo>
                      <a:pt x="0" y="5"/>
                    </a:lnTo>
                    <a:lnTo>
                      <a:pt x="2"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7" name="Freeform 438"/>
              <p:cNvSpPr>
                <a:spLocks noChangeArrowheads="1"/>
              </p:cNvSpPr>
              <p:nvPr/>
            </p:nvSpPr>
            <p:spPr bwMode="auto">
              <a:xfrm>
                <a:off x="4317" y="3498"/>
                <a:ext cx="10" cy="10"/>
              </a:xfrm>
              <a:custGeom>
                <a:avLst/>
                <a:gdLst>
                  <a:gd name="T0" fmla="*/ 9 w 10"/>
                  <a:gd name="T1" fmla="*/ 8 h 10"/>
                  <a:gd name="T2" fmla="*/ 10 w 10"/>
                  <a:gd name="T3" fmla="*/ 5 h 10"/>
                  <a:gd name="T4" fmla="*/ 9 w 10"/>
                  <a:gd name="T5" fmla="*/ 2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2"/>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8" name="Freeform 439"/>
              <p:cNvSpPr>
                <a:spLocks noChangeArrowheads="1"/>
              </p:cNvSpPr>
              <p:nvPr/>
            </p:nvSpPr>
            <p:spPr bwMode="auto">
              <a:xfrm>
                <a:off x="4303" y="3511"/>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7"/>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79" name="Freeform 440"/>
              <p:cNvSpPr>
                <a:spLocks noChangeArrowheads="1"/>
              </p:cNvSpPr>
              <p:nvPr/>
            </p:nvSpPr>
            <p:spPr bwMode="auto">
              <a:xfrm>
                <a:off x="4287" y="3523"/>
                <a:ext cx="10" cy="10"/>
              </a:xfrm>
              <a:custGeom>
                <a:avLst/>
                <a:gdLst>
                  <a:gd name="T0" fmla="*/ 9 w 10"/>
                  <a:gd name="T1" fmla="*/ 9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3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2" y="1"/>
                    </a:lnTo>
                    <a:lnTo>
                      <a:pt x="0" y="5"/>
                    </a:lnTo>
                    <a:lnTo>
                      <a:pt x="3"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0" name="Freeform 441"/>
              <p:cNvSpPr>
                <a:spLocks noChangeArrowheads="1"/>
              </p:cNvSpPr>
              <p:nvPr/>
            </p:nvSpPr>
            <p:spPr bwMode="auto">
              <a:xfrm>
                <a:off x="4273" y="3535"/>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1" name="Freeform 442"/>
              <p:cNvSpPr>
                <a:spLocks noChangeArrowheads="1"/>
              </p:cNvSpPr>
              <p:nvPr/>
            </p:nvSpPr>
            <p:spPr bwMode="auto">
              <a:xfrm>
                <a:off x="4259" y="3547"/>
                <a:ext cx="9" cy="10"/>
              </a:xfrm>
              <a:custGeom>
                <a:avLst/>
                <a:gdLst>
                  <a:gd name="T0" fmla="*/ 8 w 9"/>
                  <a:gd name="T1" fmla="*/ 9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2" name="Freeform 443"/>
              <p:cNvSpPr>
                <a:spLocks noChangeArrowheads="1"/>
              </p:cNvSpPr>
              <p:nvPr/>
            </p:nvSpPr>
            <p:spPr bwMode="auto">
              <a:xfrm>
                <a:off x="4243" y="3559"/>
                <a:ext cx="10" cy="10"/>
              </a:xfrm>
              <a:custGeom>
                <a:avLst/>
                <a:gdLst>
                  <a:gd name="T0" fmla="*/ 8 w 10"/>
                  <a:gd name="T1" fmla="*/ 9 h 10"/>
                  <a:gd name="T2" fmla="*/ 10 w 10"/>
                  <a:gd name="T3" fmla="*/ 5 h 10"/>
                  <a:gd name="T4" fmla="*/ 8 w 10"/>
                  <a:gd name="T5" fmla="*/ 3 h 10"/>
                  <a:gd name="T6" fmla="*/ 5 w 10"/>
                  <a:gd name="T7" fmla="*/ 0 h 10"/>
                  <a:gd name="T8" fmla="*/ 1 w 10"/>
                  <a:gd name="T9" fmla="*/ 1 h 10"/>
                  <a:gd name="T10" fmla="*/ 1 w 10"/>
                  <a:gd name="T11" fmla="*/ 1 h 10"/>
                  <a:gd name="T12" fmla="*/ 0 w 10"/>
                  <a:gd name="T13" fmla="*/ 5 h 10"/>
                  <a:gd name="T14" fmla="*/ 2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3"/>
                    </a:lnTo>
                    <a:lnTo>
                      <a:pt x="5" y="0"/>
                    </a:lnTo>
                    <a:lnTo>
                      <a:pt x="1" y="1"/>
                    </a:lnTo>
                    <a:lnTo>
                      <a:pt x="0" y="5"/>
                    </a:lnTo>
                    <a:lnTo>
                      <a:pt x="2"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3" name="Freeform 444"/>
              <p:cNvSpPr>
                <a:spLocks noChangeArrowheads="1"/>
              </p:cNvSpPr>
              <p:nvPr/>
            </p:nvSpPr>
            <p:spPr bwMode="auto">
              <a:xfrm>
                <a:off x="4229" y="3572"/>
                <a:ext cx="9" cy="10"/>
              </a:xfrm>
              <a:custGeom>
                <a:avLst/>
                <a:gdLst>
                  <a:gd name="T0" fmla="*/ 8 w 9"/>
                  <a:gd name="T1" fmla="*/ 9 h 10"/>
                  <a:gd name="T2" fmla="*/ 9 w 9"/>
                  <a:gd name="T3" fmla="*/ 5 h 10"/>
                  <a:gd name="T4" fmla="*/ 8 w 9"/>
                  <a:gd name="T5" fmla="*/ 2 h 10"/>
                  <a:gd name="T6" fmla="*/ 4 w 9"/>
                  <a:gd name="T7" fmla="*/ 0 h 10"/>
                  <a:gd name="T8" fmla="*/ 1 w 9"/>
                  <a:gd name="T9" fmla="*/ 2 h 10"/>
                  <a:gd name="T10" fmla="*/ 1 w 9"/>
                  <a:gd name="T11" fmla="*/ 2 h 10"/>
                  <a:gd name="T12" fmla="*/ 0 w 9"/>
                  <a:gd name="T13" fmla="*/ 5 h 10"/>
                  <a:gd name="T14" fmla="*/ 1 w 9"/>
                  <a:gd name="T15" fmla="*/ 8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2"/>
                    </a:lnTo>
                    <a:lnTo>
                      <a:pt x="4" y="0"/>
                    </a:lnTo>
                    <a:lnTo>
                      <a:pt x="1" y="2"/>
                    </a:lnTo>
                    <a:lnTo>
                      <a:pt x="0" y="5"/>
                    </a:lnTo>
                    <a:lnTo>
                      <a:pt x="1" y="8"/>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4" name="Freeform 445"/>
              <p:cNvSpPr>
                <a:spLocks noChangeArrowheads="1"/>
              </p:cNvSpPr>
              <p:nvPr/>
            </p:nvSpPr>
            <p:spPr bwMode="auto">
              <a:xfrm>
                <a:off x="4214" y="3584"/>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5" name="Freeform 446"/>
              <p:cNvSpPr>
                <a:spLocks noChangeArrowheads="1"/>
              </p:cNvSpPr>
              <p:nvPr/>
            </p:nvSpPr>
            <p:spPr bwMode="auto">
              <a:xfrm>
                <a:off x="4199" y="3596"/>
                <a:ext cx="10" cy="10"/>
              </a:xfrm>
              <a:custGeom>
                <a:avLst/>
                <a:gdLst>
                  <a:gd name="T0" fmla="*/ 9 w 10"/>
                  <a:gd name="T1" fmla="*/ 9 h 10"/>
                  <a:gd name="T2" fmla="*/ 10 w 10"/>
                  <a:gd name="T3" fmla="*/ 5 h 10"/>
                  <a:gd name="T4" fmla="*/ 8 w 10"/>
                  <a:gd name="T5" fmla="*/ 2 h 10"/>
                  <a:gd name="T6" fmla="*/ 6 w 10"/>
                  <a:gd name="T7" fmla="*/ 0 h 10"/>
                  <a:gd name="T8" fmla="*/ 2 w 10"/>
                  <a:gd name="T9" fmla="*/ 2 h 10"/>
                  <a:gd name="T10" fmla="*/ 1 w 10"/>
                  <a:gd name="T11" fmla="*/ 2 h 10"/>
                  <a:gd name="T12" fmla="*/ 0 w 10"/>
                  <a:gd name="T13" fmla="*/ 5 h 10"/>
                  <a:gd name="T14" fmla="*/ 2 w 10"/>
                  <a:gd name="T15" fmla="*/ 9 h 10"/>
                  <a:gd name="T16" fmla="*/ 4 w 10"/>
                  <a:gd name="T17" fmla="*/ 10 h 10"/>
                  <a:gd name="T18" fmla="*/ 8 w 10"/>
                  <a:gd name="T19" fmla="*/ 9 h 10"/>
                  <a:gd name="T20" fmla="*/ 9 w 10"/>
                  <a:gd name="T2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0">
                    <a:moveTo>
                      <a:pt x="9" y="9"/>
                    </a:moveTo>
                    <a:lnTo>
                      <a:pt x="10" y="5"/>
                    </a:lnTo>
                    <a:lnTo>
                      <a:pt x="8" y="2"/>
                    </a:lnTo>
                    <a:lnTo>
                      <a:pt x="6" y="0"/>
                    </a:lnTo>
                    <a:lnTo>
                      <a:pt x="2" y="2"/>
                    </a:lnTo>
                    <a:lnTo>
                      <a:pt x="1" y="2"/>
                    </a:lnTo>
                    <a:lnTo>
                      <a:pt x="0" y="5"/>
                    </a:lnTo>
                    <a:lnTo>
                      <a:pt x="2" y="9"/>
                    </a:lnTo>
                    <a:lnTo>
                      <a:pt x="4" y="10"/>
                    </a:lnTo>
                    <a:lnTo>
                      <a:pt x="8" y="9"/>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6" name="Freeform 447"/>
              <p:cNvSpPr>
                <a:spLocks noChangeArrowheads="1"/>
              </p:cNvSpPr>
              <p:nvPr/>
            </p:nvSpPr>
            <p:spPr bwMode="auto">
              <a:xfrm>
                <a:off x="4184" y="3608"/>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287" name="Freeform 448"/>
              <p:cNvSpPr>
                <a:spLocks noChangeArrowheads="1"/>
              </p:cNvSpPr>
              <p:nvPr/>
            </p:nvSpPr>
            <p:spPr bwMode="auto">
              <a:xfrm>
                <a:off x="4170" y="3620"/>
                <a:ext cx="9" cy="11"/>
              </a:xfrm>
              <a:custGeom>
                <a:avLst/>
                <a:gdLst>
                  <a:gd name="T0" fmla="*/ 8 w 9"/>
                  <a:gd name="T1" fmla="*/ 9 h 11"/>
                  <a:gd name="T2" fmla="*/ 9 w 9"/>
                  <a:gd name="T3" fmla="*/ 5 h 11"/>
                  <a:gd name="T4" fmla="*/ 8 w 9"/>
                  <a:gd name="T5" fmla="*/ 3 h 11"/>
                  <a:gd name="T6" fmla="*/ 5 w 9"/>
                  <a:gd name="T7" fmla="*/ 0 h 11"/>
                  <a:gd name="T8" fmla="*/ 1 w 9"/>
                  <a:gd name="T9" fmla="*/ 2 h 11"/>
                  <a:gd name="T10" fmla="*/ 1 w 9"/>
                  <a:gd name="T11" fmla="*/ 3 h 11"/>
                  <a:gd name="T12" fmla="*/ 0 w 9"/>
                  <a:gd name="T13" fmla="*/ 6 h 11"/>
                  <a:gd name="T14" fmla="*/ 1 w 9"/>
                  <a:gd name="T15" fmla="*/ 9 h 11"/>
                  <a:gd name="T16" fmla="*/ 5 w 9"/>
                  <a:gd name="T17" fmla="*/ 11 h 11"/>
                  <a:gd name="T18" fmla="*/ 8 w 9"/>
                  <a:gd name="T19" fmla="*/ 10 h 11"/>
                  <a:gd name="T20" fmla="*/ 8 w 9"/>
                  <a:gd name="T2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8" y="9"/>
                    </a:moveTo>
                    <a:lnTo>
                      <a:pt x="9" y="5"/>
                    </a:lnTo>
                    <a:lnTo>
                      <a:pt x="8" y="3"/>
                    </a:lnTo>
                    <a:lnTo>
                      <a:pt x="5" y="0"/>
                    </a:lnTo>
                    <a:lnTo>
                      <a:pt x="1" y="2"/>
                    </a:lnTo>
                    <a:lnTo>
                      <a:pt x="1" y="3"/>
                    </a:lnTo>
                    <a:lnTo>
                      <a:pt x="0" y="6"/>
                    </a:lnTo>
                    <a:lnTo>
                      <a:pt x="1" y="9"/>
                    </a:lnTo>
                    <a:lnTo>
                      <a:pt x="5" y="11"/>
                    </a:lnTo>
                    <a:lnTo>
                      <a:pt x="8"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grpSp>
        <p:sp>
          <p:nvSpPr>
            <p:cNvPr id="36288" name="Oval 449"/>
            <p:cNvSpPr>
              <a:spLocks noChangeArrowheads="1"/>
            </p:cNvSpPr>
            <p:nvPr/>
          </p:nvSpPr>
          <p:spPr bwMode="auto">
            <a:xfrm>
              <a:off x="3907" y="3958"/>
              <a:ext cx="2" cy="34"/>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289" name="Oval 450"/>
            <p:cNvSpPr>
              <a:spLocks noChangeArrowheads="1"/>
            </p:cNvSpPr>
            <p:nvPr/>
          </p:nvSpPr>
          <p:spPr bwMode="auto">
            <a:xfrm>
              <a:off x="3949"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290" name="Oval 451"/>
            <p:cNvSpPr>
              <a:spLocks noChangeArrowheads="1"/>
            </p:cNvSpPr>
            <p:nvPr/>
          </p:nvSpPr>
          <p:spPr bwMode="auto">
            <a:xfrm>
              <a:off x="3967"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291" name="Rectangle 452"/>
            <p:cNvSpPr>
              <a:spLocks noChangeArrowheads="1"/>
            </p:cNvSpPr>
            <p:nvPr/>
          </p:nvSpPr>
          <p:spPr bwMode="auto">
            <a:xfrm>
              <a:off x="3294" y="3677"/>
              <a:ext cx="819" cy="3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sz="1400"/>
            </a:p>
          </p:txBody>
        </p:sp>
        <p:sp>
          <p:nvSpPr>
            <p:cNvPr id="36292" name="Line 453"/>
            <p:cNvSpPr>
              <a:spLocks noChangeShapeType="1"/>
            </p:cNvSpPr>
            <p:nvPr/>
          </p:nvSpPr>
          <p:spPr bwMode="auto">
            <a:xfrm>
              <a:off x="4076"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293" name="Line 454"/>
            <p:cNvSpPr>
              <a:spLocks noChangeShapeType="1"/>
            </p:cNvSpPr>
            <p:nvPr/>
          </p:nvSpPr>
          <p:spPr bwMode="auto">
            <a:xfrm>
              <a:off x="401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294" name="Line 455"/>
            <p:cNvSpPr>
              <a:spLocks noChangeShapeType="1"/>
            </p:cNvSpPr>
            <p:nvPr/>
          </p:nvSpPr>
          <p:spPr bwMode="auto">
            <a:xfrm>
              <a:off x="329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295" name="Line 456"/>
            <p:cNvSpPr>
              <a:spLocks noChangeShapeType="1"/>
            </p:cNvSpPr>
            <p:nvPr/>
          </p:nvSpPr>
          <p:spPr bwMode="auto">
            <a:xfrm flipH="1">
              <a:off x="3278" y="3947"/>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296" name="Rectangle 457"/>
            <p:cNvSpPr>
              <a:spLocks noChangeArrowheads="1"/>
            </p:cNvSpPr>
            <p:nvPr/>
          </p:nvSpPr>
          <p:spPr bwMode="auto">
            <a:xfrm>
              <a:off x="3349" y="3894"/>
              <a:ext cx="8"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297" name="Rectangle 458"/>
            <p:cNvSpPr>
              <a:spLocks noChangeArrowheads="1"/>
            </p:cNvSpPr>
            <p:nvPr/>
          </p:nvSpPr>
          <p:spPr bwMode="auto">
            <a:xfrm>
              <a:off x="3362" y="3889"/>
              <a:ext cx="9" cy="3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298" name="Rectangle 459"/>
            <p:cNvSpPr>
              <a:spLocks noChangeArrowheads="1"/>
            </p:cNvSpPr>
            <p:nvPr/>
          </p:nvSpPr>
          <p:spPr bwMode="auto">
            <a:xfrm>
              <a:off x="3415"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299" name="Rectangle 460"/>
            <p:cNvSpPr>
              <a:spLocks noChangeArrowheads="1"/>
            </p:cNvSpPr>
            <p:nvPr/>
          </p:nvSpPr>
          <p:spPr bwMode="auto">
            <a:xfrm>
              <a:off x="3426"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0" name="Rectangle 461"/>
            <p:cNvSpPr>
              <a:spLocks noChangeArrowheads="1"/>
            </p:cNvSpPr>
            <p:nvPr/>
          </p:nvSpPr>
          <p:spPr bwMode="auto">
            <a:xfrm>
              <a:off x="3446" y="3894"/>
              <a:ext cx="4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1" name="Rectangle 462"/>
            <p:cNvSpPr>
              <a:spLocks noChangeArrowheads="1"/>
            </p:cNvSpPr>
            <p:nvPr/>
          </p:nvSpPr>
          <p:spPr bwMode="auto">
            <a:xfrm>
              <a:off x="3495"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2" name="Rectangle 463"/>
            <p:cNvSpPr>
              <a:spLocks noChangeArrowheads="1"/>
            </p:cNvSpPr>
            <p:nvPr/>
          </p:nvSpPr>
          <p:spPr bwMode="auto">
            <a:xfrm>
              <a:off x="3514" y="3894"/>
              <a:ext cx="1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3" name="Rectangle 464"/>
            <p:cNvSpPr>
              <a:spLocks noChangeArrowheads="1"/>
            </p:cNvSpPr>
            <p:nvPr/>
          </p:nvSpPr>
          <p:spPr bwMode="auto">
            <a:xfrm>
              <a:off x="3545" y="3894"/>
              <a:ext cx="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4" name="Rectangle 465"/>
            <p:cNvSpPr>
              <a:spLocks noChangeArrowheads="1"/>
            </p:cNvSpPr>
            <p:nvPr/>
          </p:nvSpPr>
          <p:spPr bwMode="auto">
            <a:xfrm>
              <a:off x="3573" y="3894"/>
              <a:ext cx="4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5" name="Rectangle 466"/>
            <p:cNvSpPr>
              <a:spLocks noChangeArrowheads="1"/>
            </p:cNvSpPr>
            <p:nvPr/>
          </p:nvSpPr>
          <p:spPr bwMode="auto">
            <a:xfrm>
              <a:off x="3631"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6" name="Rectangle 467"/>
            <p:cNvSpPr>
              <a:spLocks noChangeArrowheads="1"/>
            </p:cNvSpPr>
            <p:nvPr/>
          </p:nvSpPr>
          <p:spPr bwMode="auto">
            <a:xfrm>
              <a:off x="3672" y="3894"/>
              <a:ext cx="1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7" name="Rectangle 468"/>
            <p:cNvSpPr>
              <a:spLocks noChangeArrowheads="1"/>
            </p:cNvSpPr>
            <p:nvPr/>
          </p:nvSpPr>
          <p:spPr bwMode="auto">
            <a:xfrm>
              <a:off x="3693"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08" name="Oval 469"/>
            <p:cNvSpPr>
              <a:spLocks noChangeArrowheads="1"/>
            </p:cNvSpPr>
            <p:nvPr/>
          </p:nvSpPr>
          <p:spPr bwMode="auto">
            <a:xfrm>
              <a:off x="3344"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09" name="Oval 470"/>
            <p:cNvSpPr>
              <a:spLocks noChangeArrowheads="1"/>
            </p:cNvSpPr>
            <p:nvPr/>
          </p:nvSpPr>
          <p:spPr bwMode="auto">
            <a:xfrm>
              <a:off x="3362" y="3881"/>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sz="1400"/>
            </a:p>
          </p:txBody>
        </p:sp>
        <p:sp>
          <p:nvSpPr>
            <p:cNvPr id="36310" name="Oval 471"/>
            <p:cNvSpPr>
              <a:spLocks noChangeArrowheads="1"/>
            </p:cNvSpPr>
            <p:nvPr/>
          </p:nvSpPr>
          <p:spPr bwMode="auto">
            <a:xfrm>
              <a:off x="3405" y="3876"/>
              <a:ext cx="20"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11" name="Oval 472"/>
            <p:cNvSpPr>
              <a:spLocks noChangeArrowheads="1"/>
            </p:cNvSpPr>
            <p:nvPr/>
          </p:nvSpPr>
          <p:spPr bwMode="auto">
            <a:xfrm>
              <a:off x="3421"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2" name="Oval 473"/>
            <p:cNvSpPr>
              <a:spLocks noChangeArrowheads="1"/>
            </p:cNvSpPr>
            <p:nvPr/>
          </p:nvSpPr>
          <p:spPr bwMode="auto">
            <a:xfrm>
              <a:off x="3446" y="3886"/>
              <a:ext cx="3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3" name="Oval 474"/>
            <p:cNvSpPr>
              <a:spLocks noChangeArrowheads="1"/>
            </p:cNvSpPr>
            <p:nvPr/>
          </p:nvSpPr>
          <p:spPr bwMode="auto">
            <a:xfrm>
              <a:off x="3495"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4" name="Oval 475"/>
            <p:cNvSpPr>
              <a:spLocks noChangeArrowheads="1"/>
            </p:cNvSpPr>
            <p:nvPr/>
          </p:nvSpPr>
          <p:spPr bwMode="auto">
            <a:xfrm>
              <a:off x="3514" y="3886"/>
              <a:ext cx="11"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5" name="Oval 476"/>
            <p:cNvSpPr>
              <a:spLocks noChangeArrowheads="1"/>
            </p:cNvSpPr>
            <p:nvPr/>
          </p:nvSpPr>
          <p:spPr bwMode="auto">
            <a:xfrm>
              <a:off x="3540"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6" name="Oval 477"/>
            <p:cNvSpPr>
              <a:spLocks noChangeArrowheads="1"/>
            </p:cNvSpPr>
            <p:nvPr/>
          </p:nvSpPr>
          <p:spPr bwMode="auto">
            <a:xfrm>
              <a:off x="3619"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7" name="Oval 478"/>
            <p:cNvSpPr>
              <a:spLocks noChangeArrowheads="1"/>
            </p:cNvSpPr>
            <p:nvPr/>
          </p:nvSpPr>
          <p:spPr bwMode="auto">
            <a:xfrm>
              <a:off x="3631"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18" name="Oval 479"/>
            <p:cNvSpPr>
              <a:spLocks noChangeArrowheads="1"/>
            </p:cNvSpPr>
            <p:nvPr/>
          </p:nvSpPr>
          <p:spPr bwMode="auto">
            <a:xfrm>
              <a:off x="3682" y="3876"/>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19" name="Oval 480"/>
            <p:cNvSpPr>
              <a:spLocks noChangeArrowheads="1"/>
            </p:cNvSpPr>
            <p:nvPr/>
          </p:nvSpPr>
          <p:spPr bwMode="auto">
            <a:xfrm>
              <a:off x="3693"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20" name="Line 481"/>
            <p:cNvSpPr>
              <a:spLocks noChangeShapeType="1"/>
            </p:cNvSpPr>
            <p:nvPr/>
          </p:nvSpPr>
          <p:spPr bwMode="auto">
            <a:xfrm>
              <a:off x="3278" y="384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6321" name="Group 482"/>
            <p:cNvGrpSpPr>
              <a:grpSpLocks/>
            </p:cNvGrpSpPr>
            <p:nvPr/>
          </p:nvGrpSpPr>
          <p:grpSpPr bwMode="auto">
            <a:xfrm>
              <a:off x="3349" y="3796"/>
              <a:ext cx="345" cy="20"/>
              <a:chOff x="3349" y="3796"/>
              <a:chExt cx="345" cy="20"/>
            </a:xfrm>
          </p:grpSpPr>
          <p:sp>
            <p:nvSpPr>
              <p:cNvPr id="36322" name="Rectangle 483"/>
              <p:cNvSpPr>
                <a:spLocks noChangeArrowheads="1"/>
              </p:cNvSpPr>
              <p:nvPr/>
            </p:nvSpPr>
            <p:spPr bwMode="auto">
              <a:xfrm>
                <a:off x="3349" y="3801"/>
                <a:ext cx="8"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3" name="Rectangle 484"/>
              <p:cNvSpPr>
                <a:spLocks noChangeArrowheads="1"/>
              </p:cNvSpPr>
              <p:nvPr/>
            </p:nvSpPr>
            <p:spPr bwMode="auto">
              <a:xfrm>
                <a:off x="3362" y="3796"/>
                <a:ext cx="8" cy="2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4" name="Rectangle 485"/>
              <p:cNvSpPr>
                <a:spLocks noChangeArrowheads="1"/>
              </p:cNvSpPr>
              <p:nvPr/>
            </p:nvSpPr>
            <p:spPr bwMode="auto">
              <a:xfrm>
                <a:off x="3415"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5" name="Rectangle 486"/>
              <p:cNvSpPr>
                <a:spLocks noChangeArrowheads="1"/>
              </p:cNvSpPr>
              <p:nvPr/>
            </p:nvSpPr>
            <p:spPr bwMode="auto">
              <a:xfrm>
                <a:off x="3426"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6" name="Rectangle 487"/>
              <p:cNvSpPr>
                <a:spLocks noChangeArrowheads="1"/>
              </p:cNvSpPr>
              <p:nvPr/>
            </p:nvSpPr>
            <p:spPr bwMode="auto">
              <a:xfrm>
                <a:off x="3446" y="3801"/>
                <a:ext cx="4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7" name="Rectangle 488"/>
              <p:cNvSpPr>
                <a:spLocks noChangeArrowheads="1"/>
              </p:cNvSpPr>
              <p:nvPr/>
            </p:nvSpPr>
            <p:spPr bwMode="auto">
              <a:xfrm>
                <a:off x="3495"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8" name="Rectangle 489"/>
              <p:cNvSpPr>
                <a:spLocks noChangeArrowheads="1"/>
              </p:cNvSpPr>
              <p:nvPr/>
            </p:nvSpPr>
            <p:spPr bwMode="auto">
              <a:xfrm>
                <a:off x="3514" y="3801"/>
                <a:ext cx="1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29" name="Rectangle 490"/>
              <p:cNvSpPr>
                <a:spLocks noChangeArrowheads="1"/>
              </p:cNvSpPr>
              <p:nvPr/>
            </p:nvSpPr>
            <p:spPr bwMode="auto">
              <a:xfrm>
                <a:off x="3545" y="3801"/>
                <a:ext cx="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30" name="Rectangle 491"/>
              <p:cNvSpPr>
                <a:spLocks noChangeArrowheads="1"/>
              </p:cNvSpPr>
              <p:nvPr/>
            </p:nvSpPr>
            <p:spPr bwMode="auto">
              <a:xfrm>
                <a:off x="3573" y="3801"/>
                <a:ext cx="4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31" name="Rectangle 492"/>
              <p:cNvSpPr>
                <a:spLocks noChangeArrowheads="1"/>
              </p:cNvSpPr>
              <p:nvPr/>
            </p:nvSpPr>
            <p:spPr bwMode="auto">
              <a:xfrm>
                <a:off x="3631"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32" name="Rectangle 493"/>
              <p:cNvSpPr>
                <a:spLocks noChangeArrowheads="1"/>
              </p:cNvSpPr>
              <p:nvPr/>
            </p:nvSpPr>
            <p:spPr bwMode="auto">
              <a:xfrm>
                <a:off x="3672" y="3801"/>
                <a:ext cx="1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33" name="Rectangle 494"/>
              <p:cNvSpPr>
                <a:spLocks noChangeArrowheads="1"/>
              </p:cNvSpPr>
              <p:nvPr/>
            </p:nvSpPr>
            <p:spPr bwMode="auto">
              <a:xfrm>
                <a:off x="3693"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grpSp>
        <p:sp>
          <p:nvSpPr>
            <p:cNvPr id="36334" name="Oval 495"/>
            <p:cNvSpPr>
              <a:spLocks noChangeArrowheads="1"/>
            </p:cNvSpPr>
            <p:nvPr/>
          </p:nvSpPr>
          <p:spPr bwMode="auto">
            <a:xfrm>
              <a:off x="3344"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35" name="Oval 496"/>
            <p:cNvSpPr>
              <a:spLocks noChangeArrowheads="1"/>
            </p:cNvSpPr>
            <p:nvPr/>
          </p:nvSpPr>
          <p:spPr bwMode="auto">
            <a:xfrm>
              <a:off x="3362"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36" name="Oval 497"/>
            <p:cNvSpPr>
              <a:spLocks noChangeArrowheads="1"/>
            </p:cNvSpPr>
            <p:nvPr/>
          </p:nvSpPr>
          <p:spPr bwMode="auto">
            <a:xfrm>
              <a:off x="341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37" name="Oval 498"/>
            <p:cNvSpPr>
              <a:spLocks noChangeArrowheads="1"/>
            </p:cNvSpPr>
            <p:nvPr/>
          </p:nvSpPr>
          <p:spPr bwMode="auto">
            <a:xfrm>
              <a:off x="3421"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38" name="Oval 499"/>
            <p:cNvSpPr>
              <a:spLocks noChangeArrowheads="1"/>
            </p:cNvSpPr>
            <p:nvPr/>
          </p:nvSpPr>
          <p:spPr bwMode="auto">
            <a:xfrm>
              <a:off x="3436" y="3768"/>
              <a:ext cx="49"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39" name="Oval 500"/>
            <p:cNvSpPr>
              <a:spLocks noChangeArrowheads="1"/>
            </p:cNvSpPr>
            <p:nvPr/>
          </p:nvSpPr>
          <p:spPr bwMode="auto">
            <a:xfrm>
              <a:off x="3484" y="3768"/>
              <a:ext cx="22"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40" name="Oval 501"/>
            <p:cNvSpPr>
              <a:spLocks noChangeArrowheads="1"/>
            </p:cNvSpPr>
            <p:nvPr/>
          </p:nvSpPr>
          <p:spPr bwMode="auto">
            <a:xfrm>
              <a:off x="3505" y="3768"/>
              <a:ext cx="31"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41" name="Oval 502"/>
            <p:cNvSpPr>
              <a:spLocks noChangeArrowheads="1"/>
            </p:cNvSpPr>
            <p:nvPr/>
          </p:nvSpPr>
          <p:spPr bwMode="auto">
            <a:xfrm>
              <a:off x="354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42" name="Oval 503"/>
            <p:cNvSpPr>
              <a:spLocks noChangeArrowheads="1"/>
            </p:cNvSpPr>
            <p:nvPr/>
          </p:nvSpPr>
          <p:spPr bwMode="auto">
            <a:xfrm>
              <a:off x="3619" y="3773"/>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sz="1400"/>
            </a:p>
          </p:txBody>
        </p:sp>
        <p:sp>
          <p:nvSpPr>
            <p:cNvPr id="36343" name="Oval 504"/>
            <p:cNvSpPr>
              <a:spLocks noChangeArrowheads="1"/>
            </p:cNvSpPr>
            <p:nvPr/>
          </p:nvSpPr>
          <p:spPr bwMode="auto">
            <a:xfrm>
              <a:off x="3631"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44" name="Oval 505"/>
            <p:cNvSpPr>
              <a:spLocks noChangeArrowheads="1"/>
            </p:cNvSpPr>
            <p:nvPr/>
          </p:nvSpPr>
          <p:spPr bwMode="auto">
            <a:xfrm>
              <a:off x="3682" y="3768"/>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45" name="Oval 506"/>
            <p:cNvSpPr>
              <a:spLocks noChangeArrowheads="1"/>
            </p:cNvSpPr>
            <p:nvPr/>
          </p:nvSpPr>
          <p:spPr bwMode="auto">
            <a:xfrm>
              <a:off x="3693"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46" name="Line 507"/>
            <p:cNvSpPr>
              <a:spLocks noChangeShapeType="1"/>
            </p:cNvSpPr>
            <p:nvPr/>
          </p:nvSpPr>
          <p:spPr bwMode="auto">
            <a:xfrm>
              <a:off x="3278" y="3768"/>
              <a:ext cx="798" cy="1"/>
            </a:xfrm>
            <a:prstGeom prst="line">
              <a:avLst/>
            </a:prstGeom>
            <a:noFill/>
            <a:ln w="15875">
              <a:solidFill>
                <a:srgbClr val="0054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6347" name="Group 508"/>
            <p:cNvGrpSpPr>
              <a:grpSpLocks/>
            </p:cNvGrpSpPr>
            <p:nvPr/>
          </p:nvGrpSpPr>
          <p:grpSpPr bwMode="auto">
            <a:xfrm>
              <a:off x="3349" y="3725"/>
              <a:ext cx="345" cy="14"/>
              <a:chOff x="3349" y="3725"/>
              <a:chExt cx="345" cy="14"/>
            </a:xfrm>
          </p:grpSpPr>
          <p:sp>
            <p:nvSpPr>
              <p:cNvPr id="36348" name="Rectangle 509"/>
              <p:cNvSpPr>
                <a:spLocks noChangeArrowheads="1"/>
              </p:cNvSpPr>
              <p:nvPr/>
            </p:nvSpPr>
            <p:spPr bwMode="auto">
              <a:xfrm>
                <a:off x="3349" y="3730"/>
                <a:ext cx="8"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49" name="Rectangle 510"/>
              <p:cNvSpPr>
                <a:spLocks noChangeArrowheads="1"/>
              </p:cNvSpPr>
              <p:nvPr/>
            </p:nvSpPr>
            <p:spPr bwMode="auto">
              <a:xfrm>
                <a:off x="3362" y="3725"/>
                <a:ext cx="8" cy="1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0" name="Rectangle 511"/>
              <p:cNvSpPr>
                <a:spLocks noChangeArrowheads="1"/>
              </p:cNvSpPr>
              <p:nvPr/>
            </p:nvSpPr>
            <p:spPr bwMode="auto">
              <a:xfrm>
                <a:off x="3415"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1" name="Rectangle 512"/>
              <p:cNvSpPr>
                <a:spLocks noChangeArrowheads="1"/>
              </p:cNvSpPr>
              <p:nvPr/>
            </p:nvSpPr>
            <p:spPr bwMode="auto">
              <a:xfrm>
                <a:off x="3426"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2" name="Rectangle 513"/>
              <p:cNvSpPr>
                <a:spLocks noChangeArrowheads="1"/>
              </p:cNvSpPr>
              <p:nvPr/>
            </p:nvSpPr>
            <p:spPr bwMode="auto">
              <a:xfrm>
                <a:off x="3446" y="3730"/>
                <a:ext cx="4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3" name="Rectangle 514"/>
              <p:cNvSpPr>
                <a:spLocks noChangeArrowheads="1"/>
              </p:cNvSpPr>
              <p:nvPr/>
            </p:nvSpPr>
            <p:spPr bwMode="auto">
              <a:xfrm>
                <a:off x="3495"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4" name="Rectangle 515"/>
              <p:cNvSpPr>
                <a:spLocks noChangeArrowheads="1"/>
              </p:cNvSpPr>
              <p:nvPr/>
            </p:nvSpPr>
            <p:spPr bwMode="auto">
              <a:xfrm>
                <a:off x="3514" y="3730"/>
                <a:ext cx="1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5" name="Rectangle 516"/>
              <p:cNvSpPr>
                <a:spLocks noChangeArrowheads="1"/>
              </p:cNvSpPr>
              <p:nvPr/>
            </p:nvSpPr>
            <p:spPr bwMode="auto">
              <a:xfrm>
                <a:off x="3545" y="3730"/>
                <a:ext cx="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6" name="Rectangle 517"/>
              <p:cNvSpPr>
                <a:spLocks noChangeArrowheads="1"/>
              </p:cNvSpPr>
              <p:nvPr/>
            </p:nvSpPr>
            <p:spPr bwMode="auto">
              <a:xfrm>
                <a:off x="3573" y="3730"/>
                <a:ext cx="4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7" name="Rectangle 518"/>
              <p:cNvSpPr>
                <a:spLocks noChangeArrowheads="1"/>
              </p:cNvSpPr>
              <p:nvPr/>
            </p:nvSpPr>
            <p:spPr bwMode="auto">
              <a:xfrm>
                <a:off x="3631"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8" name="Rectangle 519"/>
              <p:cNvSpPr>
                <a:spLocks noChangeArrowheads="1"/>
              </p:cNvSpPr>
              <p:nvPr/>
            </p:nvSpPr>
            <p:spPr bwMode="auto">
              <a:xfrm>
                <a:off x="3672" y="3730"/>
                <a:ext cx="1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59" name="Rectangle 520"/>
              <p:cNvSpPr>
                <a:spLocks noChangeArrowheads="1"/>
              </p:cNvSpPr>
              <p:nvPr/>
            </p:nvSpPr>
            <p:spPr bwMode="auto">
              <a:xfrm>
                <a:off x="3693"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grpSp>
        <p:sp>
          <p:nvSpPr>
            <p:cNvPr id="36360" name="Oval 521"/>
            <p:cNvSpPr>
              <a:spLocks noChangeArrowheads="1"/>
            </p:cNvSpPr>
            <p:nvPr/>
          </p:nvSpPr>
          <p:spPr bwMode="auto">
            <a:xfrm>
              <a:off x="3344"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1" name="Oval 522"/>
            <p:cNvSpPr>
              <a:spLocks noChangeArrowheads="1"/>
            </p:cNvSpPr>
            <p:nvPr/>
          </p:nvSpPr>
          <p:spPr bwMode="auto">
            <a:xfrm>
              <a:off x="3362"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2" name="Oval 523"/>
            <p:cNvSpPr>
              <a:spLocks noChangeArrowheads="1"/>
            </p:cNvSpPr>
            <p:nvPr/>
          </p:nvSpPr>
          <p:spPr bwMode="auto">
            <a:xfrm>
              <a:off x="341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3" name="Oval 524"/>
            <p:cNvSpPr>
              <a:spLocks noChangeArrowheads="1"/>
            </p:cNvSpPr>
            <p:nvPr/>
          </p:nvSpPr>
          <p:spPr bwMode="auto">
            <a:xfrm>
              <a:off x="3421"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4" name="Oval 525"/>
            <p:cNvSpPr>
              <a:spLocks noChangeArrowheads="1"/>
            </p:cNvSpPr>
            <p:nvPr/>
          </p:nvSpPr>
          <p:spPr bwMode="auto">
            <a:xfrm>
              <a:off x="3446" y="3677"/>
              <a:ext cx="3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5" name="Oval 526"/>
            <p:cNvSpPr>
              <a:spLocks noChangeArrowheads="1"/>
            </p:cNvSpPr>
            <p:nvPr/>
          </p:nvSpPr>
          <p:spPr bwMode="auto">
            <a:xfrm>
              <a:off x="3495"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6" name="Oval 527"/>
            <p:cNvSpPr>
              <a:spLocks noChangeArrowheads="1"/>
            </p:cNvSpPr>
            <p:nvPr/>
          </p:nvSpPr>
          <p:spPr bwMode="auto">
            <a:xfrm>
              <a:off x="3505" y="3666"/>
              <a:ext cx="31" cy="49"/>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67" name="Oval 528"/>
            <p:cNvSpPr>
              <a:spLocks noChangeArrowheads="1"/>
            </p:cNvSpPr>
            <p:nvPr/>
          </p:nvSpPr>
          <p:spPr bwMode="auto">
            <a:xfrm>
              <a:off x="354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8" name="Oval 529"/>
            <p:cNvSpPr>
              <a:spLocks noChangeArrowheads="1"/>
            </p:cNvSpPr>
            <p:nvPr/>
          </p:nvSpPr>
          <p:spPr bwMode="auto">
            <a:xfrm>
              <a:off x="3619"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69" name="Oval 530"/>
            <p:cNvSpPr>
              <a:spLocks noChangeArrowheads="1"/>
            </p:cNvSpPr>
            <p:nvPr/>
          </p:nvSpPr>
          <p:spPr bwMode="auto">
            <a:xfrm>
              <a:off x="3631"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70" name="Oval 531"/>
            <p:cNvSpPr>
              <a:spLocks noChangeArrowheads="1"/>
            </p:cNvSpPr>
            <p:nvPr/>
          </p:nvSpPr>
          <p:spPr bwMode="auto">
            <a:xfrm>
              <a:off x="3682" y="3666"/>
              <a:ext cx="21" cy="49"/>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371" name="Oval 532"/>
            <p:cNvSpPr>
              <a:spLocks noChangeArrowheads="1"/>
            </p:cNvSpPr>
            <p:nvPr/>
          </p:nvSpPr>
          <p:spPr bwMode="auto">
            <a:xfrm>
              <a:off x="3693"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72" name="Line 533"/>
            <p:cNvSpPr>
              <a:spLocks noChangeShapeType="1"/>
            </p:cNvSpPr>
            <p:nvPr/>
          </p:nvSpPr>
          <p:spPr bwMode="auto">
            <a:xfrm>
              <a:off x="3278" y="366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373" name="Rectangle 534"/>
            <p:cNvSpPr>
              <a:spLocks noChangeArrowheads="1"/>
            </p:cNvSpPr>
            <p:nvPr/>
          </p:nvSpPr>
          <p:spPr bwMode="auto">
            <a:xfrm>
              <a:off x="4028" y="3691"/>
              <a:ext cx="30"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374" name="Rectangle 535"/>
            <p:cNvSpPr>
              <a:spLocks noChangeArrowheads="1"/>
            </p:cNvSpPr>
            <p:nvPr/>
          </p:nvSpPr>
          <p:spPr bwMode="auto">
            <a:xfrm>
              <a:off x="4028" y="3778"/>
              <a:ext cx="30" cy="11"/>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375" name="Rectangle 536"/>
            <p:cNvSpPr>
              <a:spLocks noChangeArrowheads="1"/>
            </p:cNvSpPr>
            <p:nvPr/>
          </p:nvSpPr>
          <p:spPr bwMode="auto">
            <a:xfrm>
              <a:off x="4028" y="3894"/>
              <a:ext cx="30"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376" name="Rectangle 537"/>
            <p:cNvSpPr>
              <a:spLocks noChangeArrowheads="1"/>
            </p:cNvSpPr>
            <p:nvPr/>
          </p:nvSpPr>
          <p:spPr bwMode="auto">
            <a:xfrm>
              <a:off x="3307" y="3691"/>
              <a:ext cx="22"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377" name="Rectangle 538"/>
            <p:cNvSpPr>
              <a:spLocks noChangeArrowheads="1"/>
            </p:cNvSpPr>
            <p:nvPr/>
          </p:nvSpPr>
          <p:spPr bwMode="auto">
            <a:xfrm>
              <a:off x="3307" y="3778"/>
              <a:ext cx="22" cy="3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378" name="Rectangle 539"/>
            <p:cNvSpPr>
              <a:spLocks noChangeArrowheads="1"/>
            </p:cNvSpPr>
            <p:nvPr/>
          </p:nvSpPr>
          <p:spPr bwMode="auto">
            <a:xfrm>
              <a:off x="3307" y="3894"/>
              <a:ext cx="22"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379" name="Rectangle 540"/>
            <p:cNvSpPr>
              <a:spLocks noChangeArrowheads="1"/>
            </p:cNvSpPr>
            <p:nvPr/>
          </p:nvSpPr>
          <p:spPr bwMode="auto">
            <a:xfrm>
              <a:off x="3362" y="3953"/>
              <a:ext cx="9" cy="4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80" name="Rectangle 541"/>
            <p:cNvSpPr>
              <a:spLocks noChangeArrowheads="1"/>
            </p:cNvSpPr>
            <p:nvPr/>
          </p:nvSpPr>
          <p:spPr bwMode="auto">
            <a:xfrm>
              <a:off x="3475" y="3958"/>
              <a:ext cx="11" cy="3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381" name="Oval 542"/>
            <p:cNvSpPr>
              <a:spLocks noChangeArrowheads="1"/>
            </p:cNvSpPr>
            <p:nvPr/>
          </p:nvSpPr>
          <p:spPr bwMode="auto">
            <a:xfrm>
              <a:off x="3410" y="3953"/>
              <a:ext cx="9" cy="36"/>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382" name="Oval 543"/>
            <p:cNvSpPr>
              <a:spLocks noChangeArrowheads="1"/>
            </p:cNvSpPr>
            <p:nvPr/>
          </p:nvSpPr>
          <p:spPr bwMode="auto">
            <a:xfrm>
              <a:off x="3495" y="3958"/>
              <a:ext cx="0" cy="26"/>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grpSp>
      <p:grpSp>
        <p:nvGrpSpPr>
          <p:cNvPr id="36383" name="Group 544"/>
          <p:cNvGrpSpPr>
            <a:grpSpLocks/>
          </p:cNvGrpSpPr>
          <p:nvPr/>
        </p:nvGrpSpPr>
        <p:grpSpPr bwMode="auto">
          <a:xfrm>
            <a:off x="5653391" y="4586591"/>
            <a:ext cx="685800" cy="338138"/>
            <a:chOff x="3272" y="3473"/>
            <a:chExt cx="1086" cy="536"/>
          </a:xfrm>
        </p:grpSpPr>
        <p:grpSp>
          <p:nvGrpSpPr>
            <p:cNvPr id="36384" name="Group 545"/>
            <p:cNvGrpSpPr>
              <a:grpSpLocks/>
            </p:cNvGrpSpPr>
            <p:nvPr/>
          </p:nvGrpSpPr>
          <p:grpSpPr bwMode="auto">
            <a:xfrm>
              <a:off x="3272" y="3628"/>
              <a:ext cx="903" cy="380"/>
              <a:chOff x="3272" y="3628"/>
              <a:chExt cx="903" cy="380"/>
            </a:xfrm>
          </p:grpSpPr>
          <p:sp>
            <p:nvSpPr>
              <p:cNvPr id="36385" name="Rectangle 546"/>
              <p:cNvSpPr>
                <a:spLocks noChangeArrowheads="1"/>
              </p:cNvSpPr>
              <p:nvPr/>
            </p:nvSpPr>
            <p:spPr bwMode="auto">
              <a:xfrm>
                <a:off x="3277" y="3632"/>
                <a:ext cx="893" cy="371"/>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86" name="Rectangle 547"/>
              <p:cNvSpPr>
                <a:spLocks noChangeArrowheads="1"/>
              </p:cNvSpPr>
              <p:nvPr/>
            </p:nvSpPr>
            <p:spPr bwMode="auto">
              <a:xfrm>
                <a:off x="3272" y="363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87" name="Rectangle 548"/>
              <p:cNvSpPr>
                <a:spLocks noChangeArrowheads="1"/>
              </p:cNvSpPr>
              <p:nvPr/>
            </p:nvSpPr>
            <p:spPr bwMode="auto">
              <a:xfrm>
                <a:off x="3272" y="3652"/>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88" name="Rectangle 549"/>
              <p:cNvSpPr>
                <a:spLocks noChangeArrowheads="1"/>
              </p:cNvSpPr>
              <p:nvPr/>
            </p:nvSpPr>
            <p:spPr bwMode="auto">
              <a:xfrm>
                <a:off x="3272" y="367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89" name="Rectangle 550"/>
              <p:cNvSpPr>
                <a:spLocks noChangeArrowheads="1"/>
              </p:cNvSpPr>
              <p:nvPr/>
            </p:nvSpPr>
            <p:spPr bwMode="auto">
              <a:xfrm>
                <a:off x="3272" y="3690"/>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0" name="Rectangle 551"/>
              <p:cNvSpPr>
                <a:spLocks noChangeArrowheads="1"/>
              </p:cNvSpPr>
              <p:nvPr/>
            </p:nvSpPr>
            <p:spPr bwMode="auto">
              <a:xfrm>
                <a:off x="3272" y="370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1" name="Rectangle 552"/>
              <p:cNvSpPr>
                <a:spLocks noChangeArrowheads="1"/>
              </p:cNvSpPr>
              <p:nvPr/>
            </p:nvSpPr>
            <p:spPr bwMode="auto">
              <a:xfrm>
                <a:off x="3272" y="372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2" name="Rectangle 553"/>
              <p:cNvSpPr>
                <a:spLocks noChangeArrowheads="1"/>
              </p:cNvSpPr>
              <p:nvPr/>
            </p:nvSpPr>
            <p:spPr bwMode="auto">
              <a:xfrm>
                <a:off x="3272" y="374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3" name="Rectangle 554"/>
              <p:cNvSpPr>
                <a:spLocks noChangeArrowheads="1"/>
              </p:cNvSpPr>
              <p:nvPr/>
            </p:nvSpPr>
            <p:spPr bwMode="auto">
              <a:xfrm>
                <a:off x="3272" y="3767"/>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4" name="Rectangle 555"/>
              <p:cNvSpPr>
                <a:spLocks noChangeArrowheads="1"/>
              </p:cNvSpPr>
              <p:nvPr/>
            </p:nvSpPr>
            <p:spPr bwMode="auto">
              <a:xfrm>
                <a:off x="3272" y="3786"/>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5" name="Rectangle 556"/>
              <p:cNvSpPr>
                <a:spLocks noChangeArrowheads="1"/>
              </p:cNvSpPr>
              <p:nvPr/>
            </p:nvSpPr>
            <p:spPr bwMode="auto">
              <a:xfrm>
                <a:off x="3272" y="3805"/>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6" name="Rectangle 557"/>
              <p:cNvSpPr>
                <a:spLocks noChangeArrowheads="1"/>
              </p:cNvSpPr>
              <p:nvPr/>
            </p:nvSpPr>
            <p:spPr bwMode="auto">
              <a:xfrm>
                <a:off x="3272" y="382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7" name="Rectangle 558"/>
              <p:cNvSpPr>
                <a:spLocks noChangeArrowheads="1"/>
              </p:cNvSpPr>
              <p:nvPr/>
            </p:nvSpPr>
            <p:spPr bwMode="auto">
              <a:xfrm>
                <a:off x="3272" y="384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8" name="Rectangle 559"/>
              <p:cNvSpPr>
                <a:spLocks noChangeArrowheads="1"/>
              </p:cNvSpPr>
              <p:nvPr/>
            </p:nvSpPr>
            <p:spPr bwMode="auto">
              <a:xfrm>
                <a:off x="3272" y="3863"/>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399" name="Rectangle 560"/>
              <p:cNvSpPr>
                <a:spLocks noChangeArrowheads="1"/>
              </p:cNvSpPr>
              <p:nvPr/>
            </p:nvSpPr>
            <p:spPr bwMode="auto">
              <a:xfrm>
                <a:off x="3272" y="388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0" name="Rectangle 561"/>
              <p:cNvSpPr>
                <a:spLocks noChangeArrowheads="1"/>
              </p:cNvSpPr>
              <p:nvPr/>
            </p:nvSpPr>
            <p:spPr bwMode="auto">
              <a:xfrm>
                <a:off x="3272" y="3901"/>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1" name="Rectangle 562"/>
              <p:cNvSpPr>
                <a:spLocks noChangeArrowheads="1"/>
              </p:cNvSpPr>
              <p:nvPr/>
            </p:nvSpPr>
            <p:spPr bwMode="auto">
              <a:xfrm>
                <a:off x="3272" y="392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2" name="Rectangle 563"/>
              <p:cNvSpPr>
                <a:spLocks noChangeArrowheads="1"/>
              </p:cNvSpPr>
              <p:nvPr/>
            </p:nvSpPr>
            <p:spPr bwMode="auto">
              <a:xfrm>
                <a:off x="3272" y="3940"/>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3" name="Rectangle 564"/>
              <p:cNvSpPr>
                <a:spLocks noChangeArrowheads="1"/>
              </p:cNvSpPr>
              <p:nvPr/>
            </p:nvSpPr>
            <p:spPr bwMode="auto">
              <a:xfrm>
                <a:off x="3272" y="395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4" name="Rectangle 565"/>
              <p:cNvSpPr>
                <a:spLocks noChangeArrowheads="1"/>
              </p:cNvSpPr>
              <p:nvPr/>
            </p:nvSpPr>
            <p:spPr bwMode="auto">
              <a:xfrm>
                <a:off x="3272" y="397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5" name="Freeform 566"/>
              <p:cNvSpPr>
                <a:spLocks noChangeArrowheads="1"/>
              </p:cNvSpPr>
              <p:nvPr/>
            </p:nvSpPr>
            <p:spPr bwMode="auto">
              <a:xfrm>
                <a:off x="3272" y="3997"/>
                <a:ext cx="9" cy="11"/>
              </a:xfrm>
              <a:custGeom>
                <a:avLst/>
                <a:gdLst>
                  <a:gd name="T0" fmla="*/ 9 w 9"/>
                  <a:gd name="T1" fmla="*/ 0 h 11"/>
                  <a:gd name="T2" fmla="*/ 0 w 9"/>
                  <a:gd name="T3" fmla="*/ 0 h 11"/>
                  <a:gd name="T4" fmla="*/ 0 w 9"/>
                  <a:gd name="T5" fmla="*/ 6 h 11"/>
                  <a:gd name="T6" fmla="*/ 0 w 9"/>
                  <a:gd name="T7" fmla="*/ 11 h 11"/>
                  <a:gd name="T8" fmla="*/ 5 w 9"/>
                  <a:gd name="T9" fmla="*/ 11 h 11"/>
                  <a:gd name="T10" fmla="*/ 8 w 9"/>
                  <a:gd name="T11" fmla="*/ 11 h 11"/>
                  <a:gd name="T12" fmla="*/ 8 w 9"/>
                  <a:gd name="T13" fmla="*/ 2 h 11"/>
                  <a:gd name="T14" fmla="*/ 5 w 9"/>
                  <a:gd name="T15" fmla="*/ 2 h 11"/>
                  <a:gd name="T16" fmla="*/ 5 w 9"/>
                  <a:gd name="T17" fmla="*/ 6 h 11"/>
                  <a:gd name="T18" fmla="*/ 9 w 9"/>
                  <a:gd name="T19" fmla="*/ 6 h 11"/>
                  <a:gd name="T20" fmla="*/ 9 w 9"/>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9" y="0"/>
                    </a:moveTo>
                    <a:lnTo>
                      <a:pt x="0" y="0"/>
                    </a:lnTo>
                    <a:lnTo>
                      <a:pt x="0" y="6"/>
                    </a:lnTo>
                    <a:lnTo>
                      <a:pt x="0" y="11"/>
                    </a:lnTo>
                    <a:lnTo>
                      <a:pt x="5" y="11"/>
                    </a:lnTo>
                    <a:lnTo>
                      <a:pt x="8" y="11"/>
                    </a:lnTo>
                    <a:lnTo>
                      <a:pt x="8" y="2"/>
                    </a:lnTo>
                    <a:lnTo>
                      <a:pt x="5" y="2"/>
                    </a:lnTo>
                    <a:lnTo>
                      <a:pt x="5" y="6"/>
                    </a:lnTo>
                    <a:lnTo>
                      <a:pt x="9"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406" name="Rectangle 567"/>
              <p:cNvSpPr>
                <a:spLocks noChangeArrowheads="1"/>
              </p:cNvSpPr>
              <p:nvPr/>
            </p:nvSpPr>
            <p:spPr bwMode="auto">
              <a:xfrm>
                <a:off x="329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7" name="Rectangle 568"/>
              <p:cNvSpPr>
                <a:spLocks noChangeArrowheads="1"/>
              </p:cNvSpPr>
              <p:nvPr/>
            </p:nvSpPr>
            <p:spPr bwMode="auto">
              <a:xfrm>
                <a:off x="330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8" name="Rectangle 569"/>
              <p:cNvSpPr>
                <a:spLocks noChangeArrowheads="1"/>
              </p:cNvSpPr>
              <p:nvPr/>
            </p:nvSpPr>
            <p:spPr bwMode="auto">
              <a:xfrm>
                <a:off x="332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09" name="Rectangle 570"/>
              <p:cNvSpPr>
                <a:spLocks noChangeArrowheads="1"/>
              </p:cNvSpPr>
              <p:nvPr/>
            </p:nvSpPr>
            <p:spPr bwMode="auto">
              <a:xfrm>
                <a:off x="334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0" name="Rectangle 571"/>
              <p:cNvSpPr>
                <a:spLocks noChangeArrowheads="1"/>
              </p:cNvSpPr>
              <p:nvPr/>
            </p:nvSpPr>
            <p:spPr bwMode="auto">
              <a:xfrm>
                <a:off x="336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1" name="Rectangle 572"/>
              <p:cNvSpPr>
                <a:spLocks noChangeArrowheads="1"/>
              </p:cNvSpPr>
              <p:nvPr/>
            </p:nvSpPr>
            <p:spPr bwMode="auto">
              <a:xfrm>
                <a:off x="338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2" name="Rectangle 573"/>
              <p:cNvSpPr>
                <a:spLocks noChangeArrowheads="1"/>
              </p:cNvSpPr>
              <p:nvPr/>
            </p:nvSpPr>
            <p:spPr bwMode="auto">
              <a:xfrm>
                <a:off x="340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3" name="Rectangle 574"/>
              <p:cNvSpPr>
                <a:spLocks noChangeArrowheads="1"/>
              </p:cNvSpPr>
              <p:nvPr/>
            </p:nvSpPr>
            <p:spPr bwMode="auto">
              <a:xfrm>
                <a:off x="342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4" name="Rectangle 575"/>
              <p:cNvSpPr>
                <a:spLocks noChangeArrowheads="1"/>
              </p:cNvSpPr>
              <p:nvPr/>
            </p:nvSpPr>
            <p:spPr bwMode="auto">
              <a:xfrm>
                <a:off x="344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5" name="Rectangle 576"/>
              <p:cNvSpPr>
                <a:spLocks noChangeArrowheads="1"/>
              </p:cNvSpPr>
              <p:nvPr/>
            </p:nvSpPr>
            <p:spPr bwMode="auto">
              <a:xfrm>
                <a:off x="346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6" name="Rectangle 577"/>
              <p:cNvSpPr>
                <a:spLocks noChangeArrowheads="1"/>
              </p:cNvSpPr>
              <p:nvPr/>
            </p:nvSpPr>
            <p:spPr bwMode="auto">
              <a:xfrm>
                <a:off x="348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7" name="Rectangle 578"/>
              <p:cNvSpPr>
                <a:spLocks noChangeArrowheads="1"/>
              </p:cNvSpPr>
              <p:nvPr/>
            </p:nvSpPr>
            <p:spPr bwMode="auto">
              <a:xfrm>
                <a:off x="350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8" name="Rectangle 579"/>
              <p:cNvSpPr>
                <a:spLocks noChangeArrowheads="1"/>
              </p:cNvSpPr>
              <p:nvPr/>
            </p:nvSpPr>
            <p:spPr bwMode="auto">
              <a:xfrm>
                <a:off x="352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19" name="Rectangle 580"/>
              <p:cNvSpPr>
                <a:spLocks noChangeArrowheads="1"/>
              </p:cNvSpPr>
              <p:nvPr/>
            </p:nvSpPr>
            <p:spPr bwMode="auto">
              <a:xfrm>
                <a:off x="354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0" name="Rectangle 581"/>
              <p:cNvSpPr>
                <a:spLocks noChangeArrowheads="1"/>
              </p:cNvSpPr>
              <p:nvPr/>
            </p:nvSpPr>
            <p:spPr bwMode="auto">
              <a:xfrm>
                <a:off x="355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1" name="Rectangle 582"/>
              <p:cNvSpPr>
                <a:spLocks noChangeArrowheads="1"/>
              </p:cNvSpPr>
              <p:nvPr/>
            </p:nvSpPr>
            <p:spPr bwMode="auto">
              <a:xfrm>
                <a:off x="357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2" name="Rectangle 583"/>
              <p:cNvSpPr>
                <a:spLocks noChangeArrowheads="1"/>
              </p:cNvSpPr>
              <p:nvPr/>
            </p:nvSpPr>
            <p:spPr bwMode="auto">
              <a:xfrm>
                <a:off x="359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3" name="Rectangle 584"/>
              <p:cNvSpPr>
                <a:spLocks noChangeArrowheads="1"/>
              </p:cNvSpPr>
              <p:nvPr/>
            </p:nvSpPr>
            <p:spPr bwMode="auto">
              <a:xfrm>
                <a:off x="361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4" name="Rectangle 585"/>
              <p:cNvSpPr>
                <a:spLocks noChangeArrowheads="1"/>
              </p:cNvSpPr>
              <p:nvPr/>
            </p:nvSpPr>
            <p:spPr bwMode="auto">
              <a:xfrm>
                <a:off x="363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5" name="Rectangle 586"/>
              <p:cNvSpPr>
                <a:spLocks noChangeArrowheads="1"/>
              </p:cNvSpPr>
              <p:nvPr/>
            </p:nvSpPr>
            <p:spPr bwMode="auto">
              <a:xfrm>
                <a:off x="3655"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6" name="Rectangle 587"/>
              <p:cNvSpPr>
                <a:spLocks noChangeArrowheads="1"/>
              </p:cNvSpPr>
              <p:nvPr/>
            </p:nvSpPr>
            <p:spPr bwMode="auto">
              <a:xfrm>
                <a:off x="367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7" name="Rectangle 588"/>
              <p:cNvSpPr>
                <a:spLocks noChangeArrowheads="1"/>
              </p:cNvSpPr>
              <p:nvPr/>
            </p:nvSpPr>
            <p:spPr bwMode="auto">
              <a:xfrm>
                <a:off x="369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8" name="Rectangle 589"/>
              <p:cNvSpPr>
                <a:spLocks noChangeArrowheads="1"/>
              </p:cNvSpPr>
              <p:nvPr/>
            </p:nvSpPr>
            <p:spPr bwMode="auto">
              <a:xfrm>
                <a:off x="371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29" name="Rectangle 590"/>
              <p:cNvSpPr>
                <a:spLocks noChangeArrowheads="1"/>
              </p:cNvSpPr>
              <p:nvPr/>
            </p:nvSpPr>
            <p:spPr bwMode="auto">
              <a:xfrm>
                <a:off x="373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0" name="Rectangle 591"/>
              <p:cNvSpPr>
                <a:spLocks noChangeArrowheads="1"/>
              </p:cNvSpPr>
              <p:nvPr/>
            </p:nvSpPr>
            <p:spPr bwMode="auto">
              <a:xfrm>
                <a:off x="3751"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1" name="Rectangle 592"/>
              <p:cNvSpPr>
                <a:spLocks noChangeArrowheads="1"/>
              </p:cNvSpPr>
              <p:nvPr/>
            </p:nvSpPr>
            <p:spPr bwMode="auto">
              <a:xfrm>
                <a:off x="377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2" name="Rectangle 593"/>
              <p:cNvSpPr>
                <a:spLocks noChangeArrowheads="1"/>
              </p:cNvSpPr>
              <p:nvPr/>
            </p:nvSpPr>
            <p:spPr bwMode="auto">
              <a:xfrm>
                <a:off x="378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3" name="Rectangle 594"/>
              <p:cNvSpPr>
                <a:spLocks noChangeArrowheads="1"/>
              </p:cNvSpPr>
              <p:nvPr/>
            </p:nvSpPr>
            <p:spPr bwMode="auto">
              <a:xfrm>
                <a:off x="380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4" name="Rectangle 595"/>
              <p:cNvSpPr>
                <a:spLocks noChangeArrowheads="1"/>
              </p:cNvSpPr>
              <p:nvPr/>
            </p:nvSpPr>
            <p:spPr bwMode="auto">
              <a:xfrm>
                <a:off x="3828"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5" name="Rectangle 596"/>
              <p:cNvSpPr>
                <a:spLocks noChangeArrowheads="1"/>
              </p:cNvSpPr>
              <p:nvPr/>
            </p:nvSpPr>
            <p:spPr bwMode="auto">
              <a:xfrm>
                <a:off x="384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6" name="Rectangle 597"/>
              <p:cNvSpPr>
                <a:spLocks noChangeArrowheads="1"/>
              </p:cNvSpPr>
              <p:nvPr/>
            </p:nvSpPr>
            <p:spPr bwMode="auto">
              <a:xfrm>
                <a:off x="386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7" name="Rectangle 598"/>
              <p:cNvSpPr>
                <a:spLocks noChangeArrowheads="1"/>
              </p:cNvSpPr>
              <p:nvPr/>
            </p:nvSpPr>
            <p:spPr bwMode="auto">
              <a:xfrm>
                <a:off x="388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8" name="Rectangle 599"/>
              <p:cNvSpPr>
                <a:spLocks noChangeArrowheads="1"/>
              </p:cNvSpPr>
              <p:nvPr/>
            </p:nvSpPr>
            <p:spPr bwMode="auto">
              <a:xfrm>
                <a:off x="390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39" name="Rectangle 600"/>
              <p:cNvSpPr>
                <a:spLocks noChangeArrowheads="1"/>
              </p:cNvSpPr>
              <p:nvPr/>
            </p:nvSpPr>
            <p:spPr bwMode="auto">
              <a:xfrm>
                <a:off x="3924"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0" name="Rectangle 601"/>
              <p:cNvSpPr>
                <a:spLocks noChangeArrowheads="1"/>
              </p:cNvSpPr>
              <p:nvPr/>
            </p:nvSpPr>
            <p:spPr bwMode="auto">
              <a:xfrm>
                <a:off x="394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1" name="Rectangle 602"/>
              <p:cNvSpPr>
                <a:spLocks noChangeArrowheads="1"/>
              </p:cNvSpPr>
              <p:nvPr/>
            </p:nvSpPr>
            <p:spPr bwMode="auto">
              <a:xfrm>
                <a:off x="396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2" name="Rectangle 603"/>
              <p:cNvSpPr>
                <a:spLocks noChangeArrowheads="1"/>
              </p:cNvSpPr>
              <p:nvPr/>
            </p:nvSpPr>
            <p:spPr bwMode="auto">
              <a:xfrm>
                <a:off x="398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3" name="Rectangle 604"/>
              <p:cNvSpPr>
                <a:spLocks noChangeArrowheads="1"/>
              </p:cNvSpPr>
              <p:nvPr/>
            </p:nvSpPr>
            <p:spPr bwMode="auto">
              <a:xfrm>
                <a:off x="400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4" name="Rectangle 605"/>
              <p:cNvSpPr>
                <a:spLocks noChangeArrowheads="1"/>
              </p:cNvSpPr>
              <p:nvPr/>
            </p:nvSpPr>
            <p:spPr bwMode="auto">
              <a:xfrm>
                <a:off x="402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5" name="Rectangle 606"/>
              <p:cNvSpPr>
                <a:spLocks noChangeArrowheads="1"/>
              </p:cNvSpPr>
              <p:nvPr/>
            </p:nvSpPr>
            <p:spPr bwMode="auto">
              <a:xfrm>
                <a:off x="403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6" name="Rectangle 607"/>
              <p:cNvSpPr>
                <a:spLocks noChangeArrowheads="1"/>
              </p:cNvSpPr>
              <p:nvPr/>
            </p:nvSpPr>
            <p:spPr bwMode="auto">
              <a:xfrm>
                <a:off x="405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7" name="Rectangle 608"/>
              <p:cNvSpPr>
                <a:spLocks noChangeArrowheads="1"/>
              </p:cNvSpPr>
              <p:nvPr/>
            </p:nvSpPr>
            <p:spPr bwMode="auto">
              <a:xfrm>
                <a:off x="407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8" name="Rectangle 609"/>
              <p:cNvSpPr>
                <a:spLocks noChangeArrowheads="1"/>
              </p:cNvSpPr>
              <p:nvPr/>
            </p:nvSpPr>
            <p:spPr bwMode="auto">
              <a:xfrm>
                <a:off x="409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49" name="Rectangle 610"/>
              <p:cNvSpPr>
                <a:spLocks noChangeArrowheads="1"/>
              </p:cNvSpPr>
              <p:nvPr/>
            </p:nvSpPr>
            <p:spPr bwMode="auto">
              <a:xfrm>
                <a:off x="411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0" name="Rectangle 611"/>
              <p:cNvSpPr>
                <a:spLocks noChangeArrowheads="1"/>
              </p:cNvSpPr>
              <p:nvPr/>
            </p:nvSpPr>
            <p:spPr bwMode="auto">
              <a:xfrm>
                <a:off x="413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1" name="Rectangle 612"/>
              <p:cNvSpPr>
                <a:spLocks noChangeArrowheads="1"/>
              </p:cNvSpPr>
              <p:nvPr/>
            </p:nvSpPr>
            <p:spPr bwMode="auto">
              <a:xfrm>
                <a:off x="415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2" name="Rectangle 613"/>
              <p:cNvSpPr>
                <a:spLocks noChangeArrowheads="1"/>
              </p:cNvSpPr>
              <p:nvPr/>
            </p:nvSpPr>
            <p:spPr bwMode="auto">
              <a:xfrm>
                <a:off x="4165" y="399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3" name="Rectangle 614"/>
              <p:cNvSpPr>
                <a:spLocks noChangeArrowheads="1"/>
              </p:cNvSpPr>
              <p:nvPr/>
            </p:nvSpPr>
            <p:spPr bwMode="auto">
              <a:xfrm>
                <a:off x="4165" y="397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4" name="Rectangle 615"/>
              <p:cNvSpPr>
                <a:spLocks noChangeArrowheads="1"/>
              </p:cNvSpPr>
              <p:nvPr/>
            </p:nvSpPr>
            <p:spPr bwMode="auto">
              <a:xfrm>
                <a:off x="4165" y="3952"/>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5" name="Rectangle 616"/>
              <p:cNvSpPr>
                <a:spLocks noChangeArrowheads="1"/>
              </p:cNvSpPr>
              <p:nvPr/>
            </p:nvSpPr>
            <p:spPr bwMode="auto">
              <a:xfrm>
                <a:off x="4165" y="39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6" name="Rectangle 617"/>
              <p:cNvSpPr>
                <a:spLocks noChangeArrowheads="1"/>
              </p:cNvSpPr>
              <p:nvPr/>
            </p:nvSpPr>
            <p:spPr bwMode="auto">
              <a:xfrm>
                <a:off x="4165" y="3913"/>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7" name="Rectangle 618"/>
              <p:cNvSpPr>
                <a:spLocks noChangeArrowheads="1"/>
              </p:cNvSpPr>
              <p:nvPr/>
            </p:nvSpPr>
            <p:spPr bwMode="auto">
              <a:xfrm>
                <a:off x="4165" y="389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8" name="Rectangle 619"/>
              <p:cNvSpPr>
                <a:spLocks noChangeArrowheads="1"/>
              </p:cNvSpPr>
              <p:nvPr/>
            </p:nvSpPr>
            <p:spPr bwMode="auto">
              <a:xfrm>
                <a:off x="4165" y="387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59" name="Rectangle 620"/>
              <p:cNvSpPr>
                <a:spLocks noChangeArrowheads="1"/>
              </p:cNvSpPr>
              <p:nvPr/>
            </p:nvSpPr>
            <p:spPr bwMode="auto">
              <a:xfrm>
                <a:off x="4165" y="385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0" name="Rectangle 621"/>
              <p:cNvSpPr>
                <a:spLocks noChangeArrowheads="1"/>
              </p:cNvSpPr>
              <p:nvPr/>
            </p:nvSpPr>
            <p:spPr bwMode="auto">
              <a:xfrm>
                <a:off x="4165" y="3837"/>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1" name="Rectangle 622"/>
              <p:cNvSpPr>
                <a:spLocks noChangeArrowheads="1"/>
              </p:cNvSpPr>
              <p:nvPr/>
            </p:nvSpPr>
            <p:spPr bwMode="auto">
              <a:xfrm>
                <a:off x="4165" y="3817"/>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2" name="Rectangle 623"/>
              <p:cNvSpPr>
                <a:spLocks noChangeArrowheads="1"/>
              </p:cNvSpPr>
              <p:nvPr/>
            </p:nvSpPr>
            <p:spPr bwMode="auto">
              <a:xfrm>
                <a:off x="4165" y="3798"/>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3" name="Rectangle 624"/>
              <p:cNvSpPr>
                <a:spLocks noChangeArrowheads="1"/>
              </p:cNvSpPr>
              <p:nvPr/>
            </p:nvSpPr>
            <p:spPr bwMode="auto">
              <a:xfrm>
                <a:off x="4165" y="377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4" name="Rectangle 625"/>
              <p:cNvSpPr>
                <a:spLocks noChangeArrowheads="1"/>
              </p:cNvSpPr>
              <p:nvPr/>
            </p:nvSpPr>
            <p:spPr bwMode="auto">
              <a:xfrm>
                <a:off x="4165" y="3760"/>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5" name="Rectangle 626"/>
              <p:cNvSpPr>
                <a:spLocks noChangeArrowheads="1"/>
              </p:cNvSpPr>
              <p:nvPr/>
            </p:nvSpPr>
            <p:spPr bwMode="auto">
              <a:xfrm>
                <a:off x="4165" y="374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6" name="Rectangle 627"/>
              <p:cNvSpPr>
                <a:spLocks noChangeArrowheads="1"/>
              </p:cNvSpPr>
              <p:nvPr/>
            </p:nvSpPr>
            <p:spPr bwMode="auto">
              <a:xfrm>
                <a:off x="4165" y="372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7" name="Rectangle 628"/>
              <p:cNvSpPr>
                <a:spLocks noChangeArrowheads="1"/>
              </p:cNvSpPr>
              <p:nvPr/>
            </p:nvSpPr>
            <p:spPr bwMode="auto">
              <a:xfrm>
                <a:off x="4165" y="3702"/>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8" name="Rectangle 629"/>
              <p:cNvSpPr>
                <a:spLocks noChangeArrowheads="1"/>
              </p:cNvSpPr>
              <p:nvPr/>
            </p:nvSpPr>
            <p:spPr bwMode="auto">
              <a:xfrm>
                <a:off x="4165" y="368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69" name="Rectangle 630"/>
              <p:cNvSpPr>
                <a:spLocks noChangeArrowheads="1"/>
              </p:cNvSpPr>
              <p:nvPr/>
            </p:nvSpPr>
            <p:spPr bwMode="auto">
              <a:xfrm>
                <a:off x="4165" y="366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0" name="Rectangle 631"/>
              <p:cNvSpPr>
                <a:spLocks noChangeArrowheads="1"/>
              </p:cNvSpPr>
              <p:nvPr/>
            </p:nvSpPr>
            <p:spPr bwMode="auto">
              <a:xfrm>
                <a:off x="4165" y="364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1" name="Freeform 632"/>
              <p:cNvSpPr>
                <a:spLocks noChangeArrowheads="1"/>
              </p:cNvSpPr>
              <p:nvPr/>
            </p:nvSpPr>
            <p:spPr bwMode="auto">
              <a:xfrm>
                <a:off x="4163" y="3628"/>
                <a:ext cx="12" cy="9"/>
              </a:xfrm>
              <a:custGeom>
                <a:avLst/>
                <a:gdLst>
                  <a:gd name="T0" fmla="*/ 2 w 12"/>
                  <a:gd name="T1" fmla="*/ 7 h 9"/>
                  <a:gd name="T2" fmla="*/ 12 w 12"/>
                  <a:gd name="T3" fmla="*/ 7 h 9"/>
                  <a:gd name="T4" fmla="*/ 12 w 12"/>
                  <a:gd name="T5" fmla="*/ 4 h 9"/>
                  <a:gd name="T6" fmla="*/ 12 w 12"/>
                  <a:gd name="T7" fmla="*/ 0 h 9"/>
                  <a:gd name="T8" fmla="*/ 7 w 12"/>
                  <a:gd name="T9" fmla="*/ 0 h 9"/>
                  <a:gd name="T10" fmla="*/ 0 w 12"/>
                  <a:gd name="T11" fmla="*/ 0 h 9"/>
                  <a:gd name="T12" fmla="*/ 0 w 12"/>
                  <a:gd name="T13" fmla="*/ 9 h 9"/>
                  <a:gd name="T14" fmla="*/ 7 w 12"/>
                  <a:gd name="T15" fmla="*/ 9 h 9"/>
                  <a:gd name="T16" fmla="*/ 7 w 12"/>
                  <a:gd name="T17" fmla="*/ 4 h 9"/>
                  <a:gd name="T18" fmla="*/ 2 w 12"/>
                  <a:gd name="T19" fmla="*/ 4 h 9"/>
                  <a:gd name="T20" fmla="*/ 2 w 12"/>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9">
                    <a:moveTo>
                      <a:pt x="2" y="7"/>
                    </a:moveTo>
                    <a:lnTo>
                      <a:pt x="12" y="7"/>
                    </a:lnTo>
                    <a:lnTo>
                      <a:pt x="12" y="4"/>
                    </a:lnTo>
                    <a:lnTo>
                      <a:pt x="12" y="0"/>
                    </a:lnTo>
                    <a:lnTo>
                      <a:pt x="7" y="0"/>
                    </a:lnTo>
                    <a:lnTo>
                      <a:pt x="0" y="0"/>
                    </a:lnTo>
                    <a:lnTo>
                      <a:pt x="0" y="9"/>
                    </a:lnTo>
                    <a:lnTo>
                      <a:pt x="7" y="9"/>
                    </a:lnTo>
                    <a:lnTo>
                      <a:pt x="7" y="4"/>
                    </a:lnTo>
                    <a:lnTo>
                      <a:pt x="2" y="4"/>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472" name="Rectangle 633"/>
              <p:cNvSpPr>
                <a:spLocks noChangeArrowheads="1"/>
              </p:cNvSpPr>
              <p:nvPr/>
            </p:nvSpPr>
            <p:spPr bwMode="auto">
              <a:xfrm>
                <a:off x="414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3" name="Rectangle 634"/>
              <p:cNvSpPr>
                <a:spLocks noChangeArrowheads="1"/>
              </p:cNvSpPr>
              <p:nvPr/>
            </p:nvSpPr>
            <p:spPr bwMode="auto">
              <a:xfrm>
                <a:off x="412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4" name="Rectangle 635"/>
              <p:cNvSpPr>
                <a:spLocks noChangeArrowheads="1"/>
              </p:cNvSpPr>
              <p:nvPr/>
            </p:nvSpPr>
            <p:spPr bwMode="auto">
              <a:xfrm>
                <a:off x="410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5" name="Rectangle 636"/>
              <p:cNvSpPr>
                <a:spLocks noChangeArrowheads="1"/>
              </p:cNvSpPr>
              <p:nvPr/>
            </p:nvSpPr>
            <p:spPr bwMode="auto">
              <a:xfrm>
                <a:off x="408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6" name="Rectangle 637"/>
              <p:cNvSpPr>
                <a:spLocks noChangeArrowheads="1"/>
              </p:cNvSpPr>
              <p:nvPr/>
            </p:nvSpPr>
            <p:spPr bwMode="auto">
              <a:xfrm>
                <a:off x="406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7" name="Rectangle 638"/>
              <p:cNvSpPr>
                <a:spLocks noChangeArrowheads="1"/>
              </p:cNvSpPr>
              <p:nvPr/>
            </p:nvSpPr>
            <p:spPr bwMode="auto">
              <a:xfrm>
                <a:off x="404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8" name="Rectangle 639"/>
              <p:cNvSpPr>
                <a:spLocks noChangeArrowheads="1"/>
              </p:cNvSpPr>
              <p:nvPr/>
            </p:nvSpPr>
            <p:spPr bwMode="auto">
              <a:xfrm>
                <a:off x="402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79" name="Rectangle 640"/>
              <p:cNvSpPr>
                <a:spLocks noChangeArrowheads="1"/>
              </p:cNvSpPr>
              <p:nvPr/>
            </p:nvSpPr>
            <p:spPr bwMode="auto">
              <a:xfrm>
                <a:off x="400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0" name="Rectangle 641"/>
              <p:cNvSpPr>
                <a:spLocks noChangeArrowheads="1"/>
              </p:cNvSpPr>
              <p:nvPr/>
            </p:nvSpPr>
            <p:spPr bwMode="auto">
              <a:xfrm>
                <a:off x="3990"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1" name="Rectangle 642"/>
              <p:cNvSpPr>
                <a:spLocks noChangeArrowheads="1"/>
              </p:cNvSpPr>
              <p:nvPr/>
            </p:nvSpPr>
            <p:spPr bwMode="auto">
              <a:xfrm>
                <a:off x="397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2" name="Rectangle 643"/>
              <p:cNvSpPr>
                <a:spLocks noChangeArrowheads="1"/>
              </p:cNvSpPr>
              <p:nvPr/>
            </p:nvSpPr>
            <p:spPr bwMode="auto">
              <a:xfrm>
                <a:off x="395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3" name="Rectangle 644"/>
              <p:cNvSpPr>
                <a:spLocks noChangeArrowheads="1"/>
              </p:cNvSpPr>
              <p:nvPr/>
            </p:nvSpPr>
            <p:spPr bwMode="auto">
              <a:xfrm>
                <a:off x="393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4" name="Rectangle 645"/>
              <p:cNvSpPr>
                <a:spLocks noChangeArrowheads="1"/>
              </p:cNvSpPr>
              <p:nvPr/>
            </p:nvSpPr>
            <p:spPr bwMode="auto">
              <a:xfrm>
                <a:off x="391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5" name="Rectangle 646"/>
              <p:cNvSpPr>
                <a:spLocks noChangeArrowheads="1"/>
              </p:cNvSpPr>
              <p:nvPr/>
            </p:nvSpPr>
            <p:spPr bwMode="auto">
              <a:xfrm>
                <a:off x="3894"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6" name="Rectangle 647"/>
              <p:cNvSpPr>
                <a:spLocks noChangeArrowheads="1"/>
              </p:cNvSpPr>
              <p:nvPr/>
            </p:nvSpPr>
            <p:spPr bwMode="auto">
              <a:xfrm>
                <a:off x="387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7" name="Rectangle 648"/>
              <p:cNvSpPr>
                <a:spLocks noChangeArrowheads="1"/>
              </p:cNvSpPr>
              <p:nvPr/>
            </p:nvSpPr>
            <p:spPr bwMode="auto">
              <a:xfrm>
                <a:off x="385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8" name="Rectangle 649"/>
              <p:cNvSpPr>
                <a:spLocks noChangeArrowheads="1"/>
              </p:cNvSpPr>
              <p:nvPr/>
            </p:nvSpPr>
            <p:spPr bwMode="auto">
              <a:xfrm>
                <a:off x="383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89" name="Rectangle 650"/>
              <p:cNvSpPr>
                <a:spLocks noChangeArrowheads="1"/>
              </p:cNvSpPr>
              <p:nvPr/>
            </p:nvSpPr>
            <p:spPr bwMode="auto">
              <a:xfrm>
                <a:off x="381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0" name="Rectangle 651"/>
              <p:cNvSpPr>
                <a:spLocks noChangeArrowheads="1"/>
              </p:cNvSpPr>
              <p:nvPr/>
            </p:nvSpPr>
            <p:spPr bwMode="auto">
              <a:xfrm>
                <a:off x="3798"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1" name="Rectangle 652"/>
              <p:cNvSpPr>
                <a:spLocks noChangeArrowheads="1"/>
              </p:cNvSpPr>
              <p:nvPr/>
            </p:nvSpPr>
            <p:spPr bwMode="auto">
              <a:xfrm>
                <a:off x="377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2" name="Rectangle 653"/>
              <p:cNvSpPr>
                <a:spLocks noChangeArrowheads="1"/>
              </p:cNvSpPr>
              <p:nvPr/>
            </p:nvSpPr>
            <p:spPr bwMode="auto">
              <a:xfrm>
                <a:off x="375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3" name="Rectangle 654"/>
              <p:cNvSpPr>
                <a:spLocks noChangeArrowheads="1"/>
              </p:cNvSpPr>
              <p:nvPr/>
            </p:nvSpPr>
            <p:spPr bwMode="auto">
              <a:xfrm>
                <a:off x="374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4" name="Rectangle 655"/>
              <p:cNvSpPr>
                <a:spLocks noChangeArrowheads="1"/>
              </p:cNvSpPr>
              <p:nvPr/>
            </p:nvSpPr>
            <p:spPr bwMode="auto">
              <a:xfrm>
                <a:off x="3721"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5" name="Rectangle 656"/>
              <p:cNvSpPr>
                <a:spLocks noChangeArrowheads="1"/>
              </p:cNvSpPr>
              <p:nvPr/>
            </p:nvSpPr>
            <p:spPr bwMode="auto">
              <a:xfrm>
                <a:off x="370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6" name="Rectangle 657"/>
              <p:cNvSpPr>
                <a:spLocks noChangeArrowheads="1"/>
              </p:cNvSpPr>
              <p:nvPr/>
            </p:nvSpPr>
            <p:spPr bwMode="auto">
              <a:xfrm>
                <a:off x="368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7" name="Rectangle 658"/>
              <p:cNvSpPr>
                <a:spLocks noChangeArrowheads="1"/>
              </p:cNvSpPr>
              <p:nvPr/>
            </p:nvSpPr>
            <p:spPr bwMode="auto">
              <a:xfrm>
                <a:off x="366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8" name="Rectangle 659"/>
              <p:cNvSpPr>
                <a:spLocks noChangeArrowheads="1"/>
              </p:cNvSpPr>
              <p:nvPr/>
            </p:nvSpPr>
            <p:spPr bwMode="auto">
              <a:xfrm>
                <a:off x="364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499" name="Rectangle 660"/>
              <p:cNvSpPr>
                <a:spLocks noChangeArrowheads="1"/>
              </p:cNvSpPr>
              <p:nvPr/>
            </p:nvSpPr>
            <p:spPr bwMode="auto">
              <a:xfrm>
                <a:off x="3625"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0" name="Rectangle 661"/>
              <p:cNvSpPr>
                <a:spLocks noChangeArrowheads="1"/>
              </p:cNvSpPr>
              <p:nvPr/>
            </p:nvSpPr>
            <p:spPr bwMode="auto">
              <a:xfrm>
                <a:off x="360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1" name="Rectangle 662"/>
              <p:cNvSpPr>
                <a:spLocks noChangeArrowheads="1"/>
              </p:cNvSpPr>
              <p:nvPr/>
            </p:nvSpPr>
            <p:spPr bwMode="auto">
              <a:xfrm>
                <a:off x="358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2" name="Rectangle 663"/>
              <p:cNvSpPr>
                <a:spLocks noChangeArrowheads="1"/>
              </p:cNvSpPr>
              <p:nvPr/>
            </p:nvSpPr>
            <p:spPr bwMode="auto">
              <a:xfrm>
                <a:off x="356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3" name="Rectangle 664"/>
              <p:cNvSpPr>
                <a:spLocks noChangeArrowheads="1"/>
              </p:cNvSpPr>
              <p:nvPr/>
            </p:nvSpPr>
            <p:spPr bwMode="auto">
              <a:xfrm>
                <a:off x="354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4" name="Rectangle 665"/>
              <p:cNvSpPr>
                <a:spLocks noChangeArrowheads="1"/>
              </p:cNvSpPr>
              <p:nvPr/>
            </p:nvSpPr>
            <p:spPr bwMode="auto">
              <a:xfrm>
                <a:off x="352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5" name="Rectangle 666"/>
              <p:cNvSpPr>
                <a:spLocks noChangeArrowheads="1"/>
              </p:cNvSpPr>
              <p:nvPr/>
            </p:nvSpPr>
            <p:spPr bwMode="auto">
              <a:xfrm>
                <a:off x="350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6" name="Rectangle 667"/>
              <p:cNvSpPr>
                <a:spLocks noChangeArrowheads="1"/>
              </p:cNvSpPr>
              <p:nvPr/>
            </p:nvSpPr>
            <p:spPr bwMode="auto">
              <a:xfrm>
                <a:off x="349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7" name="Rectangle 668"/>
              <p:cNvSpPr>
                <a:spLocks noChangeArrowheads="1"/>
              </p:cNvSpPr>
              <p:nvPr/>
            </p:nvSpPr>
            <p:spPr bwMode="auto">
              <a:xfrm>
                <a:off x="347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8" name="Rectangle 669"/>
              <p:cNvSpPr>
                <a:spLocks noChangeArrowheads="1"/>
              </p:cNvSpPr>
              <p:nvPr/>
            </p:nvSpPr>
            <p:spPr bwMode="auto">
              <a:xfrm>
                <a:off x="345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09" name="Rectangle 670"/>
              <p:cNvSpPr>
                <a:spLocks noChangeArrowheads="1"/>
              </p:cNvSpPr>
              <p:nvPr/>
            </p:nvSpPr>
            <p:spPr bwMode="auto">
              <a:xfrm>
                <a:off x="343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0" name="Rectangle 671"/>
              <p:cNvSpPr>
                <a:spLocks noChangeArrowheads="1"/>
              </p:cNvSpPr>
              <p:nvPr/>
            </p:nvSpPr>
            <p:spPr bwMode="auto">
              <a:xfrm>
                <a:off x="341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1" name="Rectangle 672"/>
              <p:cNvSpPr>
                <a:spLocks noChangeArrowheads="1"/>
              </p:cNvSpPr>
              <p:nvPr/>
            </p:nvSpPr>
            <p:spPr bwMode="auto">
              <a:xfrm>
                <a:off x="339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2" name="Rectangle 673"/>
              <p:cNvSpPr>
                <a:spLocks noChangeArrowheads="1"/>
              </p:cNvSpPr>
              <p:nvPr/>
            </p:nvSpPr>
            <p:spPr bwMode="auto">
              <a:xfrm>
                <a:off x="337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3" name="Rectangle 674"/>
              <p:cNvSpPr>
                <a:spLocks noChangeArrowheads="1"/>
              </p:cNvSpPr>
              <p:nvPr/>
            </p:nvSpPr>
            <p:spPr bwMode="auto">
              <a:xfrm>
                <a:off x="335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4" name="Rectangle 675"/>
              <p:cNvSpPr>
                <a:spLocks noChangeArrowheads="1"/>
              </p:cNvSpPr>
              <p:nvPr/>
            </p:nvSpPr>
            <p:spPr bwMode="auto">
              <a:xfrm>
                <a:off x="333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5" name="Rectangle 676"/>
              <p:cNvSpPr>
                <a:spLocks noChangeArrowheads="1"/>
              </p:cNvSpPr>
              <p:nvPr/>
            </p:nvSpPr>
            <p:spPr bwMode="auto">
              <a:xfrm>
                <a:off x="331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6" name="Rectangle 677"/>
              <p:cNvSpPr>
                <a:spLocks noChangeArrowheads="1"/>
              </p:cNvSpPr>
              <p:nvPr/>
            </p:nvSpPr>
            <p:spPr bwMode="auto">
              <a:xfrm>
                <a:off x="329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sp>
            <p:nvSpPr>
              <p:cNvPr id="36517" name="Rectangle 678"/>
              <p:cNvSpPr>
                <a:spLocks noChangeArrowheads="1"/>
              </p:cNvSpPr>
              <p:nvPr/>
            </p:nvSpPr>
            <p:spPr bwMode="auto">
              <a:xfrm>
                <a:off x="327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sz="1400"/>
              </a:p>
            </p:txBody>
          </p:sp>
        </p:grpSp>
        <p:grpSp>
          <p:nvGrpSpPr>
            <p:cNvPr id="36518" name="Group 679"/>
            <p:cNvGrpSpPr>
              <a:grpSpLocks/>
            </p:cNvGrpSpPr>
            <p:nvPr/>
          </p:nvGrpSpPr>
          <p:grpSpPr bwMode="auto">
            <a:xfrm>
              <a:off x="3273" y="3473"/>
              <a:ext cx="1085" cy="168"/>
              <a:chOff x="3273" y="3473"/>
              <a:chExt cx="1085" cy="168"/>
            </a:xfrm>
          </p:grpSpPr>
          <p:sp>
            <p:nvSpPr>
              <p:cNvPr id="36519" name="Freeform 680"/>
              <p:cNvSpPr>
                <a:spLocks noChangeArrowheads="1"/>
              </p:cNvSpPr>
              <p:nvPr/>
            </p:nvSpPr>
            <p:spPr bwMode="auto">
              <a:xfrm>
                <a:off x="3278" y="3478"/>
                <a:ext cx="1075" cy="158"/>
              </a:xfrm>
              <a:custGeom>
                <a:avLst/>
                <a:gdLst>
                  <a:gd name="T0" fmla="*/ 0 w 1075"/>
                  <a:gd name="T1" fmla="*/ 158 h 158"/>
                  <a:gd name="T2" fmla="*/ 888 w 1075"/>
                  <a:gd name="T3" fmla="*/ 158 h 158"/>
                  <a:gd name="T4" fmla="*/ 1075 w 1075"/>
                  <a:gd name="T5" fmla="*/ 0 h 158"/>
                  <a:gd name="T6" fmla="*/ 206 w 1075"/>
                  <a:gd name="T7" fmla="*/ 0 h 158"/>
                  <a:gd name="T8" fmla="*/ 0 w 1075"/>
                  <a:gd name="T9" fmla="*/ 150 h 158"/>
                  <a:gd name="T10" fmla="*/ 0 w 1075"/>
                  <a:gd name="T11" fmla="*/ 158 h 158"/>
                </a:gdLst>
                <a:ahLst/>
                <a:cxnLst>
                  <a:cxn ang="0">
                    <a:pos x="T0" y="T1"/>
                  </a:cxn>
                  <a:cxn ang="0">
                    <a:pos x="T2" y="T3"/>
                  </a:cxn>
                  <a:cxn ang="0">
                    <a:pos x="T4" y="T5"/>
                  </a:cxn>
                  <a:cxn ang="0">
                    <a:pos x="T6" y="T7"/>
                  </a:cxn>
                  <a:cxn ang="0">
                    <a:pos x="T8" y="T9"/>
                  </a:cxn>
                  <a:cxn ang="0">
                    <a:pos x="T10" y="T11"/>
                  </a:cxn>
                </a:cxnLst>
                <a:rect l="0" t="0" r="r" b="b"/>
                <a:pathLst>
                  <a:path w="1075" h="158">
                    <a:moveTo>
                      <a:pt x="0" y="158"/>
                    </a:moveTo>
                    <a:lnTo>
                      <a:pt x="888" y="158"/>
                    </a:lnTo>
                    <a:lnTo>
                      <a:pt x="1075" y="0"/>
                    </a:lnTo>
                    <a:lnTo>
                      <a:pt x="206" y="0"/>
                    </a:lnTo>
                    <a:lnTo>
                      <a:pt x="0" y="150"/>
                    </a:lnTo>
                    <a:lnTo>
                      <a:pt x="0" y="158"/>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0" name="Freeform 681"/>
              <p:cNvSpPr>
                <a:spLocks noChangeArrowheads="1"/>
              </p:cNvSpPr>
              <p:nvPr/>
            </p:nvSpPr>
            <p:spPr bwMode="auto">
              <a:xfrm>
                <a:off x="327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1" name="Freeform 682"/>
              <p:cNvSpPr>
                <a:spLocks noChangeArrowheads="1"/>
              </p:cNvSpPr>
              <p:nvPr/>
            </p:nvSpPr>
            <p:spPr bwMode="auto">
              <a:xfrm>
                <a:off x="329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2" name="Freeform 683"/>
              <p:cNvSpPr>
                <a:spLocks noChangeArrowheads="1"/>
              </p:cNvSpPr>
              <p:nvPr/>
            </p:nvSpPr>
            <p:spPr bwMode="auto">
              <a:xfrm>
                <a:off x="3311"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3" name="Freeform 684"/>
              <p:cNvSpPr>
                <a:spLocks noChangeArrowheads="1"/>
              </p:cNvSpPr>
              <p:nvPr/>
            </p:nvSpPr>
            <p:spPr bwMode="auto">
              <a:xfrm>
                <a:off x="3331"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4" name="Freeform 685"/>
              <p:cNvSpPr>
                <a:spLocks noChangeArrowheads="1"/>
              </p:cNvSpPr>
              <p:nvPr/>
            </p:nvSpPr>
            <p:spPr bwMode="auto">
              <a:xfrm>
                <a:off x="335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5" name="Freeform 686"/>
              <p:cNvSpPr>
                <a:spLocks noChangeArrowheads="1"/>
              </p:cNvSpPr>
              <p:nvPr/>
            </p:nvSpPr>
            <p:spPr bwMode="auto">
              <a:xfrm>
                <a:off x="336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6" name="Freeform 687"/>
              <p:cNvSpPr>
                <a:spLocks noChangeArrowheads="1"/>
              </p:cNvSpPr>
              <p:nvPr/>
            </p:nvSpPr>
            <p:spPr bwMode="auto">
              <a:xfrm>
                <a:off x="338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7" name="Freeform 688"/>
              <p:cNvSpPr>
                <a:spLocks noChangeArrowheads="1"/>
              </p:cNvSpPr>
              <p:nvPr/>
            </p:nvSpPr>
            <p:spPr bwMode="auto">
              <a:xfrm>
                <a:off x="340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8" name="Freeform 689"/>
              <p:cNvSpPr>
                <a:spLocks noChangeArrowheads="1"/>
              </p:cNvSpPr>
              <p:nvPr/>
            </p:nvSpPr>
            <p:spPr bwMode="auto">
              <a:xfrm>
                <a:off x="342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29" name="Freeform 690"/>
              <p:cNvSpPr>
                <a:spLocks noChangeArrowheads="1"/>
              </p:cNvSpPr>
              <p:nvPr/>
            </p:nvSpPr>
            <p:spPr bwMode="auto">
              <a:xfrm>
                <a:off x="3446"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0" name="Freeform 691"/>
              <p:cNvSpPr>
                <a:spLocks noChangeArrowheads="1"/>
              </p:cNvSpPr>
              <p:nvPr/>
            </p:nvSpPr>
            <p:spPr bwMode="auto">
              <a:xfrm>
                <a:off x="346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1" name="Freeform 692"/>
              <p:cNvSpPr>
                <a:spLocks noChangeArrowheads="1"/>
              </p:cNvSpPr>
              <p:nvPr/>
            </p:nvSpPr>
            <p:spPr bwMode="auto">
              <a:xfrm>
                <a:off x="348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2" name="Freeform 693"/>
              <p:cNvSpPr>
                <a:spLocks noChangeArrowheads="1"/>
              </p:cNvSpPr>
              <p:nvPr/>
            </p:nvSpPr>
            <p:spPr bwMode="auto">
              <a:xfrm>
                <a:off x="3503"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3" name="Freeform 694"/>
              <p:cNvSpPr>
                <a:spLocks noChangeArrowheads="1"/>
              </p:cNvSpPr>
              <p:nvPr/>
            </p:nvSpPr>
            <p:spPr bwMode="auto">
              <a:xfrm>
                <a:off x="352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4" name="Freeform 695"/>
              <p:cNvSpPr>
                <a:spLocks noChangeArrowheads="1"/>
              </p:cNvSpPr>
              <p:nvPr/>
            </p:nvSpPr>
            <p:spPr bwMode="auto">
              <a:xfrm>
                <a:off x="354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5" name="Freeform 696"/>
              <p:cNvSpPr>
                <a:spLocks noChangeArrowheads="1"/>
              </p:cNvSpPr>
              <p:nvPr/>
            </p:nvSpPr>
            <p:spPr bwMode="auto">
              <a:xfrm>
                <a:off x="356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6" name="Freeform 697"/>
              <p:cNvSpPr>
                <a:spLocks noChangeArrowheads="1"/>
              </p:cNvSpPr>
              <p:nvPr/>
            </p:nvSpPr>
            <p:spPr bwMode="auto">
              <a:xfrm>
                <a:off x="358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7" name="Freeform 698"/>
              <p:cNvSpPr>
                <a:spLocks noChangeArrowheads="1"/>
              </p:cNvSpPr>
              <p:nvPr/>
            </p:nvSpPr>
            <p:spPr bwMode="auto">
              <a:xfrm>
                <a:off x="3600"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8" name="Freeform 699"/>
              <p:cNvSpPr>
                <a:spLocks noChangeArrowheads="1"/>
              </p:cNvSpPr>
              <p:nvPr/>
            </p:nvSpPr>
            <p:spPr bwMode="auto">
              <a:xfrm>
                <a:off x="3619"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39" name="Freeform 700"/>
              <p:cNvSpPr>
                <a:spLocks noChangeArrowheads="1"/>
              </p:cNvSpPr>
              <p:nvPr/>
            </p:nvSpPr>
            <p:spPr bwMode="auto">
              <a:xfrm>
                <a:off x="363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0" name="Freeform 701"/>
              <p:cNvSpPr>
                <a:spLocks noChangeArrowheads="1"/>
              </p:cNvSpPr>
              <p:nvPr/>
            </p:nvSpPr>
            <p:spPr bwMode="auto">
              <a:xfrm>
                <a:off x="3657"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1" name="Freeform 702"/>
              <p:cNvSpPr>
                <a:spLocks noChangeArrowheads="1"/>
              </p:cNvSpPr>
              <p:nvPr/>
            </p:nvSpPr>
            <p:spPr bwMode="auto">
              <a:xfrm>
                <a:off x="3676"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2" name="Freeform 703"/>
              <p:cNvSpPr>
                <a:spLocks noChangeArrowheads="1"/>
              </p:cNvSpPr>
              <p:nvPr/>
            </p:nvSpPr>
            <p:spPr bwMode="auto">
              <a:xfrm>
                <a:off x="3696"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3" name="Freeform 704"/>
              <p:cNvSpPr>
                <a:spLocks noChangeArrowheads="1"/>
              </p:cNvSpPr>
              <p:nvPr/>
            </p:nvSpPr>
            <p:spPr bwMode="auto">
              <a:xfrm>
                <a:off x="3715"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4" name="Freeform 705"/>
              <p:cNvSpPr>
                <a:spLocks noChangeArrowheads="1"/>
              </p:cNvSpPr>
              <p:nvPr/>
            </p:nvSpPr>
            <p:spPr bwMode="auto">
              <a:xfrm>
                <a:off x="373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5" name="Freeform 706"/>
              <p:cNvSpPr>
                <a:spLocks noChangeArrowheads="1"/>
              </p:cNvSpPr>
              <p:nvPr/>
            </p:nvSpPr>
            <p:spPr bwMode="auto">
              <a:xfrm>
                <a:off x="375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6" name="Freeform 707"/>
              <p:cNvSpPr>
                <a:spLocks noChangeArrowheads="1"/>
              </p:cNvSpPr>
              <p:nvPr/>
            </p:nvSpPr>
            <p:spPr bwMode="auto">
              <a:xfrm>
                <a:off x="3772"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7" name="Freeform 708"/>
              <p:cNvSpPr>
                <a:spLocks noChangeArrowheads="1"/>
              </p:cNvSpPr>
              <p:nvPr/>
            </p:nvSpPr>
            <p:spPr bwMode="auto">
              <a:xfrm>
                <a:off x="3792"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8" name="Freeform 709"/>
              <p:cNvSpPr>
                <a:spLocks noChangeArrowheads="1"/>
              </p:cNvSpPr>
              <p:nvPr/>
            </p:nvSpPr>
            <p:spPr bwMode="auto">
              <a:xfrm>
                <a:off x="3811"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49" name="Freeform 710"/>
              <p:cNvSpPr>
                <a:spLocks noChangeArrowheads="1"/>
              </p:cNvSpPr>
              <p:nvPr/>
            </p:nvSpPr>
            <p:spPr bwMode="auto">
              <a:xfrm>
                <a:off x="3830"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0" name="Freeform 711"/>
              <p:cNvSpPr>
                <a:spLocks noChangeArrowheads="1"/>
              </p:cNvSpPr>
              <p:nvPr/>
            </p:nvSpPr>
            <p:spPr bwMode="auto">
              <a:xfrm>
                <a:off x="384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1" name="Freeform 712"/>
              <p:cNvSpPr>
                <a:spLocks noChangeArrowheads="1"/>
              </p:cNvSpPr>
              <p:nvPr/>
            </p:nvSpPr>
            <p:spPr bwMode="auto">
              <a:xfrm>
                <a:off x="3868"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2" name="Freeform 713"/>
              <p:cNvSpPr>
                <a:spLocks noChangeArrowheads="1"/>
              </p:cNvSpPr>
              <p:nvPr/>
            </p:nvSpPr>
            <p:spPr bwMode="auto">
              <a:xfrm>
                <a:off x="3888"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3" name="Freeform 714"/>
              <p:cNvSpPr>
                <a:spLocks noChangeArrowheads="1"/>
              </p:cNvSpPr>
              <p:nvPr/>
            </p:nvSpPr>
            <p:spPr bwMode="auto">
              <a:xfrm>
                <a:off x="3907"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4" name="Freeform 715"/>
              <p:cNvSpPr>
                <a:spLocks noChangeArrowheads="1"/>
              </p:cNvSpPr>
              <p:nvPr/>
            </p:nvSpPr>
            <p:spPr bwMode="auto">
              <a:xfrm>
                <a:off x="3926"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5" name="Freeform 716"/>
              <p:cNvSpPr>
                <a:spLocks noChangeArrowheads="1"/>
              </p:cNvSpPr>
              <p:nvPr/>
            </p:nvSpPr>
            <p:spPr bwMode="auto">
              <a:xfrm>
                <a:off x="394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6" name="Freeform 717"/>
              <p:cNvSpPr>
                <a:spLocks noChangeArrowheads="1"/>
              </p:cNvSpPr>
              <p:nvPr/>
            </p:nvSpPr>
            <p:spPr bwMode="auto">
              <a:xfrm>
                <a:off x="3964"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7" name="Freeform 718"/>
              <p:cNvSpPr>
                <a:spLocks noChangeArrowheads="1"/>
              </p:cNvSpPr>
              <p:nvPr/>
            </p:nvSpPr>
            <p:spPr bwMode="auto">
              <a:xfrm>
                <a:off x="3984"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8" name="Freeform 719"/>
              <p:cNvSpPr>
                <a:spLocks noChangeArrowheads="1"/>
              </p:cNvSpPr>
              <p:nvPr/>
            </p:nvSpPr>
            <p:spPr bwMode="auto">
              <a:xfrm>
                <a:off x="400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59" name="Freeform 720"/>
              <p:cNvSpPr>
                <a:spLocks noChangeArrowheads="1"/>
              </p:cNvSpPr>
              <p:nvPr/>
            </p:nvSpPr>
            <p:spPr bwMode="auto">
              <a:xfrm>
                <a:off x="402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0" name="Freeform 721"/>
              <p:cNvSpPr>
                <a:spLocks noChangeArrowheads="1"/>
              </p:cNvSpPr>
              <p:nvPr/>
            </p:nvSpPr>
            <p:spPr bwMode="auto">
              <a:xfrm>
                <a:off x="404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1" name="Freeform 722"/>
              <p:cNvSpPr>
                <a:spLocks noChangeArrowheads="1"/>
              </p:cNvSpPr>
              <p:nvPr/>
            </p:nvSpPr>
            <p:spPr bwMode="auto">
              <a:xfrm>
                <a:off x="406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2" name="Freeform 723"/>
              <p:cNvSpPr>
                <a:spLocks noChangeArrowheads="1"/>
              </p:cNvSpPr>
              <p:nvPr/>
            </p:nvSpPr>
            <p:spPr bwMode="auto">
              <a:xfrm>
                <a:off x="408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3" name="Freeform 724"/>
              <p:cNvSpPr>
                <a:spLocks noChangeArrowheads="1"/>
              </p:cNvSpPr>
              <p:nvPr/>
            </p:nvSpPr>
            <p:spPr bwMode="auto">
              <a:xfrm>
                <a:off x="409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4" name="Freeform 725"/>
              <p:cNvSpPr>
                <a:spLocks noChangeArrowheads="1"/>
              </p:cNvSpPr>
              <p:nvPr/>
            </p:nvSpPr>
            <p:spPr bwMode="auto">
              <a:xfrm>
                <a:off x="411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5" name="Freeform 726"/>
              <p:cNvSpPr>
                <a:spLocks noChangeArrowheads="1"/>
              </p:cNvSpPr>
              <p:nvPr/>
            </p:nvSpPr>
            <p:spPr bwMode="auto">
              <a:xfrm>
                <a:off x="413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6" name="Freeform 727"/>
              <p:cNvSpPr>
                <a:spLocks noChangeArrowheads="1"/>
              </p:cNvSpPr>
              <p:nvPr/>
            </p:nvSpPr>
            <p:spPr bwMode="auto">
              <a:xfrm>
                <a:off x="415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7" name="Freeform 728"/>
              <p:cNvSpPr>
                <a:spLocks noChangeArrowheads="1"/>
              </p:cNvSpPr>
              <p:nvPr/>
            </p:nvSpPr>
            <p:spPr bwMode="auto">
              <a:xfrm>
                <a:off x="4172" y="3622"/>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9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8" name="Freeform 729"/>
              <p:cNvSpPr>
                <a:spLocks noChangeArrowheads="1"/>
              </p:cNvSpPr>
              <p:nvPr/>
            </p:nvSpPr>
            <p:spPr bwMode="auto">
              <a:xfrm>
                <a:off x="4187" y="3610"/>
                <a:ext cx="9" cy="9"/>
              </a:xfrm>
              <a:custGeom>
                <a:avLst/>
                <a:gdLst>
                  <a:gd name="T0" fmla="*/ 1 w 9"/>
                  <a:gd name="T1" fmla="*/ 1 h 9"/>
                  <a:gd name="T2" fmla="*/ 0 w 9"/>
                  <a:gd name="T3" fmla="*/ 4 h 9"/>
                  <a:gd name="T4" fmla="*/ 1 w 9"/>
                  <a:gd name="T5" fmla="*/ 8 h 9"/>
                  <a:gd name="T6" fmla="*/ 4 w 9"/>
                  <a:gd name="T7" fmla="*/ 9 h 9"/>
                  <a:gd name="T8" fmla="*/ 8 w 9"/>
                  <a:gd name="T9" fmla="*/ 8 h 9"/>
                  <a:gd name="T10" fmla="*/ 8 w 9"/>
                  <a:gd name="T11" fmla="*/ 8 h 9"/>
                  <a:gd name="T12" fmla="*/ 9 w 9"/>
                  <a:gd name="T13" fmla="*/ 4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4" y="9"/>
                    </a:lnTo>
                    <a:lnTo>
                      <a:pt x="8" y="8"/>
                    </a:lnTo>
                    <a:lnTo>
                      <a:pt x="9" y="4"/>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69" name="Freeform 730"/>
              <p:cNvSpPr>
                <a:spLocks noChangeArrowheads="1"/>
              </p:cNvSpPr>
              <p:nvPr/>
            </p:nvSpPr>
            <p:spPr bwMode="auto">
              <a:xfrm>
                <a:off x="4202" y="3598"/>
                <a:ext cx="10" cy="9"/>
              </a:xfrm>
              <a:custGeom>
                <a:avLst/>
                <a:gdLst>
                  <a:gd name="T0" fmla="*/ 1 w 10"/>
                  <a:gd name="T1" fmla="*/ 1 h 9"/>
                  <a:gd name="T2" fmla="*/ 0 w 10"/>
                  <a:gd name="T3" fmla="*/ 4 h 9"/>
                  <a:gd name="T4" fmla="*/ 1 w 10"/>
                  <a:gd name="T5" fmla="*/ 7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7"/>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0" name="Freeform 731"/>
              <p:cNvSpPr>
                <a:spLocks noChangeArrowheads="1"/>
              </p:cNvSpPr>
              <p:nvPr/>
            </p:nvSpPr>
            <p:spPr bwMode="auto">
              <a:xfrm>
                <a:off x="4217" y="3584"/>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1" name="Freeform 732"/>
              <p:cNvSpPr>
                <a:spLocks noChangeArrowheads="1"/>
              </p:cNvSpPr>
              <p:nvPr/>
            </p:nvSpPr>
            <p:spPr bwMode="auto">
              <a:xfrm>
                <a:off x="4231" y="3572"/>
                <a:ext cx="10" cy="10"/>
              </a:xfrm>
              <a:custGeom>
                <a:avLst/>
                <a:gdLst>
                  <a:gd name="T0" fmla="*/ 1 w 10"/>
                  <a:gd name="T1" fmla="*/ 2 h 10"/>
                  <a:gd name="T2" fmla="*/ 0 w 10"/>
                  <a:gd name="T3" fmla="*/ 5 h 10"/>
                  <a:gd name="T4" fmla="*/ 1 w 10"/>
                  <a:gd name="T5" fmla="*/ 9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2" name="Freeform 733"/>
              <p:cNvSpPr>
                <a:spLocks noChangeArrowheads="1"/>
              </p:cNvSpPr>
              <p:nvPr/>
            </p:nvSpPr>
            <p:spPr bwMode="auto">
              <a:xfrm>
                <a:off x="4245" y="3560"/>
                <a:ext cx="10" cy="10"/>
              </a:xfrm>
              <a:custGeom>
                <a:avLst/>
                <a:gdLst>
                  <a:gd name="T0" fmla="*/ 2 w 10"/>
                  <a:gd name="T1" fmla="*/ 2 h 10"/>
                  <a:gd name="T2" fmla="*/ 0 w 10"/>
                  <a:gd name="T3" fmla="*/ 5 h 10"/>
                  <a:gd name="T4" fmla="*/ 2 w 10"/>
                  <a:gd name="T5" fmla="*/ 8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8"/>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3" name="Freeform 734"/>
              <p:cNvSpPr>
                <a:spLocks noChangeArrowheads="1"/>
              </p:cNvSpPr>
              <p:nvPr/>
            </p:nvSpPr>
            <p:spPr bwMode="auto">
              <a:xfrm>
                <a:off x="4260" y="3547"/>
                <a:ext cx="9" cy="10"/>
              </a:xfrm>
              <a:custGeom>
                <a:avLst/>
                <a:gdLst>
                  <a:gd name="T0" fmla="*/ 1 w 9"/>
                  <a:gd name="T1" fmla="*/ 1 h 10"/>
                  <a:gd name="T2" fmla="*/ 0 w 9"/>
                  <a:gd name="T3" fmla="*/ 5 h 10"/>
                  <a:gd name="T4" fmla="*/ 2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2"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4" name="Freeform 735"/>
              <p:cNvSpPr>
                <a:spLocks noChangeArrowheads="1"/>
              </p:cNvSpPr>
              <p:nvPr/>
            </p:nvSpPr>
            <p:spPr bwMode="auto">
              <a:xfrm>
                <a:off x="4275" y="3535"/>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5" name="Freeform 736"/>
              <p:cNvSpPr>
                <a:spLocks noChangeArrowheads="1"/>
              </p:cNvSpPr>
              <p:nvPr/>
            </p:nvSpPr>
            <p:spPr bwMode="auto">
              <a:xfrm>
                <a:off x="4290" y="3523"/>
                <a:ext cx="9" cy="10"/>
              </a:xfrm>
              <a:custGeom>
                <a:avLst/>
                <a:gdLst>
                  <a:gd name="T0" fmla="*/ 1 w 9"/>
                  <a:gd name="T1" fmla="*/ 1 h 10"/>
                  <a:gd name="T2" fmla="*/ 0 w 9"/>
                  <a:gd name="T3" fmla="*/ 5 h 10"/>
                  <a:gd name="T4" fmla="*/ 1 w 9"/>
                  <a:gd name="T5" fmla="*/ 7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7"/>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6" name="Freeform 737"/>
              <p:cNvSpPr>
                <a:spLocks noChangeArrowheads="1"/>
              </p:cNvSpPr>
              <p:nvPr/>
            </p:nvSpPr>
            <p:spPr bwMode="auto">
              <a:xfrm>
                <a:off x="4304" y="3510"/>
                <a:ext cx="10" cy="10"/>
              </a:xfrm>
              <a:custGeom>
                <a:avLst/>
                <a:gdLst>
                  <a:gd name="T0" fmla="*/ 1 w 10"/>
                  <a:gd name="T1" fmla="*/ 1 h 10"/>
                  <a:gd name="T2" fmla="*/ 0 w 10"/>
                  <a:gd name="T3" fmla="*/ 5 h 10"/>
                  <a:gd name="T4" fmla="*/ 1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7" name="Freeform 738"/>
              <p:cNvSpPr>
                <a:spLocks noChangeArrowheads="1"/>
              </p:cNvSpPr>
              <p:nvPr/>
            </p:nvSpPr>
            <p:spPr bwMode="auto">
              <a:xfrm>
                <a:off x="4319" y="3498"/>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8" name="Freeform 739"/>
              <p:cNvSpPr>
                <a:spLocks noChangeArrowheads="1"/>
              </p:cNvSpPr>
              <p:nvPr/>
            </p:nvSpPr>
            <p:spPr bwMode="auto">
              <a:xfrm>
                <a:off x="4334" y="3486"/>
                <a:ext cx="10" cy="10"/>
              </a:xfrm>
              <a:custGeom>
                <a:avLst/>
                <a:gdLst>
                  <a:gd name="T0" fmla="*/ 1 w 10"/>
                  <a:gd name="T1" fmla="*/ 1 h 10"/>
                  <a:gd name="T2" fmla="*/ 0 w 10"/>
                  <a:gd name="T3" fmla="*/ 5 h 10"/>
                  <a:gd name="T4" fmla="*/ 1 w 10"/>
                  <a:gd name="T5" fmla="*/ 7 h 10"/>
                  <a:gd name="T6" fmla="*/ 5 w 10"/>
                  <a:gd name="T7" fmla="*/ 10 h 10"/>
                  <a:gd name="T8" fmla="*/ 9 w 10"/>
                  <a:gd name="T9" fmla="*/ 8 h 10"/>
                  <a:gd name="T10" fmla="*/ 9 w 10"/>
                  <a:gd name="T11" fmla="*/ 8 h 10"/>
                  <a:gd name="T12" fmla="*/ 10 w 10"/>
                  <a:gd name="T13" fmla="*/ 5 h 10"/>
                  <a:gd name="T14" fmla="*/ 7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8"/>
                    </a:lnTo>
                    <a:lnTo>
                      <a:pt x="10" y="5"/>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79" name="Freeform 740"/>
              <p:cNvSpPr>
                <a:spLocks noChangeArrowheads="1"/>
              </p:cNvSpPr>
              <p:nvPr/>
            </p:nvSpPr>
            <p:spPr bwMode="auto">
              <a:xfrm>
                <a:off x="4349" y="3473"/>
                <a:ext cx="9" cy="9"/>
              </a:xfrm>
              <a:custGeom>
                <a:avLst/>
                <a:gdLst>
                  <a:gd name="T0" fmla="*/ 1 w 9"/>
                  <a:gd name="T1" fmla="*/ 1 h 9"/>
                  <a:gd name="T2" fmla="*/ 0 w 9"/>
                  <a:gd name="T3" fmla="*/ 5 h 9"/>
                  <a:gd name="T4" fmla="*/ 1 w 9"/>
                  <a:gd name="T5" fmla="*/ 8 h 9"/>
                  <a:gd name="T6" fmla="*/ 4 w 9"/>
                  <a:gd name="T7" fmla="*/ 9 h 9"/>
                  <a:gd name="T8" fmla="*/ 8 w 9"/>
                  <a:gd name="T9" fmla="*/ 8 h 9"/>
                  <a:gd name="T10" fmla="*/ 8 w 9"/>
                  <a:gd name="T11" fmla="*/ 8 h 9"/>
                  <a:gd name="T12" fmla="*/ 9 w 9"/>
                  <a:gd name="T13" fmla="*/ 5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5"/>
                    </a:lnTo>
                    <a:lnTo>
                      <a:pt x="1" y="8"/>
                    </a:lnTo>
                    <a:lnTo>
                      <a:pt x="4" y="9"/>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0" name="Freeform 741"/>
              <p:cNvSpPr>
                <a:spLocks noChangeArrowheads="1"/>
              </p:cNvSpPr>
              <p:nvPr/>
            </p:nvSpPr>
            <p:spPr bwMode="auto">
              <a:xfrm>
                <a:off x="432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1" name="Freeform 742"/>
              <p:cNvSpPr>
                <a:spLocks noChangeArrowheads="1"/>
              </p:cNvSpPr>
              <p:nvPr/>
            </p:nvSpPr>
            <p:spPr bwMode="auto">
              <a:xfrm>
                <a:off x="431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2" name="Freeform 743"/>
              <p:cNvSpPr>
                <a:spLocks noChangeArrowheads="1"/>
              </p:cNvSpPr>
              <p:nvPr/>
            </p:nvSpPr>
            <p:spPr bwMode="auto">
              <a:xfrm>
                <a:off x="4291"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3" name="Freeform 744"/>
              <p:cNvSpPr>
                <a:spLocks noChangeArrowheads="1"/>
              </p:cNvSpPr>
              <p:nvPr/>
            </p:nvSpPr>
            <p:spPr bwMode="auto">
              <a:xfrm>
                <a:off x="4272"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4" name="Freeform 745"/>
              <p:cNvSpPr>
                <a:spLocks noChangeArrowheads="1"/>
              </p:cNvSpPr>
              <p:nvPr/>
            </p:nvSpPr>
            <p:spPr bwMode="auto">
              <a:xfrm>
                <a:off x="4253"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5" name="Freeform 746"/>
              <p:cNvSpPr>
                <a:spLocks noChangeArrowheads="1"/>
              </p:cNvSpPr>
              <p:nvPr/>
            </p:nvSpPr>
            <p:spPr bwMode="auto">
              <a:xfrm>
                <a:off x="423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6" name="Freeform 747"/>
              <p:cNvSpPr>
                <a:spLocks noChangeArrowheads="1"/>
              </p:cNvSpPr>
              <p:nvPr/>
            </p:nvSpPr>
            <p:spPr bwMode="auto">
              <a:xfrm>
                <a:off x="421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7" name="Freeform 748"/>
              <p:cNvSpPr>
                <a:spLocks noChangeArrowheads="1"/>
              </p:cNvSpPr>
              <p:nvPr/>
            </p:nvSpPr>
            <p:spPr bwMode="auto">
              <a:xfrm>
                <a:off x="4195"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8" name="Freeform 749"/>
              <p:cNvSpPr>
                <a:spLocks noChangeArrowheads="1"/>
              </p:cNvSpPr>
              <p:nvPr/>
            </p:nvSpPr>
            <p:spPr bwMode="auto">
              <a:xfrm>
                <a:off x="4176"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89" name="Freeform 750"/>
              <p:cNvSpPr>
                <a:spLocks noChangeArrowheads="1"/>
              </p:cNvSpPr>
              <p:nvPr/>
            </p:nvSpPr>
            <p:spPr bwMode="auto">
              <a:xfrm>
                <a:off x="4157"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0" name="Freeform 751"/>
              <p:cNvSpPr>
                <a:spLocks noChangeArrowheads="1"/>
              </p:cNvSpPr>
              <p:nvPr/>
            </p:nvSpPr>
            <p:spPr bwMode="auto">
              <a:xfrm>
                <a:off x="413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1" name="Freeform 752"/>
              <p:cNvSpPr>
                <a:spLocks noChangeArrowheads="1"/>
              </p:cNvSpPr>
              <p:nvPr/>
            </p:nvSpPr>
            <p:spPr bwMode="auto">
              <a:xfrm>
                <a:off x="411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2" name="Freeform 753"/>
              <p:cNvSpPr>
                <a:spLocks noChangeArrowheads="1"/>
              </p:cNvSpPr>
              <p:nvPr/>
            </p:nvSpPr>
            <p:spPr bwMode="auto">
              <a:xfrm>
                <a:off x="4099"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3" name="Freeform 754"/>
              <p:cNvSpPr>
                <a:spLocks noChangeArrowheads="1"/>
              </p:cNvSpPr>
              <p:nvPr/>
            </p:nvSpPr>
            <p:spPr bwMode="auto">
              <a:xfrm>
                <a:off x="4080"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4" name="Freeform 755"/>
              <p:cNvSpPr>
                <a:spLocks noChangeArrowheads="1"/>
              </p:cNvSpPr>
              <p:nvPr/>
            </p:nvSpPr>
            <p:spPr bwMode="auto">
              <a:xfrm>
                <a:off x="406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5" name="Freeform 756"/>
              <p:cNvSpPr>
                <a:spLocks noChangeArrowheads="1"/>
              </p:cNvSpPr>
              <p:nvPr/>
            </p:nvSpPr>
            <p:spPr bwMode="auto">
              <a:xfrm>
                <a:off x="404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6" name="Freeform 757"/>
              <p:cNvSpPr>
                <a:spLocks noChangeArrowheads="1"/>
              </p:cNvSpPr>
              <p:nvPr/>
            </p:nvSpPr>
            <p:spPr bwMode="auto">
              <a:xfrm>
                <a:off x="402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7" name="Freeform 758"/>
              <p:cNvSpPr>
                <a:spLocks noChangeArrowheads="1"/>
              </p:cNvSpPr>
              <p:nvPr/>
            </p:nvSpPr>
            <p:spPr bwMode="auto">
              <a:xfrm>
                <a:off x="400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8" name="Freeform 759"/>
              <p:cNvSpPr>
                <a:spLocks noChangeArrowheads="1"/>
              </p:cNvSpPr>
              <p:nvPr/>
            </p:nvSpPr>
            <p:spPr bwMode="auto">
              <a:xfrm>
                <a:off x="3984"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599" name="Freeform 760"/>
              <p:cNvSpPr>
                <a:spLocks noChangeArrowheads="1"/>
              </p:cNvSpPr>
              <p:nvPr/>
            </p:nvSpPr>
            <p:spPr bwMode="auto">
              <a:xfrm>
                <a:off x="396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0" name="Freeform 761"/>
              <p:cNvSpPr>
                <a:spLocks noChangeArrowheads="1"/>
              </p:cNvSpPr>
              <p:nvPr/>
            </p:nvSpPr>
            <p:spPr bwMode="auto">
              <a:xfrm>
                <a:off x="3945"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1" name="Freeform 762"/>
              <p:cNvSpPr>
                <a:spLocks noChangeArrowheads="1"/>
              </p:cNvSpPr>
              <p:nvPr/>
            </p:nvSpPr>
            <p:spPr bwMode="auto">
              <a:xfrm>
                <a:off x="3926"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2" name="Freeform 763"/>
              <p:cNvSpPr>
                <a:spLocks noChangeArrowheads="1"/>
              </p:cNvSpPr>
              <p:nvPr/>
            </p:nvSpPr>
            <p:spPr bwMode="auto">
              <a:xfrm>
                <a:off x="3907"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3" name="Freeform 764"/>
              <p:cNvSpPr>
                <a:spLocks noChangeArrowheads="1"/>
              </p:cNvSpPr>
              <p:nvPr/>
            </p:nvSpPr>
            <p:spPr bwMode="auto">
              <a:xfrm>
                <a:off x="3888"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4" name="Freeform 765"/>
              <p:cNvSpPr>
                <a:spLocks noChangeArrowheads="1"/>
              </p:cNvSpPr>
              <p:nvPr/>
            </p:nvSpPr>
            <p:spPr bwMode="auto">
              <a:xfrm>
                <a:off x="386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5" name="Freeform 766"/>
              <p:cNvSpPr>
                <a:spLocks noChangeArrowheads="1"/>
              </p:cNvSpPr>
              <p:nvPr/>
            </p:nvSpPr>
            <p:spPr bwMode="auto">
              <a:xfrm>
                <a:off x="384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6" name="Freeform 767"/>
              <p:cNvSpPr>
                <a:spLocks noChangeArrowheads="1"/>
              </p:cNvSpPr>
              <p:nvPr/>
            </p:nvSpPr>
            <p:spPr bwMode="auto">
              <a:xfrm>
                <a:off x="3830"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7" name="Freeform 768"/>
              <p:cNvSpPr>
                <a:spLocks noChangeArrowheads="1"/>
              </p:cNvSpPr>
              <p:nvPr/>
            </p:nvSpPr>
            <p:spPr bwMode="auto">
              <a:xfrm>
                <a:off x="3811"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8" name="Freeform 769"/>
              <p:cNvSpPr>
                <a:spLocks noChangeArrowheads="1"/>
              </p:cNvSpPr>
              <p:nvPr/>
            </p:nvSpPr>
            <p:spPr bwMode="auto">
              <a:xfrm>
                <a:off x="3792"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09" name="Freeform 770"/>
              <p:cNvSpPr>
                <a:spLocks noChangeArrowheads="1"/>
              </p:cNvSpPr>
              <p:nvPr/>
            </p:nvSpPr>
            <p:spPr bwMode="auto">
              <a:xfrm>
                <a:off x="3772"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0" name="Freeform 771"/>
              <p:cNvSpPr>
                <a:spLocks noChangeArrowheads="1"/>
              </p:cNvSpPr>
              <p:nvPr/>
            </p:nvSpPr>
            <p:spPr bwMode="auto">
              <a:xfrm>
                <a:off x="375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1" name="Freeform 772"/>
              <p:cNvSpPr>
                <a:spLocks noChangeArrowheads="1"/>
              </p:cNvSpPr>
              <p:nvPr/>
            </p:nvSpPr>
            <p:spPr bwMode="auto">
              <a:xfrm>
                <a:off x="3734"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2" name="Freeform 773"/>
              <p:cNvSpPr>
                <a:spLocks noChangeArrowheads="1"/>
              </p:cNvSpPr>
              <p:nvPr/>
            </p:nvSpPr>
            <p:spPr bwMode="auto">
              <a:xfrm>
                <a:off x="3715"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3" name="Freeform 774"/>
              <p:cNvSpPr>
                <a:spLocks noChangeArrowheads="1"/>
              </p:cNvSpPr>
              <p:nvPr/>
            </p:nvSpPr>
            <p:spPr bwMode="auto">
              <a:xfrm>
                <a:off x="3696"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4" name="Freeform 775"/>
              <p:cNvSpPr>
                <a:spLocks noChangeArrowheads="1"/>
              </p:cNvSpPr>
              <p:nvPr/>
            </p:nvSpPr>
            <p:spPr bwMode="auto">
              <a:xfrm>
                <a:off x="3676"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5" name="Freeform 776"/>
              <p:cNvSpPr>
                <a:spLocks noChangeArrowheads="1"/>
              </p:cNvSpPr>
              <p:nvPr/>
            </p:nvSpPr>
            <p:spPr bwMode="auto">
              <a:xfrm>
                <a:off x="365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6" name="Freeform 777"/>
              <p:cNvSpPr>
                <a:spLocks noChangeArrowheads="1"/>
              </p:cNvSpPr>
              <p:nvPr/>
            </p:nvSpPr>
            <p:spPr bwMode="auto">
              <a:xfrm>
                <a:off x="3638"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7" name="Freeform 778"/>
              <p:cNvSpPr>
                <a:spLocks noChangeArrowheads="1"/>
              </p:cNvSpPr>
              <p:nvPr/>
            </p:nvSpPr>
            <p:spPr bwMode="auto">
              <a:xfrm>
                <a:off x="3619"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8" name="Freeform 779"/>
              <p:cNvSpPr>
                <a:spLocks noChangeArrowheads="1"/>
              </p:cNvSpPr>
              <p:nvPr/>
            </p:nvSpPr>
            <p:spPr bwMode="auto">
              <a:xfrm>
                <a:off x="3600"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19" name="Freeform 780"/>
              <p:cNvSpPr>
                <a:spLocks noChangeArrowheads="1"/>
              </p:cNvSpPr>
              <p:nvPr/>
            </p:nvSpPr>
            <p:spPr bwMode="auto">
              <a:xfrm>
                <a:off x="358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0" name="Freeform 781"/>
              <p:cNvSpPr>
                <a:spLocks noChangeArrowheads="1"/>
              </p:cNvSpPr>
              <p:nvPr/>
            </p:nvSpPr>
            <p:spPr bwMode="auto">
              <a:xfrm>
                <a:off x="356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1" name="Freeform 782"/>
              <p:cNvSpPr>
                <a:spLocks noChangeArrowheads="1"/>
              </p:cNvSpPr>
              <p:nvPr/>
            </p:nvSpPr>
            <p:spPr bwMode="auto">
              <a:xfrm>
                <a:off x="354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2" name="Freeform 783"/>
              <p:cNvSpPr>
                <a:spLocks noChangeArrowheads="1"/>
              </p:cNvSpPr>
              <p:nvPr/>
            </p:nvSpPr>
            <p:spPr bwMode="auto">
              <a:xfrm>
                <a:off x="352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3" name="Freeform 784"/>
              <p:cNvSpPr>
                <a:spLocks noChangeArrowheads="1"/>
              </p:cNvSpPr>
              <p:nvPr/>
            </p:nvSpPr>
            <p:spPr bwMode="auto">
              <a:xfrm>
                <a:off x="350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4" name="Freeform 785"/>
              <p:cNvSpPr>
                <a:spLocks noChangeArrowheads="1"/>
              </p:cNvSpPr>
              <p:nvPr/>
            </p:nvSpPr>
            <p:spPr bwMode="auto">
              <a:xfrm>
                <a:off x="348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5" name="Freeform 786"/>
              <p:cNvSpPr>
                <a:spLocks noChangeArrowheads="1"/>
              </p:cNvSpPr>
              <p:nvPr/>
            </p:nvSpPr>
            <p:spPr bwMode="auto">
              <a:xfrm>
                <a:off x="3469" y="3481"/>
                <a:ext cx="9" cy="10"/>
              </a:xfrm>
              <a:custGeom>
                <a:avLst/>
                <a:gdLst>
                  <a:gd name="T0" fmla="*/ 8 w 9"/>
                  <a:gd name="T1" fmla="*/ 9 h 10"/>
                  <a:gd name="T2" fmla="*/ 9 w 9"/>
                  <a:gd name="T3" fmla="*/ 5 h 10"/>
                  <a:gd name="T4" fmla="*/ 7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7"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6" name="Freeform 787"/>
              <p:cNvSpPr>
                <a:spLocks noChangeArrowheads="1"/>
              </p:cNvSpPr>
              <p:nvPr/>
            </p:nvSpPr>
            <p:spPr bwMode="auto">
              <a:xfrm>
                <a:off x="3453" y="3492"/>
                <a:ext cx="10" cy="10"/>
              </a:xfrm>
              <a:custGeom>
                <a:avLst/>
                <a:gdLst>
                  <a:gd name="T0" fmla="*/ 8 w 10"/>
                  <a:gd name="T1" fmla="*/ 8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8 h 10"/>
                  <a:gd name="T16" fmla="*/ 5 w 10"/>
                  <a:gd name="T17" fmla="*/ 10 h 10"/>
                  <a:gd name="T18" fmla="*/ 8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8"/>
                    </a:moveTo>
                    <a:lnTo>
                      <a:pt x="10" y="5"/>
                    </a:lnTo>
                    <a:lnTo>
                      <a:pt x="8" y="1"/>
                    </a:lnTo>
                    <a:lnTo>
                      <a:pt x="5" y="0"/>
                    </a:lnTo>
                    <a:lnTo>
                      <a:pt x="1" y="1"/>
                    </a:lnTo>
                    <a:lnTo>
                      <a:pt x="0" y="5"/>
                    </a:lnTo>
                    <a:lnTo>
                      <a:pt x="1"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7" name="Freeform 788"/>
              <p:cNvSpPr>
                <a:spLocks noChangeArrowheads="1"/>
              </p:cNvSpPr>
              <p:nvPr/>
            </p:nvSpPr>
            <p:spPr bwMode="auto">
              <a:xfrm>
                <a:off x="3437" y="350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7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7"/>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8" name="Freeform 789"/>
              <p:cNvSpPr>
                <a:spLocks noChangeArrowheads="1"/>
              </p:cNvSpPr>
              <p:nvPr/>
            </p:nvSpPr>
            <p:spPr bwMode="auto">
              <a:xfrm>
                <a:off x="3422" y="3515"/>
                <a:ext cx="9" cy="9"/>
              </a:xfrm>
              <a:custGeom>
                <a:avLst/>
                <a:gdLst>
                  <a:gd name="T0" fmla="*/ 8 w 9"/>
                  <a:gd name="T1" fmla="*/ 8 h 9"/>
                  <a:gd name="T2" fmla="*/ 9 w 9"/>
                  <a:gd name="T3" fmla="*/ 5 h 9"/>
                  <a:gd name="T4" fmla="*/ 8 w 9"/>
                  <a:gd name="T5" fmla="*/ 1 h 9"/>
                  <a:gd name="T6" fmla="*/ 5 w 9"/>
                  <a:gd name="T7" fmla="*/ 0 h 9"/>
                  <a:gd name="T8" fmla="*/ 1 w 9"/>
                  <a:gd name="T9" fmla="*/ 1 h 9"/>
                  <a:gd name="T10" fmla="*/ 1 w 9"/>
                  <a:gd name="T11" fmla="*/ 1 h 9"/>
                  <a:gd name="T12" fmla="*/ 0 w 9"/>
                  <a:gd name="T13" fmla="*/ 5 h 9"/>
                  <a:gd name="T14" fmla="*/ 1 w 9"/>
                  <a:gd name="T15" fmla="*/ 8 h 9"/>
                  <a:gd name="T16" fmla="*/ 5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5"/>
                    </a:lnTo>
                    <a:lnTo>
                      <a:pt x="8" y="1"/>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29" name="Freeform 790"/>
              <p:cNvSpPr>
                <a:spLocks noChangeArrowheads="1"/>
              </p:cNvSpPr>
              <p:nvPr/>
            </p:nvSpPr>
            <p:spPr bwMode="auto">
              <a:xfrm>
                <a:off x="3406" y="3526"/>
                <a:ext cx="10" cy="9"/>
              </a:xfrm>
              <a:custGeom>
                <a:avLst/>
                <a:gdLst>
                  <a:gd name="T0" fmla="*/ 9 w 10"/>
                  <a:gd name="T1" fmla="*/ 8 h 9"/>
                  <a:gd name="T2" fmla="*/ 10 w 10"/>
                  <a:gd name="T3" fmla="*/ 4 h 9"/>
                  <a:gd name="T4" fmla="*/ 9 w 10"/>
                  <a:gd name="T5" fmla="*/ 2 h 9"/>
                  <a:gd name="T6" fmla="*/ 5 w 10"/>
                  <a:gd name="T7" fmla="*/ 0 h 9"/>
                  <a:gd name="T8" fmla="*/ 1 w 10"/>
                  <a:gd name="T9" fmla="*/ 1 h 9"/>
                  <a:gd name="T10" fmla="*/ 1 w 10"/>
                  <a:gd name="T11" fmla="*/ 1 h 9"/>
                  <a:gd name="T12" fmla="*/ 0 w 10"/>
                  <a:gd name="T13" fmla="*/ 4 h 9"/>
                  <a:gd name="T14" fmla="*/ 1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4"/>
                    </a:lnTo>
                    <a:lnTo>
                      <a:pt x="9" y="2"/>
                    </a:lnTo>
                    <a:lnTo>
                      <a:pt x="5" y="0"/>
                    </a:lnTo>
                    <a:lnTo>
                      <a:pt x="1" y="1"/>
                    </a:lnTo>
                    <a:lnTo>
                      <a:pt x="0" y="4"/>
                    </a:lnTo>
                    <a:lnTo>
                      <a:pt x="1"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0" name="Freeform 791"/>
              <p:cNvSpPr>
                <a:spLocks noChangeArrowheads="1"/>
              </p:cNvSpPr>
              <p:nvPr/>
            </p:nvSpPr>
            <p:spPr bwMode="auto">
              <a:xfrm>
                <a:off x="3391" y="3538"/>
                <a:ext cx="9" cy="9"/>
              </a:xfrm>
              <a:custGeom>
                <a:avLst/>
                <a:gdLst>
                  <a:gd name="T0" fmla="*/ 8 w 9"/>
                  <a:gd name="T1" fmla="*/ 8 h 9"/>
                  <a:gd name="T2" fmla="*/ 9 w 9"/>
                  <a:gd name="T3" fmla="*/ 4 h 9"/>
                  <a:gd name="T4" fmla="*/ 8 w 9"/>
                  <a:gd name="T5" fmla="*/ 1 h 9"/>
                  <a:gd name="T6" fmla="*/ 4 w 9"/>
                  <a:gd name="T7" fmla="*/ 0 h 9"/>
                  <a:gd name="T8" fmla="*/ 1 w 9"/>
                  <a:gd name="T9" fmla="*/ 1 h 9"/>
                  <a:gd name="T10" fmla="*/ 1 w 9"/>
                  <a:gd name="T11" fmla="*/ 1 h 9"/>
                  <a:gd name="T12" fmla="*/ 0 w 9"/>
                  <a:gd name="T13" fmla="*/ 4 h 9"/>
                  <a:gd name="T14" fmla="*/ 1 w 9"/>
                  <a:gd name="T15" fmla="*/ 8 h 9"/>
                  <a:gd name="T16" fmla="*/ 4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4"/>
                    </a:lnTo>
                    <a:lnTo>
                      <a:pt x="8" y="1"/>
                    </a:lnTo>
                    <a:lnTo>
                      <a:pt x="4" y="0"/>
                    </a:lnTo>
                    <a:lnTo>
                      <a:pt x="1" y="1"/>
                    </a:lnTo>
                    <a:lnTo>
                      <a:pt x="0" y="4"/>
                    </a:lnTo>
                    <a:lnTo>
                      <a:pt x="1" y="8"/>
                    </a:lnTo>
                    <a:lnTo>
                      <a:pt x="4"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1" name="Freeform 792"/>
              <p:cNvSpPr>
                <a:spLocks noChangeArrowheads="1"/>
              </p:cNvSpPr>
              <p:nvPr/>
            </p:nvSpPr>
            <p:spPr bwMode="auto">
              <a:xfrm>
                <a:off x="3375" y="3548"/>
                <a:ext cx="10" cy="10"/>
              </a:xfrm>
              <a:custGeom>
                <a:avLst/>
                <a:gdLst>
                  <a:gd name="T0" fmla="*/ 8 w 10"/>
                  <a:gd name="T1" fmla="*/ 9 h 10"/>
                  <a:gd name="T2" fmla="*/ 10 w 10"/>
                  <a:gd name="T3" fmla="*/ 5 h 10"/>
                  <a:gd name="T4" fmla="*/ 8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2"/>
                    </a:lnTo>
                    <a:lnTo>
                      <a:pt x="5" y="0"/>
                    </a:lnTo>
                    <a:lnTo>
                      <a:pt x="1" y="2"/>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2" name="Freeform 793"/>
              <p:cNvSpPr>
                <a:spLocks noChangeArrowheads="1"/>
              </p:cNvSpPr>
              <p:nvPr/>
            </p:nvSpPr>
            <p:spPr bwMode="auto">
              <a:xfrm>
                <a:off x="3359" y="3560"/>
                <a:ext cx="10" cy="10"/>
              </a:xfrm>
              <a:custGeom>
                <a:avLst/>
                <a:gdLst>
                  <a:gd name="T0" fmla="*/ 9 w 10"/>
                  <a:gd name="T1" fmla="*/ 9 h 10"/>
                  <a:gd name="T2" fmla="*/ 10 w 10"/>
                  <a:gd name="T3" fmla="*/ 5 h 10"/>
                  <a:gd name="T4" fmla="*/ 9 w 10"/>
                  <a:gd name="T5" fmla="*/ 2 h 10"/>
                  <a:gd name="T6" fmla="*/ 5 w 10"/>
                  <a:gd name="T7" fmla="*/ 0 h 10"/>
                  <a:gd name="T8" fmla="*/ 2 w 10"/>
                  <a:gd name="T9" fmla="*/ 2 h 10"/>
                  <a:gd name="T10" fmla="*/ 2 w 10"/>
                  <a:gd name="T11" fmla="*/ 2 h 10"/>
                  <a:gd name="T12" fmla="*/ 0 w 10"/>
                  <a:gd name="T13" fmla="*/ 5 h 10"/>
                  <a:gd name="T14" fmla="*/ 2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2" y="2"/>
                    </a:lnTo>
                    <a:lnTo>
                      <a:pt x="0" y="5"/>
                    </a:lnTo>
                    <a:lnTo>
                      <a:pt x="2"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3" name="Freeform 794"/>
              <p:cNvSpPr>
                <a:spLocks noChangeArrowheads="1"/>
              </p:cNvSpPr>
              <p:nvPr/>
            </p:nvSpPr>
            <p:spPr bwMode="auto">
              <a:xfrm>
                <a:off x="3344" y="3571"/>
                <a:ext cx="9" cy="10"/>
              </a:xfrm>
              <a:custGeom>
                <a:avLst/>
                <a:gdLst>
                  <a:gd name="T0" fmla="*/ 8 w 9"/>
                  <a:gd name="T1" fmla="*/ 9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1 w 9"/>
                  <a:gd name="T15" fmla="*/ 9 h 10"/>
                  <a:gd name="T16" fmla="*/ 5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4" name="Freeform 795"/>
              <p:cNvSpPr>
                <a:spLocks noChangeArrowheads="1"/>
              </p:cNvSpPr>
              <p:nvPr/>
            </p:nvSpPr>
            <p:spPr bwMode="auto">
              <a:xfrm>
                <a:off x="3328" y="3583"/>
                <a:ext cx="10" cy="10"/>
              </a:xfrm>
              <a:custGeom>
                <a:avLst/>
                <a:gdLst>
                  <a:gd name="T0" fmla="*/ 9 w 10"/>
                  <a:gd name="T1" fmla="*/ 9 h 10"/>
                  <a:gd name="T2" fmla="*/ 10 w 10"/>
                  <a:gd name="T3" fmla="*/ 5 h 10"/>
                  <a:gd name="T4" fmla="*/ 9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1" y="1"/>
                    </a:lnTo>
                    <a:lnTo>
                      <a:pt x="0" y="5"/>
                    </a:lnTo>
                    <a:lnTo>
                      <a:pt x="1" y="7"/>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5" name="Freeform 796"/>
              <p:cNvSpPr>
                <a:spLocks noChangeArrowheads="1"/>
              </p:cNvSpPr>
              <p:nvPr/>
            </p:nvSpPr>
            <p:spPr bwMode="auto">
              <a:xfrm>
                <a:off x="3313" y="3594"/>
                <a:ext cx="9" cy="10"/>
              </a:xfrm>
              <a:custGeom>
                <a:avLst/>
                <a:gdLst>
                  <a:gd name="T0" fmla="*/ 8 w 9"/>
                  <a:gd name="T1" fmla="*/ 8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8 h 10"/>
                  <a:gd name="T16" fmla="*/ 4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4" y="0"/>
                    </a:lnTo>
                    <a:lnTo>
                      <a:pt x="1" y="1"/>
                    </a:lnTo>
                    <a:lnTo>
                      <a:pt x="0" y="5"/>
                    </a:lnTo>
                    <a:lnTo>
                      <a:pt x="1" y="8"/>
                    </a:lnTo>
                    <a:lnTo>
                      <a:pt x="4"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6" name="Freeform 797"/>
              <p:cNvSpPr>
                <a:spLocks noChangeArrowheads="1"/>
              </p:cNvSpPr>
              <p:nvPr/>
            </p:nvSpPr>
            <p:spPr bwMode="auto">
              <a:xfrm>
                <a:off x="3297" y="3605"/>
                <a:ext cx="10" cy="9"/>
              </a:xfrm>
              <a:custGeom>
                <a:avLst/>
                <a:gdLst>
                  <a:gd name="T0" fmla="*/ 8 w 10"/>
                  <a:gd name="T1" fmla="*/ 8 h 9"/>
                  <a:gd name="T2" fmla="*/ 10 w 10"/>
                  <a:gd name="T3" fmla="*/ 5 h 9"/>
                  <a:gd name="T4" fmla="*/ 8 w 10"/>
                  <a:gd name="T5" fmla="*/ 2 h 9"/>
                  <a:gd name="T6" fmla="*/ 5 w 10"/>
                  <a:gd name="T7" fmla="*/ 0 h 9"/>
                  <a:gd name="T8" fmla="*/ 1 w 10"/>
                  <a:gd name="T9" fmla="*/ 1 h 9"/>
                  <a:gd name="T10" fmla="*/ 1 w 10"/>
                  <a:gd name="T11" fmla="*/ 1 h 9"/>
                  <a:gd name="T12" fmla="*/ 0 w 10"/>
                  <a:gd name="T13" fmla="*/ 5 h 9"/>
                  <a:gd name="T14" fmla="*/ 1 w 10"/>
                  <a:gd name="T15" fmla="*/ 8 h 9"/>
                  <a:gd name="T16" fmla="*/ 5 w 10"/>
                  <a:gd name="T17" fmla="*/ 9 h 9"/>
                  <a:gd name="T18" fmla="*/ 8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8" y="8"/>
                    </a:moveTo>
                    <a:lnTo>
                      <a:pt x="10" y="5"/>
                    </a:lnTo>
                    <a:lnTo>
                      <a:pt x="8" y="2"/>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37" name="Freeform 798"/>
              <p:cNvSpPr>
                <a:spLocks noChangeArrowheads="1"/>
              </p:cNvSpPr>
              <p:nvPr/>
            </p:nvSpPr>
            <p:spPr bwMode="auto">
              <a:xfrm>
                <a:off x="3281" y="3617"/>
                <a:ext cx="10" cy="9"/>
              </a:xfrm>
              <a:custGeom>
                <a:avLst/>
                <a:gdLst>
                  <a:gd name="T0" fmla="*/ 9 w 10"/>
                  <a:gd name="T1" fmla="*/ 8 h 9"/>
                  <a:gd name="T2" fmla="*/ 10 w 10"/>
                  <a:gd name="T3" fmla="*/ 5 h 9"/>
                  <a:gd name="T4" fmla="*/ 9 w 10"/>
                  <a:gd name="T5" fmla="*/ 1 h 9"/>
                  <a:gd name="T6" fmla="*/ 5 w 10"/>
                  <a:gd name="T7" fmla="*/ 0 h 9"/>
                  <a:gd name="T8" fmla="*/ 2 w 10"/>
                  <a:gd name="T9" fmla="*/ 1 h 9"/>
                  <a:gd name="T10" fmla="*/ 2 w 10"/>
                  <a:gd name="T11" fmla="*/ 1 h 9"/>
                  <a:gd name="T12" fmla="*/ 0 w 10"/>
                  <a:gd name="T13" fmla="*/ 5 h 9"/>
                  <a:gd name="T14" fmla="*/ 2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5"/>
                    </a:lnTo>
                    <a:lnTo>
                      <a:pt x="9" y="1"/>
                    </a:lnTo>
                    <a:lnTo>
                      <a:pt x="5" y="0"/>
                    </a:lnTo>
                    <a:lnTo>
                      <a:pt x="2" y="1"/>
                    </a:lnTo>
                    <a:lnTo>
                      <a:pt x="0" y="5"/>
                    </a:lnTo>
                    <a:lnTo>
                      <a:pt x="2"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grpSp>
        <p:grpSp>
          <p:nvGrpSpPr>
            <p:cNvPr id="36638" name="Group 799"/>
            <p:cNvGrpSpPr>
              <a:grpSpLocks/>
            </p:cNvGrpSpPr>
            <p:nvPr/>
          </p:nvGrpSpPr>
          <p:grpSpPr bwMode="auto">
            <a:xfrm>
              <a:off x="4160" y="3474"/>
              <a:ext cx="198" cy="535"/>
              <a:chOff x="4160" y="3474"/>
              <a:chExt cx="198" cy="535"/>
            </a:xfrm>
          </p:grpSpPr>
          <p:sp>
            <p:nvSpPr>
              <p:cNvPr id="36639" name="Freeform 800"/>
              <p:cNvSpPr>
                <a:spLocks noChangeArrowheads="1"/>
              </p:cNvSpPr>
              <p:nvPr/>
            </p:nvSpPr>
            <p:spPr bwMode="auto">
              <a:xfrm>
                <a:off x="4165" y="3478"/>
                <a:ext cx="188" cy="531"/>
              </a:xfrm>
              <a:custGeom>
                <a:avLst/>
                <a:gdLst>
                  <a:gd name="T0" fmla="*/ 0 w 188"/>
                  <a:gd name="T1" fmla="*/ 156 h 531"/>
                  <a:gd name="T2" fmla="*/ 0 w 188"/>
                  <a:gd name="T3" fmla="*/ 531 h 531"/>
                  <a:gd name="T4" fmla="*/ 188 w 188"/>
                  <a:gd name="T5" fmla="*/ 313 h 531"/>
                  <a:gd name="T6" fmla="*/ 188 w 188"/>
                  <a:gd name="T7" fmla="*/ 0 h 531"/>
                  <a:gd name="T8" fmla="*/ 0 w 188"/>
                  <a:gd name="T9" fmla="*/ 156 h 531"/>
                </a:gdLst>
                <a:ahLst/>
                <a:cxnLst>
                  <a:cxn ang="0">
                    <a:pos x="T0" y="T1"/>
                  </a:cxn>
                  <a:cxn ang="0">
                    <a:pos x="T2" y="T3"/>
                  </a:cxn>
                  <a:cxn ang="0">
                    <a:pos x="T4" y="T5"/>
                  </a:cxn>
                  <a:cxn ang="0">
                    <a:pos x="T6" y="T7"/>
                  </a:cxn>
                  <a:cxn ang="0">
                    <a:pos x="T8" y="T9"/>
                  </a:cxn>
                </a:cxnLst>
                <a:rect l="0" t="0" r="r" b="b"/>
                <a:pathLst>
                  <a:path w="188" h="531">
                    <a:moveTo>
                      <a:pt x="0" y="156"/>
                    </a:moveTo>
                    <a:lnTo>
                      <a:pt x="0" y="531"/>
                    </a:lnTo>
                    <a:lnTo>
                      <a:pt x="188" y="313"/>
                    </a:lnTo>
                    <a:lnTo>
                      <a:pt x="188" y="0"/>
                    </a:lnTo>
                    <a:lnTo>
                      <a:pt x="0" y="156"/>
                    </a:lnTo>
                    <a:close/>
                  </a:path>
                </a:pathLst>
              </a:custGeom>
              <a:solidFill>
                <a:srgbClr val="6767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0" name="Freeform 801"/>
              <p:cNvSpPr>
                <a:spLocks noChangeArrowheads="1"/>
              </p:cNvSpPr>
              <p:nvPr/>
            </p:nvSpPr>
            <p:spPr bwMode="auto">
              <a:xfrm>
                <a:off x="4160" y="3629"/>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1" name="Freeform 802"/>
              <p:cNvSpPr>
                <a:spLocks noChangeArrowheads="1"/>
              </p:cNvSpPr>
              <p:nvPr/>
            </p:nvSpPr>
            <p:spPr bwMode="auto">
              <a:xfrm>
                <a:off x="4160" y="3648"/>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2" name="Freeform 803"/>
              <p:cNvSpPr>
                <a:spLocks noChangeArrowheads="1"/>
              </p:cNvSpPr>
              <p:nvPr/>
            </p:nvSpPr>
            <p:spPr bwMode="auto">
              <a:xfrm>
                <a:off x="4160" y="366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3" name="Freeform 804"/>
              <p:cNvSpPr>
                <a:spLocks noChangeArrowheads="1"/>
              </p:cNvSpPr>
              <p:nvPr/>
            </p:nvSpPr>
            <p:spPr bwMode="auto">
              <a:xfrm>
                <a:off x="4160" y="3686"/>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4" name="Freeform 805"/>
              <p:cNvSpPr>
                <a:spLocks noChangeArrowheads="1"/>
              </p:cNvSpPr>
              <p:nvPr/>
            </p:nvSpPr>
            <p:spPr bwMode="auto">
              <a:xfrm>
                <a:off x="4160" y="3706"/>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5" name="Freeform 806"/>
              <p:cNvSpPr>
                <a:spLocks noChangeArrowheads="1"/>
              </p:cNvSpPr>
              <p:nvPr/>
            </p:nvSpPr>
            <p:spPr bwMode="auto">
              <a:xfrm>
                <a:off x="4160" y="3725"/>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6" name="Freeform 807"/>
              <p:cNvSpPr>
                <a:spLocks noChangeArrowheads="1"/>
              </p:cNvSpPr>
              <p:nvPr/>
            </p:nvSpPr>
            <p:spPr bwMode="auto">
              <a:xfrm>
                <a:off x="4160" y="3744"/>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7" name="Freeform 808"/>
              <p:cNvSpPr>
                <a:spLocks noChangeArrowheads="1"/>
              </p:cNvSpPr>
              <p:nvPr/>
            </p:nvSpPr>
            <p:spPr bwMode="auto">
              <a:xfrm>
                <a:off x="4160" y="3763"/>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8" name="Freeform 809"/>
              <p:cNvSpPr>
                <a:spLocks noChangeArrowheads="1"/>
              </p:cNvSpPr>
              <p:nvPr/>
            </p:nvSpPr>
            <p:spPr bwMode="auto">
              <a:xfrm>
                <a:off x="4160" y="3782"/>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49" name="Freeform 810"/>
              <p:cNvSpPr>
                <a:spLocks noChangeArrowheads="1"/>
              </p:cNvSpPr>
              <p:nvPr/>
            </p:nvSpPr>
            <p:spPr bwMode="auto">
              <a:xfrm>
                <a:off x="4160" y="3802"/>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0" name="Freeform 811"/>
              <p:cNvSpPr>
                <a:spLocks noChangeArrowheads="1"/>
              </p:cNvSpPr>
              <p:nvPr/>
            </p:nvSpPr>
            <p:spPr bwMode="auto">
              <a:xfrm>
                <a:off x="4160" y="3821"/>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1" name="Freeform 812"/>
              <p:cNvSpPr>
                <a:spLocks noChangeArrowheads="1"/>
              </p:cNvSpPr>
              <p:nvPr/>
            </p:nvSpPr>
            <p:spPr bwMode="auto">
              <a:xfrm>
                <a:off x="4160" y="3840"/>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2" name="Freeform 813"/>
              <p:cNvSpPr>
                <a:spLocks noChangeArrowheads="1"/>
              </p:cNvSpPr>
              <p:nvPr/>
            </p:nvSpPr>
            <p:spPr bwMode="auto">
              <a:xfrm>
                <a:off x="4160" y="3859"/>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3" name="Freeform 814"/>
              <p:cNvSpPr>
                <a:spLocks noChangeArrowheads="1"/>
              </p:cNvSpPr>
              <p:nvPr/>
            </p:nvSpPr>
            <p:spPr bwMode="auto">
              <a:xfrm>
                <a:off x="4160" y="3879"/>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4" name="Freeform 815"/>
              <p:cNvSpPr>
                <a:spLocks noChangeArrowheads="1"/>
              </p:cNvSpPr>
              <p:nvPr/>
            </p:nvSpPr>
            <p:spPr bwMode="auto">
              <a:xfrm>
                <a:off x="4160" y="3898"/>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5" name="Freeform 816"/>
              <p:cNvSpPr>
                <a:spLocks noChangeArrowheads="1"/>
              </p:cNvSpPr>
              <p:nvPr/>
            </p:nvSpPr>
            <p:spPr bwMode="auto">
              <a:xfrm>
                <a:off x="4160" y="391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6" name="Freeform 817"/>
              <p:cNvSpPr>
                <a:spLocks noChangeArrowheads="1"/>
              </p:cNvSpPr>
              <p:nvPr/>
            </p:nvSpPr>
            <p:spPr bwMode="auto">
              <a:xfrm>
                <a:off x="4160" y="3936"/>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7" name="Freeform 818"/>
              <p:cNvSpPr>
                <a:spLocks noChangeArrowheads="1"/>
              </p:cNvSpPr>
              <p:nvPr/>
            </p:nvSpPr>
            <p:spPr bwMode="auto">
              <a:xfrm>
                <a:off x="4160" y="3955"/>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8" name="Freeform 819"/>
              <p:cNvSpPr>
                <a:spLocks noChangeArrowheads="1"/>
              </p:cNvSpPr>
              <p:nvPr/>
            </p:nvSpPr>
            <p:spPr bwMode="auto">
              <a:xfrm>
                <a:off x="4160" y="3975"/>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59" name="Freeform 820"/>
              <p:cNvSpPr>
                <a:spLocks noChangeArrowheads="1"/>
              </p:cNvSpPr>
              <p:nvPr/>
            </p:nvSpPr>
            <p:spPr bwMode="auto">
              <a:xfrm>
                <a:off x="4160" y="3994"/>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0" name="Freeform 821"/>
              <p:cNvSpPr>
                <a:spLocks noChangeArrowheads="1"/>
              </p:cNvSpPr>
              <p:nvPr/>
            </p:nvSpPr>
            <p:spPr bwMode="auto">
              <a:xfrm>
                <a:off x="4166" y="3999"/>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1" name="Freeform 822"/>
              <p:cNvSpPr>
                <a:spLocks noChangeArrowheads="1"/>
              </p:cNvSpPr>
              <p:nvPr/>
            </p:nvSpPr>
            <p:spPr bwMode="auto">
              <a:xfrm>
                <a:off x="4178" y="3984"/>
                <a:ext cx="10" cy="10"/>
              </a:xfrm>
              <a:custGeom>
                <a:avLst/>
                <a:gdLst>
                  <a:gd name="T0" fmla="*/ 1 w 10"/>
                  <a:gd name="T1" fmla="*/ 1 h 10"/>
                  <a:gd name="T2" fmla="*/ 0 w 10"/>
                  <a:gd name="T3" fmla="*/ 5 h 10"/>
                  <a:gd name="T4" fmla="*/ 1 w 10"/>
                  <a:gd name="T5" fmla="*/ 7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9"/>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2" name="Freeform 823"/>
              <p:cNvSpPr>
                <a:spLocks noChangeArrowheads="1"/>
              </p:cNvSpPr>
              <p:nvPr/>
            </p:nvSpPr>
            <p:spPr bwMode="auto">
              <a:xfrm>
                <a:off x="4190" y="3969"/>
                <a:ext cx="10" cy="9"/>
              </a:xfrm>
              <a:custGeom>
                <a:avLst/>
                <a:gdLst>
                  <a:gd name="T0" fmla="*/ 1 w 10"/>
                  <a:gd name="T1" fmla="*/ 1 h 9"/>
                  <a:gd name="T2" fmla="*/ 0 w 10"/>
                  <a:gd name="T3" fmla="*/ 4 h 9"/>
                  <a:gd name="T4" fmla="*/ 3 w 10"/>
                  <a:gd name="T5" fmla="*/ 8 h 9"/>
                  <a:gd name="T6" fmla="*/ 5 w 10"/>
                  <a:gd name="T7" fmla="*/ 9 h 9"/>
                  <a:gd name="T8" fmla="*/ 9 w 10"/>
                  <a:gd name="T9" fmla="*/ 8 h 9"/>
                  <a:gd name="T10" fmla="*/ 9 w 10"/>
                  <a:gd name="T11" fmla="*/ 8 h 9"/>
                  <a:gd name="T12" fmla="*/ 10 w 10"/>
                  <a:gd name="T13" fmla="*/ 4 h 9"/>
                  <a:gd name="T14" fmla="*/ 9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3" y="8"/>
                    </a:lnTo>
                    <a:lnTo>
                      <a:pt x="5" y="9"/>
                    </a:lnTo>
                    <a:lnTo>
                      <a:pt x="9" y="8"/>
                    </a:lnTo>
                    <a:lnTo>
                      <a:pt x="10" y="4"/>
                    </a:lnTo>
                    <a:lnTo>
                      <a:pt x="9"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3" name="Freeform 824"/>
              <p:cNvSpPr>
                <a:spLocks noChangeArrowheads="1"/>
              </p:cNvSpPr>
              <p:nvPr/>
            </p:nvSpPr>
            <p:spPr bwMode="auto">
              <a:xfrm>
                <a:off x="4203" y="3954"/>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3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3"/>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4" name="Freeform 825"/>
              <p:cNvSpPr>
                <a:spLocks noChangeArrowheads="1"/>
              </p:cNvSpPr>
              <p:nvPr/>
            </p:nvSpPr>
            <p:spPr bwMode="auto">
              <a:xfrm>
                <a:off x="4215" y="3940"/>
                <a:ext cx="10" cy="9"/>
              </a:xfrm>
              <a:custGeom>
                <a:avLst/>
                <a:gdLst>
                  <a:gd name="T0" fmla="*/ 2 w 10"/>
                  <a:gd name="T1" fmla="*/ 1 h 9"/>
                  <a:gd name="T2" fmla="*/ 0 w 10"/>
                  <a:gd name="T3" fmla="*/ 5 h 9"/>
                  <a:gd name="T4" fmla="*/ 3 w 10"/>
                  <a:gd name="T5" fmla="*/ 8 h 9"/>
                  <a:gd name="T6" fmla="*/ 5 w 10"/>
                  <a:gd name="T7" fmla="*/ 9 h 9"/>
                  <a:gd name="T8" fmla="*/ 9 w 10"/>
                  <a:gd name="T9" fmla="*/ 8 h 9"/>
                  <a:gd name="T10" fmla="*/ 9 w 10"/>
                  <a:gd name="T11" fmla="*/ 8 h 9"/>
                  <a:gd name="T12" fmla="*/ 10 w 10"/>
                  <a:gd name="T13" fmla="*/ 5 h 9"/>
                  <a:gd name="T14" fmla="*/ 9 w 10"/>
                  <a:gd name="T15" fmla="*/ 1 h 9"/>
                  <a:gd name="T16" fmla="*/ 5 w 10"/>
                  <a:gd name="T17" fmla="*/ 0 h 9"/>
                  <a:gd name="T18" fmla="*/ 2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2" y="1"/>
                    </a:moveTo>
                    <a:lnTo>
                      <a:pt x="0" y="5"/>
                    </a:lnTo>
                    <a:lnTo>
                      <a:pt x="3" y="8"/>
                    </a:lnTo>
                    <a:lnTo>
                      <a:pt x="5" y="9"/>
                    </a:lnTo>
                    <a:lnTo>
                      <a:pt x="9" y="8"/>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5" name="Freeform 826"/>
              <p:cNvSpPr>
                <a:spLocks noChangeArrowheads="1"/>
              </p:cNvSpPr>
              <p:nvPr/>
            </p:nvSpPr>
            <p:spPr bwMode="auto">
              <a:xfrm>
                <a:off x="4229" y="3925"/>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6" name="Freeform 827"/>
              <p:cNvSpPr>
                <a:spLocks noChangeArrowheads="1"/>
              </p:cNvSpPr>
              <p:nvPr/>
            </p:nvSpPr>
            <p:spPr bwMode="auto">
              <a:xfrm>
                <a:off x="4241" y="3911"/>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7" name="Freeform 828"/>
              <p:cNvSpPr>
                <a:spLocks noChangeArrowheads="1"/>
              </p:cNvSpPr>
              <p:nvPr/>
            </p:nvSpPr>
            <p:spPr bwMode="auto">
              <a:xfrm>
                <a:off x="4254" y="3897"/>
                <a:ext cx="9" cy="9"/>
              </a:xfrm>
              <a:custGeom>
                <a:avLst/>
                <a:gdLst>
                  <a:gd name="T0" fmla="*/ 1 w 9"/>
                  <a:gd name="T1" fmla="*/ 1 h 9"/>
                  <a:gd name="T2" fmla="*/ 0 w 9"/>
                  <a:gd name="T3" fmla="*/ 4 h 9"/>
                  <a:gd name="T4" fmla="*/ 1 w 9"/>
                  <a:gd name="T5" fmla="*/ 8 h 9"/>
                  <a:gd name="T6" fmla="*/ 5 w 9"/>
                  <a:gd name="T7" fmla="*/ 9 h 9"/>
                  <a:gd name="T8" fmla="*/ 8 w 9"/>
                  <a:gd name="T9" fmla="*/ 8 h 9"/>
                  <a:gd name="T10" fmla="*/ 8 w 9"/>
                  <a:gd name="T11" fmla="*/ 8 h 9"/>
                  <a:gd name="T12" fmla="*/ 9 w 9"/>
                  <a:gd name="T13" fmla="*/ 4 h 9"/>
                  <a:gd name="T14" fmla="*/ 8 w 9"/>
                  <a:gd name="T15" fmla="*/ 1 h 9"/>
                  <a:gd name="T16" fmla="*/ 5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5" y="9"/>
                    </a:lnTo>
                    <a:lnTo>
                      <a:pt x="8" y="8"/>
                    </a:lnTo>
                    <a:lnTo>
                      <a:pt x="9" y="4"/>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8" name="Freeform 829"/>
              <p:cNvSpPr>
                <a:spLocks noChangeArrowheads="1"/>
              </p:cNvSpPr>
              <p:nvPr/>
            </p:nvSpPr>
            <p:spPr bwMode="auto">
              <a:xfrm>
                <a:off x="4266" y="3882"/>
                <a:ext cx="9" cy="10"/>
              </a:xfrm>
              <a:custGeom>
                <a:avLst/>
                <a:gdLst>
                  <a:gd name="T0" fmla="*/ 1 w 9"/>
                  <a:gd name="T1" fmla="*/ 1 h 10"/>
                  <a:gd name="T2" fmla="*/ 0 w 9"/>
                  <a:gd name="T3" fmla="*/ 5 h 10"/>
                  <a:gd name="T4" fmla="*/ 1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69" name="Freeform 830"/>
              <p:cNvSpPr>
                <a:spLocks noChangeArrowheads="1"/>
              </p:cNvSpPr>
              <p:nvPr/>
            </p:nvSpPr>
            <p:spPr bwMode="auto">
              <a:xfrm>
                <a:off x="4279" y="3868"/>
                <a:ext cx="10" cy="9"/>
              </a:xfrm>
              <a:custGeom>
                <a:avLst/>
                <a:gdLst>
                  <a:gd name="T0" fmla="*/ 1 w 10"/>
                  <a:gd name="T1" fmla="*/ 1 h 9"/>
                  <a:gd name="T2" fmla="*/ 0 w 10"/>
                  <a:gd name="T3" fmla="*/ 5 h 9"/>
                  <a:gd name="T4" fmla="*/ 1 w 10"/>
                  <a:gd name="T5" fmla="*/ 7 h 9"/>
                  <a:gd name="T6" fmla="*/ 5 w 10"/>
                  <a:gd name="T7" fmla="*/ 9 h 9"/>
                  <a:gd name="T8" fmla="*/ 8 w 10"/>
                  <a:gd name="T9" fmla="*/ 8 h 9"/>
                  <a:gd name="T10" fmla="*/ 8 w 10"/>
                  <a:gd name="T11" fmla="*/ 8 h 9"/>
                  <a:gd name="T12" fmla="*/ 10 w 10"/>
                  <a:gd name="T13" fmla="*/ 5 h 9"/>
                  <a:gd name="T14" fmla="*/ 8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7"/>
                    </a:lnTo>
                    <a:lnTo>
                      <a:pt x="5" y="9"/>
                    </a:lnTo>
                    <a:lnTo>
                      <a:pt x="8" y="8"/>
                    </a:lnTo>
                    <a:lnTo>
                      <a:pt x="10"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0" name="Freeform 831"/>
              <p:cNvSpPr>
                <a:spLocks noChangeArrowheads="1"/>
              </p:cNvSpPr>
              <p:nvPr/>
            </p:nvSpPr>
            <p:spPr bwMode="auto">
              <a:xfrm>
                <a:off x="4291" y="3853"/>
                <a:ext cx="10" cy="10"/>
              </a:xfrm>
              <a:custGeom>
                <a:avLst/>
                <a:gdLst>
                  <a:gd name="T0" fmla="*/ 1 w 10"/>
                  <a:gd name="T1" fmla="*/ 2 h 10"/>
                  <a:gd name="T2" fmla="*/ 0 w 10"/>
                  <a:gd name="T3" fmla="*/ 5 h 10"/>
                  <a:gd name="T4" fmla="*/ 1 w 10"/>
                  <a:gd name="T5" fmla="*/ 8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8"/>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1" name="Freeform 832"/>
              <p:cNvSpPr>
                <a:spLocks noChangeArrowheads="1"/>
              </p:cNvSpPr>
              <p:nvPr/>
            </p:nvSpPr>
            <p:spPr bwMode="auto">
              <a:xfrm>
                <a:off x="4304" y="3838"/>
                <a:ext cx="10" cy="9"/>
              </a:xfrm>
              <a:custGeom>
                <a:avLst/>
                <a:gdLst>
                  <a:gd name="T0" fmla="*/ 1 w 10"/>
                  <a:gd name="T1" fmla="*/ 1 h 9"/>
                  <a:gd name="T2" fmla="*/ 0 w 10"/>
                  <a:gd name="T3" fmla="*/ 5 h 9"/>
                  <a:gd name="T4" fmla="*/ 1 w 10"/>
                  <a:gd name="T5" fmla="*/ 8 h 9"/>
                  <a:gd name="T6" fmla="*/ 5 w 10"/>
                  <a:gd name="T7" fmla="*/ 9 h 9"/>
                  <a:gd name="T8" fmla="*/ 9 w 10"/>
                  <a:gd name="T9" fmla="*/ 8 h 9"/>
                  <a:gd name="T10" fmla="*/ 9 w 10"/>
                  <a:gd name="T11" fmla="*/ 8 h 9"/>
                  <a:gd name="T12" fmla="*/ 10 w 10"/>
                  <a:gd name="T13" fmla="*/ 5 h 9"/>
                  <a:gd name="T14" fmla="*/ 7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8"/>
                    </a:lnTo>
                    <a:lnTo>
                      <a:pt x="5" y="9"/>
                    </a:lnTo>
                    <a:lnTo>
                      <a:pt x="9" y="8"/>
                    </a:lnTo>
                    <a:lnTo>
                      <a:pt x="10" y="5"/>
                    </a:lnTo>
                    <a:lnTo>
                      <a:pt x="7"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2" name="Freeform 833"/>
              <p:cNvSpPr>
                <a:spLocks noChangeArrowheads="1"/>
              </p:cNvSpPr>
              <p:nvPr/>
            </p:nvSpPr>
            <p:spPr bwMode="auto">
              <a:xfrm>
                <a:off x="4316" y="3823"/>
                <a:ext cx="10" cy="10"/>
              </a:xfrm>
              <a:custGeom>
                <a:avLst/>
                <a:gdLst>
                  <a:gd name="T0" fmla="*/ 1 w 10"/>
                  <a:gd name="T1" fmla="*/ 2 h 10"/>
                  <a:gd name="T2" fmla="*/ 0 w 10"/>
                  <a:gd name="T3" fmla="*/ 5 h 10"/>
                  <a:gd name="T4" fmla="*/ 1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9" y="9"/>
                    </a:lnTo>
                    <a:lnTo>
                      <a:pt x="10" y="5"/>
                    </a:lnTo>
                    <a:lnTo>
                      <a:pt x="9"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3" name="Freeform 834"/>
              <p:cNvSpPr>
                <a:spLocks noChangeArrowheads="1"/>
              </p:cNvSpPr>
              <p:nvPr/>
            </p:nvSpPr>
            <p:spPr bwMode="auto">
              <a:xfrm>
                <a:off x="4328" y="3809"/>
                <a:ext cx="10" cy="10"/>
              </a:xfrm>
              <a:custGeom>
                <a:avLst/>
                <a:gdLst>
                  <a:gd name="T0" fmla="*/ 1 w 10"/>
                  <a:gd name="T1" fmla="*/ 1 h 10"/>
                  <a:gd name="T2" fmla="*/ 0 w 10"/>
                  <a:gd name="T3" fmla="*/ 5 h 10"/>
                  <a:gd name="T4" fmla="*/ 3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3"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4" name="Freeform 835"/>
              <p:cNvSpPr>
                <a:spLocks noChangeArrowheads="1"/>
              </p:cNvSpPr>
              <p:nvPr/>
            </p:nvSpPr>
            <p:spPr bwMode="auto">
              <a:xfrm>
                <a:off x="4341" y="3794"/>
                <a:ext cx="10" cy="10"/>
              </a:xfrm>
              <a:custGeom>
                <a:avLst/>
                <a:gdLst>
                  <a:gd name="T0" fmla="*/ 2 w 10"/>
                  <a:gd name="T1" fmla="*/ 2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9"/>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5" name="Freeform 836"/>
              <p:cNvSpPr>
                <a:spLocks noChangeArrowheads="1"/>
              </p:cNvSpPr>
              <p:nvPr/>
            </p:nvSpPr>
            <p:spPr bwMode="auto">
              <a:xfrm>
                <a:off x="4349" y="3778"/>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6" name="Freeform 837"/>
              <p:cNvSpPr>
                <a:spLocks noChangeArrowheads="1"/>
              </p:cNvSpPr>
              <p:nvPr/>
            </p:nvSpPr>
            <p:spPr bwMode="auto">
              <a:xfrm>
                <a:off x="4349" y="3758"/>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7" name="Freeform 838"/>
              <p:cNvSpPr>
                <a:spLocks noChangeArrowheads="1"/>
              </p:cNvSpPr>
              <p:nvPr/>
            </p:nvSpPr>
            <p:spPr bwMode="auto">
              <a:xfrm>
                <a:off x="4349" y="3739"/>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8" name="Freeform 839"/>
              <p:cNvSpPr>
                <a:spLocks noChangeArrowheads="1"/>
              </p:cNvSpPr>
              <p:nvPr/>
            </p:nvSpPr>
            <p:spPr bwMode="auto">
              <a:xfrm>
                <a:off x="4349" y="3720"/>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79" name="Freeform 840"/>
              <p:cNvSpPr>
                <a:spLocks noChangeArrowheads="1"/>
              </p:cNvSpPr>
              <p:nvPr/>
            </p:nvSpPr>
            <p:spPr bwMode="auto">
              <a:xfrm>
                <a:off x="4349" y="3701"/>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0" name="Freeform 841"/>
              <p:cNvSpPr>
                <a:spLocks noChangeArrowheads="1"/>
              </p:cNvSpPr>
              <p:nvPr/>
            </p:nvSpPr>
            <p:spPr bwMode="auto">
              <a:xfrm>
                <a:off x="4349" y="3682"/>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1" name="Freeform 842"/>
              <p:cNvSpPr>
                <a:spLocks noChangeArrowheads="1"/>
              </p:cNvSpPr>
              <p:nvPr/>
            </p:nvSpPr>
            <p:spPr bwMode="auto">
              <a:xfrm>
                <a:off x="4349" y="3662"/>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2" name="Freeform 843"/>
              <p:cNvSpPr>
                <a:spLocks noChangeArrowheads="1"/>
              </p:cNvSpPr>
              <p:nvPr/>
            </p:nvSpPr>
            <p:spPr bwMode="auto">
              <a:xfrm>
                <a:off x="4349" y="3643"/>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3" name="Freeform 844"/>
              <p:cNvSpPr>
                <a:spLocks noChangeArrowheads="1"/>
              </p:cNvSpPr>
              <p:nvPr/>
            </p:nvSpPr>
            <p:spPr bwMode="auto">
              <a:xfrm>
                <a:off x="4349" y="3624"/>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4" name="Freeform 845"/>
              <p:cNvSpPr>
                <a:spLocks noChangeArrowheads="1"/>
              </p:cNvSpPr>
              <p:nvPr/>
            </p:nvSpPr>
            <p:spPr bwMode="auto">
              <a:xfrm>
                <a:off x="4349" y="3605"/>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5" name="Freeform 846"/>
              <p:cNvSpPr>
                <a:spLocks noChangeArrowheads="1"/>
              </p:cNvSpPr>
              <p:nvPr/>
            </p:nvSpPr>
            <p:spPr bwMode="auto">
              <a:xfrm>
                <a:off x="4349" y="3586"/>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6" name="Freeform 847"/>
              <p:cNvSpPr>
                <a:spLocks noChangeArrowheads="1"/>
              </p:cNvSpPr>
              <p:nvPr/>
            </p:nvSpPr>
            <p:spPr bwMode="auto">
              <a:xfrm>
                <a:off x="4349" y="3566"/>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7" name="Freeform 848"/>
              <p:cNvSpPr>
                <a:spLocks noChangeArrowheads="1"/>
              </p:cNvSpPr>
              <p:nvPr/>
            </p:nvSpPr>
            <p:spPr bwMode="auto">
              <a:xfrm>
                <a:off x="4349" y="3547"/>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8" name="Freeform 849"/>
              <p:cNvSpPr>
                <a:spLocks noChangeArrowheads="1"/>
              </p:cNvSpPr>
              <p:nvPr/>
            </p:nvSpPr>
            <p:spPr bwMode="auto">
              <a:xfrm>
                <a:off x="4349" y="3528"/>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89" name="Freeform 850"/>
              <p:cNvSpPr>
                <a:spLocks noChangeArrowheads="1"/>
              </p:cNvSpPr>
              <p:nvPr/>
            </p:nvSpPr>
            <p:spPr bwMode="auto">
              <a:xfrm>
                <a:off x="4349" y="3509"/>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0" name="Freeform 851"/>
              <p:cNvSpPr>
                <a:spLocks noChangeArrowheads="1"/>
              </p:cNvSpPr>
              <p:nvPr/>
            </p:nvSpPr>
            <p:spPr bwMode="auto">
              <a:xfrm>
                <a:off x="4349" y="3490"/>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1" name="Freeform 852"/>
              <p:cNvSpPr>
                <a:spLocks noChangeArrowheads="1"/>
              </p:cNvSpPr>
              <p:nvPr/>
            </p:nvSpPr>
            <p:spPr bwMode="auto">
              <a:xfrm>
                <a:off x="4347" y="347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2" name="Freeform 853"/>
              <p:cNvSpPr>
                <a:spLocks noChangeArrowheads="1"/>
              </p:cNvSpPr>
              <p:nvPr/>
            </p:nvSpPr>
            <p:spPr bwMode="auto">
              <a:xfrm>
                <a:off x="4332" y="3486"/>
                <a:ext cx="9" cy="10"/>
              </a:xfrm>
              <a:custGeom>
                <a:avLst/>
                <a:gdLst>
                  <a:gd name="T0" fmla="*/ 8 w 9"/>
                  <a:gd name="T1" fmla="*/ 8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2 w 9"/>
                  <a:gd name="T15" fmla="*/ 8 h 10"/>
                  <a:gd name="T16" fmla="*/ 5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5" y="0"/>
                    </a:lnTo>
                    <a:lnTo>
                      <a:pt x="1" y="1"/>
                    </a:lnTo>
                    <a:lnTo>
                      <a:pt x="0" y="5"/>
                    </a:lnTo>
                    <a:lnTo>
                      <a:pt x="2"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3" name="Freeform 854"/>
              <p:cNvSpPr>
                <a:spLocks noChangeArrowheads="1"/>
              </p:cNvSpPr>
              <p:nvPr/>
            </p:nvSpPr>
            <p:spPr bwMode="auto">
              <a:xfrm>
                <a:off x="4317" y="3498"/>
                <a:ext cx="10" cy="10"/>
              </a:xfrm>
              <a:custGeom>
                <a:avLst/>
                <a:gdLst>
                  <a:gd name="T0" fmla="*/ 9 w 10"/>
                  <a:gd name="T1" fmla="*/ 8 h 10"/>
                  <a:gd name="T2" fmla="*/ 10 w 10"/>
                  <a:gd name="T3" fmla="*/ 5 h 10"/>
                  <a:gd name="T4" fmla="*/ 9 w 10"/>
                  <a:gd name="T5" fmla="*/ 2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2"/>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4" name="Freeform 855"/>
              <p:cNvSpPr>
                <a:spLocks noChangeArrowheads="1"/>
              </p:cNvSpPr>
              <p:nvPr/>
            </p:nvSpPr>
            <p:spPr bwMode="auto">
              <a:xfrm>
                <a:off x="4303" y="3511"/>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7"/>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5" name="Freeform 856"/>
              <p:cNvSpPr>
                <a:spLocks noChangeArrowheads="1"/>
              </p:cNvSpPr>
              <p:nvPr/>
            </p:nvSpPr>
            <p:spPr bwMode="auto">
              <a:xfrm>
                <a:off x="4287" y="3523"/>
                <a:ext cx="10" cy="10"/>
              </a:xfrm>
              <a:custGeom>
                <a:avLst/>
                <a:gdLst>
                  <a:gd name="T0" fmla="*/ 9 w 10"/>
                  <a:gd name="T1" fmla="*/ 9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3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2" y="1"/>
                    </a:lnTo>
                    <a:lnTo>
                      <a:pt x="0" y="5"/>
                    </a:lnTo>
                    <a:lnTo>
                      <a:pt x="3"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6" name="Freeform 857"/>
              <p:cNvSpPr>
                <a:spLocks noChangeArrowheads="1"/>
              </p:cNvSpPr>
              <p:nvPr/>
            </p:nvSpPr>
            <p:spPr bwMode="auto">
              <a:xfrm>
                <a:off x="4273" y="3535"/>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7" name="Freeform 858"/>
              <p:cNvSpPr>
                <a:spLocks noChangeArrowheads="1"/>
              </p:cNvSpPr>
              <p:nvPr/>
            </p:nvSpPr>
            <p:spPr bwMode="auto">
              <a:xfrm>
                <a:off x="4259" y="3547"/>
                <a:ext cx="9" cy="10"/>
              </a:xfrm>
              <a:custGeom>
                <a:avLst/>
                <a:gdLst>
                  <a:gd name="T0" fmla="*/ 8 w 9"/>
                  <a:gd name="T1" fmla="*/ 9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8" name="Freeform 859"/>
              <p:cNvSpPr>
                <a:spLocks noChangeArrowheads="1"/>
              </p:cNvSpPr>
              <p:nvPr/>
            </p:nvSpPr>
            <p:spPr bwMode="auto">
              <a:xfrm>
                <a:off x="4243" y="3559"/>
                <a:ext cx="10" cy="10"/>
              </a:xfrm>
              <a:custGeom>
                <a:avLst/>
                <a:gdLst>
                  <a:gd name="T0" fmla="*/ 8 w 10"/>
                  <a:gd name="T1" fmla="*/ 9 h 10"/>
                  <a:gd name="T2" fmla="*/ 10 w 10"/>
                  <a:gd name="T3" fmla="*/ 5 h 10"/>
                  <a:gd name="T4" fmla="*/ 8 w 10"/>
                  <a:gd name="T5" fmla="*/ 3 h 10"/>
                  <a:gd name="T6" fmla="*/ 5 w 10"/>
                  <a:gd name="T7" fmla="*/ 0 h 10"/>
                  <a:gd name="T8" fmla="*/ 1 w 10"/>
                  <a:gd name="T9" fmla="*/ 1 h 10"/>
                  <a:gd name="T10" fmla="*/ 1 w 10"/>
                  <a:gd name="T11" fmla="*/ 1 h 10"/>
                  <a:gd name="T12" fmla="*/ 0 w 10"/>
                  <a:gd name="T13" fmla="*/ 5 h 10"/>
                  <a:gd name="T14" fmla="*/ 2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3"/>
                    </a:lnTo>
                    <a:lnTo>
                      <a:pt x="5" y="0"/>
                    </a:lnTo>
                    <a:lnTo>
                      <a:pt x="1" y="1"/>
                    </a:lnTo>
                    <a:lnTo>
                      <a:pt x="0" y="5"/>
                    </a:lnTo>
                    <a:lnTo>
                      <a:pt x="2"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699" name="Freeform 860"/>
              <p:cNvSpPr>
                <a:spLocks noChangeArrowheads="1"/>
              </p:cNvSpPr>
              <p:nvPr/>
            </p:nvSpPr>
            <p:spPr bwMode="auto">
              <a:xfrm>
                <a:off x="4229" y="3572"/>
                <a:ext cx="9" cy="10"/>
              </a:xfrm>
              <a:custGeom>
                <a:avLst/>
                <a:gdLst>
                  <a:gd name="T0" fmla="*/ 8 w 9"/>
                  <a:gd name="T1" fmla="*/ 9 h 10"/>
                  <a:gd name="T2" fmla="*/ 9 w 9"/>
                  <a:gd name="T3" fmla="*/ 5 h 10"/>
                  <a:gd name="T4" fmla="*/ 8 w 9"/>
                  <a:gd name="T5" fmla="*/ 2 h 10"/>
                  <a:gd name="T6" fmla="*/ 4 w 9"/>
                  <a:gd name="T7" fmla="*/ 0 h 10"/>
                  <a:gd name="T8" fmla="*/ 1 w 9"/>
                  <a:gd name="T9" fmla="*/ 2 h 10"/>
                  <a:gd name="T10" fmla="*/ 1 w 9"/>
                  <a:gd name="T11" fmla="*/ 2 h 10"/>
                  <a:gd name="T12" fmla="*/ 0 w 9"/>
                  <a:gd name="T13" fmla="*/ 5 h 10"/>
                  <a:gd name="T14" fmla="*/ 1 w 9"/>
                  <a:gd name="T15" fmla="*/ 8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2"/>
                    </a:lnTo>
                    <a:lnTo>
                      <a:pt x="4" y="0"/>
                    </a:lnTo>
                    <a:lnTo>
                      <a:pt x="1" y="2"/>
                    </a:lnTo>
                    <a:lnTo>
                      <a:pt x="0" y="5"/>
                    </a:lnTo>
                    <a:lnTo>
                      <a:pt x="1" y="8"/>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00" name="Freeform 861"/>
              <p:cNvSpPr>
                <a:spLocks noChangeArrowheads="1"/>
              </p:cNvSpPr>
              <p:nvPr/>
            </p:nvSpPr>
            <p:spPr bwMode="auto">
              <a:xfrm>
                <a:off x="4214" y="3584"/>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01" name="Freeform 862"/>
              <p:cNvSpPr>
                <a:spLocks noChangeArrowheads="1"/>
              </p:cNvSpPr>
              <p:nvPr/>
            </p:nvSpPr>
            <p:spPr bwMode="auto">
              <a:xfrm>
                <a:off x="4199" y="3596"/>
                <a:ext cx="10" cy="10"/>
              </a:xfrm>
              <a:custGeom>
                <a:avLst/>
                <a:gdLst>
                  <a:gd name="T0" fmla="*/ 9 w 10"/>
                  <a:gd name="T1" fmla="*/ 9 h 10"/>
                  <a:gd name="T2" fmla="*/ 10 w 10"/>
                  <a:gd name="T3" fmla="*/ 5 h 10"/>
                  <a:gd name="T4" fmla="*/ 8 w 10"/>
                  <a:gd name="T5" fmla="*/ 2 h 10"/>
                  <a:gd name="T6" fmla="*/ 6 w 10"/>
                  <a:gd name="T7" fmla="*/ 0 h 10"/>
                  <a:gd name="T8" fmla="*/ 2 w 10"/>
                  <a:gd name="T9" fmla="*/ 2 h 10"/>
                  <a:gd name="T10" fmla="*/ 1 w 10"/>
                  <a:gd name="T11" fmla="*/ 2 h 10"/>
                  <a:gd name="T12" fmla="*/ 0 w 10"/>
                  <a:gd name="T13" fmla="*/ 5 h 10"/>
                  <a:gd name="T14" fmla="*/ 2 w 10"/>
                  <a:gd name="T15" fmla="*/ 9 h 10"/>
                  <a:gd name="T16" fmla="*/ 4 w 10"/>
                  <a:gd name="T17" fmla="*/ 10 h 10"/>
                  <a:gd name="T18" fmla="*/ 8 w 10"/>
                  <a:gd name="T19" fmla="*/ 9 h 10"/>
                  <a:gd name="T20" fmla="*/ 9 w 10"/>
                  <a:gd name="T2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0">
                    <a:moveTo>
                      <a:pt x="9" y="9"/>
                    </a:moveTo>
                    <a:lnTo>
                      <a:pt x="10" y="5"/>
                    </a:lnTo>
                    <a:lnTo>
                      <a:pt x="8" y="2"/>
                    </a:lnTo>
                    <a:lnTo>
                      <a:pt x="6" y="0"/>
                    </a:lnTo>
                    <a:lnTo>
                      <a:pt x="2" y="2"/>
                    </a:lnTo>
                    <a:lnTo>
                      <a:pt x="1" y="2"/>
                    </a:lnTo>
                    <a:lnTo>
                      <a:pt x="0" y="5"/>
                    </a:lnTo>
                    <a:lnTo>
                      <a:pt x="2" y="9"/>
                    </a:lnTo>
                    <a:lnTo>
                      <a:pt x="4" y="10"/>
                    </a:lnTo>
                    <a:lnTo>
                      <a:pt x="8" y="9"/>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02" name="Freeform 863"/>
              <p:cNvSpPr>
                <a:spLocks noChangeArrowheads="1"/>
              </p:cNvSpPr>
              <p:nvPr/>
            </p:nvSpPr>
            <p:spPr bwMode="auto">
              <a:xfrm>
                <a:off x="4184" y="3608"/>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03" name="Freeform 864"/>
              <p:cNvSpPr>
                <a:spLocks noChangeArrowheads="1"/>
              </p:cNvSpPr>
              <p:nvPr/>
            </p:nvSpPr>
            <p:spPr bwMode="auto">
              <a:xfrm>
                <a:off x="4170" y="3620"/>
                <a:ext cx="9" cy="11"/>
              </a:xfrm>
              <a:custGeom>
                <a:avLst/>
                <a:gdLst>
                  <a:gd name="T0" fmla="*/ 8 w 9"/>
                  <a:gd name="T1" fmla="*/ 9 h 11"/>
                  <a:gd name="T2" fmla="*/ 9 w 9"/>
                  <a:gd name="T3" fmla="*/ 5 h 11"/>
                  <a:gd name="T4" fmla="*/ 8 w 9"/>
                  <a:gd name="T5" fmla="*/ 3 h 11"/>
                  <a:gd name="T6" fmla="*/ 5 w 9"/>
                  <a:gd name="T7" fmla="*/ 0 h 11"/>
                  <a:gd name="T8" fmla="*/ 1 w 9"/>
                  <a:gd name="T9" fmla="*/ 2 h 11"/>
                  <a:gd name="T10" fmla="*/ 1 w 9"/>
                  <a:gd name="T11" fmla="*/ 3 h 11"/>
                  <a:gd name="T12" fmla="*/ 0 w 9"/>
                  <a:gd name="T13" fmla="*/ 6 h 11"/>
                  <a:gd name="T14" fmla="*/ 1 w 9"/>
                  <a:gd name="T15" fmla="*/ 9 h 11"/>
                  <a:gd name="T16" fmla="*/ 5 w 9"/>
                  <a:gd name="T17" fmla="*/ 11 h 11"/>
                  <a:gd name="T18" fmla="*/ 8 w 9"/>
                  <a:gd name="T19" fmla="*/ 10 h 11"/>
                  <a:gd name="T20" fmla="*/ 8 w 9"/>
                  <a:gd name="T2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8" y="9"/>
                    </a:moveTo>
                    <a:lnTo>
                      <a:pt x="9" y="5"/>
                    </a:lnTo>
                    <a:lnTo>
                      <a:pt x="8" y="3"/>
                    </a:lnTo>
                    <a:lnTo>
                      <a:pt x="5" y="0"/>
                    </a:lnTo>
                    <a:lnTo>
                      <a:pt x="1" y="2"/>
                    </a:lnTo>
                    <a:lnTo>
                      <a:pt x="1" y="3"/>
                    </a:lnTo>
                    <a:lnTo>
                      <a:pt x="0" y="6"/>
                    </a:lnTo>
                    <a:lnTo>
                      <a:pt x="1" y="9"/>
                    </a:lnTo>
                    <a:lnTo>
                      <a:pt x="5" y="11"/>
                    </a:lnTo>
                    <a:lnTo>
                      <a:pt x="8"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grpSp>
        <p:sp>
          <p:nvSpPr>
            <p:cNvPr id="36704" name="Oval 865"/>
            <p:cNvSpPr>
              <a:spLocks noChangeArrowheads="1"/>
            </p:cNvSpPr>
            <p:nvPr/>
          </p:nvSpPr>
          <p:spPr bwMode="auto">
            <a:xfrm>
              <a:off x="3907" y="3958"/>
              <a:ext cx="2" cy="34"/>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05" name="Oval 866"/>
            <p:cNvSpPr>
              <a:spLocks noChangeArrowheads="1"/>
            </p:cNvSpPr>
            <p:nvPr/>
          </p:nvSpPr>
          <p:spPr bwMode="auto">
            <a:xfrm>
              <a:off x="3949"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06" name="Oval 867"/>
            <p:cNvSpPr>
              <a:spLocks noChangeArrowheads="1"/>
            </p:cNvSpPr>
            <p:nvPr/>
          </p:nvSpPr>
          <p:spPr bwMode="auto">
            <a:xfrm>
              <a:off x="3967"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07" name="Rectangle 868"/>
            <p:cNvSpPr>
              <a:spLocks noChangeArrowheads="1"/>
            </p:cNvSpPr>
            <p:nvPr/>
          </p:nvSpPr>
          <p:spPr bwMode="auto">
            <a:xfrm>
              <a:off x="3294" y="3677"/>
              <a:ext cx="819" cy="3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sz="1400"/>
            </a:p>
          </p:txBody>
        </p:sp>
        <p:sp>
          <p:nvSpPr>
            <p:cNvPr id="36708" name="Line 869"/>
            <p:cNvSpPr>
              <a:spLocks noChangeShapeType="1"/>
            </p:cNvSpPr>
            <p:nvPr/>
          </p:nvSpPr>
          <p:spPr bwMode="auto">
            <a:xfrm>
              <a:off x="4076"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709" name="Line 870"/>
            <p:cNvSpPr>
              <a:spLocks noChangeShapeType="1"/>
            </p:cNvSpPr>
            <p:nvPr/>
          </p:nvSpPr>
          <p:spPr bwMode="auto">
            <a:xfrm>
              <a:off x="401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710" name="Line 871"/>
            <p:cNvSpPr>
              <a:spLocks noChangeShapeType="1"/>
            </p:cNvSpPr>
            <p:nvPr/>
          </p:nvSpPr>
          <p:spPr bwMode="auto">
            <a:xfrm>
              <a:off x="329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711" name="Line 872"/>
            <p:cNvSpPr>
              <a:spLocks noChangeShapeType="1"/>
            </p:cNvSpPr>
            <p:nvPr/>
          </p:nvSpPr>
          <p:spPr bwMode="auto">
            <a:xfrm flipH="1">
              <a:off x="3278" y="3947"/>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712" name="Rectangle 873"/>
            <p:cNvSpPr>
              <a:spLocks noChangeArrowheads="1"/>
            </p:cNvSpPr>
            <p:nvPr/>
          </p:nvSpPr>
          <p:spPr bwMode="auto">
            <a:xfrm>
              <a:off x="3349" y="3894"/>
              <a:ext cx="8"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3" name="Rectangle 874"/>
            <p:cNvSpPr>
              <a:spLocks noChangeArrowheads="1"/>
            </p:cNvSpPr>
            <p:nvPr/>
          </p:nvSpPr>
          <p:spPr bwMode="auto">
            <a:xfrm>
              <a:off x="3362" y="3889"/>
              <a:ext cx="9" cy="3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4" name="Rectangle 875"/>
            <p:cNvSpPr>
              <a:spLocks noChangeArrowheads="1"/>
            </p:cNvSpPr>
            <p:nvPr/>
          </p:nvSpPr>
          <p:spPr bwMode="auto">
            <a:xfrm>
              <a:off x="3415"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5" name="Rectangle 876"/>
            <p:cNvSpPr>
              <a:spLocks noChangeArrowheads="1"/>
            </p:cNvSpPr>
            <p:nvPr/>
          </p:nvSpPr>
          <p:spPr bwMode="auto">
            <a:xfrm>
              <a:off x="3426"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6" name="Rectangle 877"/>
            <p:cNvSpPr>
              <a:spLocks noChangeArrowheads="1"/>
            </p:cNvSpPr>
            <p:nvPr/>
          </p:nvSpPr>
          <p:spPr bwMode="auto">
            <a:xfrm>
              <a:off x="3446" y="3894"/>
              <a:ext cx="4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7" name="Rectangle 878"/>
            <p:cNvSpPr>
              <a:spLocks noChangeArrowheads="1"/>
            </p:cNvSpPr>
            <p:nvPr/>
          </p:nvSpPr>
          <p:spPr bwMode="auto">
            <a:xfrm>
              <a:off x="3495"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8" name="Rectangle 879"/>
            <p:cNvSpPr>
              <a:spLocks noChangeArrowheads="1"/>
            </p:cNvSpPr>
            <p:nvPr/>
          </p:nvSpPr>
          <p:spPr bwMode="auto">
            <a:xfrm>
              <a:off x="3514" y="3894"/>
              <a:ext cx="1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19" name="Rectangle 880"/>
            <p:cNvSpPr>
              <a:spLocks noChangeArrowheads="1"/>
            </p:cNvSpPr>
            <p:nvPr/>
          </p:nvSpPr>
          <p:spPr bwMode="auto">
            <a:xfrm>
              <a:off x="3545" y="3894"/>
              <a:ext cx="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20" name="Rectangle 881"/>
            <p:cNvSpPr>
              <a:spLocks noChangeArrowheads="1"/>
            </p:cNvSpPr>
            <p:nvPr/>
          </p:nvSpPr>
          <p:spPr bwMode="auto">
            <a:xfrm>
              <a:off x="3573" y="3894"/>
              <a:ext cx="4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21" name="Rectangle 882"/>
            <p:cNvSpPr>
              <a:spLocks noChangeArrowheads="1"/>
            </p:cNvSpPr>
            <p:nvPr/>
          </p:nvSpPr>
          <p:spPr bwMode="auto">
            <a:xfrm>
              <a:off x="3631"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22" name="Rectangle 883"/>
            <p:cNvSpPr>
              <a:spLocks noChangeArrowheads="1"/>
            </p:cNvSpPr>
            <p:nvPr/>
          </p:nvSpPr>
          <p:spPr bwMode="auto">
            <a:xfrm>
              <a:off x="3672" y="3894"/>
              <a:ext cx="1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23" name="Rectangle 884"/>
            <p:cNvSpPr>
              <a:spLocks noChangeArrowheads="1"/>
            </p:cNvSpPr>
            <p:nvPr/>
          </p:nvSpPr>
          <p:spPr bwMode="auto">
            <a:xfrm>
              <a:off x="3693"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24" name="Oval 885"/>
            <p:cNvSpPr>
              <a:spLocks noChangeArrowheads="1"/>
            </p:cNvSpPr>
            <p:nvPr/>
          </p:nvSpPr>
          <p:spPr bwMode="auto">
            <a:xfrm>
              <a:off x="3344"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25" name="Oval 886"/>
            <p:cNvSpPr>
              <a:spLocks noChangeArrowheads="1"/>
            </p:cNvSpPr>
            <p:nvPr/>
          </p:nvSpPr>
          <p:spPr bwMode="auto">
            <a:xfrm>
              <a:off x="3362" y="3881"/>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sz="1400"/>
            </a:p>
          </p:txBody>
        </p:sp>
        <p:sp>
          <p:nvSpPr>
            <p:cNvPr id="36726" name="Oval 887"/>
            <p:cNvSpPr>
              <a:spLocks noChangeArrowheads="1"/>
            </p:cNvSpPr>
            <p:nvPr/>
          </p:nvSpPr>
          <p:spPr bwMode="auto">
            <a:xfrm>
              <a:off x="3405" y="3876"/>
              <a:ext cx="20"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27" name="Oval 888"/>
            <p:cNvSpPr>
              <a:spLocks noChangeArrowheads="1"/>
            </p:cNvSpPr>
            <p:nvPr/>
          </p:nvSpPr>
          <p:spPr bwMode="auto">
            <a:xfrm>
              <a:off x="3421"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28" name="Oval 889"/>
            <p:cNvSpPr>
              <a:spLocks noChangeArrowheads="1"/>
            </p:cNvSpPr>
            <p:nvPr/>
          </p:nvSpPr>
          <p:spPr bwMode="auto">
            <a:xfrm>
              <a:off x="3446" y="3886"/>
              <a:ext cx="3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29" name="Oval 890"/>
            <p:cNvSpPr>
              <a:spLocks noChangeArrowheads="1"/>
            </p:cNvSpPr>
            <p:nvPr/>
          </p:nvSpPr>
          <p:spPr bwMode="auto">
            <a:xfrm>
              <a:off x="3495"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30" name="Oval 891"/>
            <p:cNvSpPr>
              <a:spLocks noChangeArrowheads="1"/>
            </p:cNvSpPr>
            <p:nvPr/>
          </p:nvSpPr>
          <p:spPr bwMode="auto">
            <a:xfrm>
              <a:off x="3514" y="3886"/>
              <a:ext cx="11"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31" name="Oval 892"/>
            <p:cNvSpPr>
              <a:spLocks noChangeArrowheads="1"/>
            </p:cNvSpPr>
            <p:nvPr/>
          </p:nvSpPr>
          <p:spPr bwMode="auto">
            <a:xfrm>
              <a:off x="3540"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32" name="Oval 893"/>
            <p:cNvSpPr>
              <a:spLocks noChangeArrowheads="1"/>
            </p:cNvSpPr>
            <p:nvPr/>
          </p:nvSpPr>
          <p:spPr bwMode="auto">
            <a:xfrm>
              <a:off x="3619"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33" name="Oval 894"/>
            <p:cNvSpPr>
              <a:spLocks noChangeArrowheads="1"/>
            </p:cNvSpPr>
            <p:nvPr/>
          </p:nvSpPr>
          <p:spPr bwMode="auto">
            <a:xfrm>
              <a:off x="3631"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34" name="Oval 895"/>
            <p:cNvSpPr>
              <a:spLocks noChangeArrowheads="1"/>
            </p:cNvSpPr>
            <p:nvPr/>
          </p:nvSpPr>
          <p:spPr bwMode="auto">
            <a:xfrm>
              <a:off x="3682" y="3876"/>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35" name="Oval 896"/>
            <p:cNvSpPr>
              <a:spLocks noChangeArrowheads="1"/>
            </p:cNvSpPr>
            <p:nvPr/>
          </p:nvSpPr>
          <p:spPr bwMode="auto">
            <a:xfrm>
              <a:off x="3693"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36" name="Line 897"/>
            <p:cNvSpPr>
              <a:spLocks noChangeShapeType="1"/>
            </p:cNvSpPr>
            <p:nvPr/>
          </p:nvSpPr>
          <p:spPr bwMode="auto">
            <a:xfrm>
              <a:off x="3278" y="384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6737" name="Group 898"/>
            <p:cNvGrpSpPr>
              <a:grpSpLocks/>
            </p:cNvGrpSpPr>
            <p:nvPr/>
          </p:nvGrpSpPr>
          <p:grpSpPr bwMode="auto">
            <a:xfrm>
              <a:off x="3349" y="3796"/>
              <a:ext cx="345" cy="20"/>
              <a:chOff x="3349" y="3796"/>
              <a:chExt cx="345" cy="20"/>
            </a:xfrm>
          </p:grpSpPr>
          <p:sp>
            <p:nvSpPr>
              <p:cNvPr id="36738" name="Rectangle 899"/>
              <p:cNvSpPr>
                <a:spLocks noChangeArrowheads="1"/>
              </p:cNvSpPr>
              <p:nvPr/>
            </p:nvSpPr>
            <p:spPr bwMode="auto">
              <a:xfrm>
                <a:off x="3349" y="3801"/>
                <a:ext cx="8"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39" name="Rectangle 900"/>
              <p:cNvSpPr>
                <a:spLocks noChangeArrowheads="1"/>
              </p:cNvSpPr>
              <p:nvPr/>
            </p:nvSpPr>
            <p:spPr bwMode="auto">
              <a:xfrm>
                <a:off x="3362" y="3796"/>
                <a:ext cx="8" cy="2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0" name="Rectangle 901"/>
              <p:cNvSpPr>
                <a:spLocks noChangeArrowheads="1"/>
              </p:cNvSpPr>
              <p:nvPr/>
            </p:nvSpPr>
            <p:spPr bwMode="auto">
              <a:xfrm>
                <a:off x="3415"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1" name="Rectangle 902"/>
              <p:cNvSpPr>
                <a:spLocks noChangeArrowheads="1"/>
              </p:cNvSpPr>
              <p:nvPr/>
            </p:nvSpPr>
            <p:spPr bwMode="auto">
              <a:xfrm>
                <a:off x="3426"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2" name="Rectangle 903"/>
              <p:cNvSpPr>
                <a:spLocks noChangeArrowheads="1"/>
              </p:cNvSpPr>
              <p:nvPr/>
            </p:nvSpPr>
            <p:spPr bwMode="auto">
              <a:xfrm>
                <a:off x="3446" y="3801"/>
                <a:ext cx="4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3" name="Rectangle 904"/>
              <p:cNvSpPr>
                <a:spLocks noChangeArrowheads="1"/>
              </p:cNvSpPr>
              <p:nvPr/>
            </p:nvSpPr>
            <p:spPr bwMode="auto">
              <a:xfrm>
                <a:off x="3495"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4" name="Rectangle 905"/>
              <p:cNvSpPr>
                <a:spLocks noChangeArrowheads="1"/>
              </p:cNvSpPr>
              <p:nvPr/>
            </p:nvSpPr>
            <p:spPr bwMode="auto">
              <a:xfrm>
                <a:off x="3514" y="3801"/>
                <a:ext cx="1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5" name="Rectangle 906"/>
              <p:cNvSpPr>
                <a:spLocks noChangeArrowheads="1"/>
              </p:cNvSpPr>
              <p:nvPr/>
            </p:nvSpPr>
            <p:spPr bwMode="auto">
              <a:xfrm>
                <a:off x="3545" y="3801"/>
                <a:ext cx="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6" name="Rectangle 907"/>
              <p:cNvSpPr>
                <a:spLocks noChangeArrowheads="1"/>
              </p:cNvSpPr>
              <p:nvPr/>
            </p:nvSpPr>
            <p:spPr bwMode="auto">
              <a:xfrm>
                <a:off x="3573" y="3801"/>
                <a:ext cx="4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7" name="Rectangle 908"/>
              <p:cNvSpPr>
                <a:spLocks noChangeArrowheads="1"/>
              </p:cNvSpPr>
              <p:nvPr/>
            </p:nvSpPr>
            <p:spPr bwMode="auto">
              <a:xfrm>
                <a:off x="3631"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8" name="Rectangle 909"/>
              <p:cNvSpPr>
                <a:spLocks noChangeArrowheads="1"/>
              </p:cNvSpPr>
              <p:nvPr/>
            </p:nvSpPr>
            <p:spPr bwMode="auto">
              <a:xfrm>
                <a:off x="3672" y="3801"/>
                <a:ext cx="1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49" name="Rectangle 910"/>
              <p:cNvSpPr>
                <a:spLocks noChangeArrowheads="1"/>
              </p:cNvSpPr>
              <p:nvPr/>
            </p:nvSpPr>
            <p:spPr bwMode="auto">
              <a:xfrm>
                <a:off x="3693"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grpSp>
        <p:sp>
          <p:nvSpPr>
            <p:cNvPr id="36750" name="Oval 911"/>
            <p:cNvSpPr>
              <a:spLocks noChangeArrowheads="1"/>
            </p:cNvSpPr>
            <p:nvPr/>
          </p:nvSpPr>
          <p:spPr bwMode="auto">
            <a:xfrm>
              <a:off x="3344"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51" name="Oval 912"/>
            <p:cNvSpPr>
              <a:spLocks noChangeArrowheads="1"/>
            </p:cNvSpPr>
            <p:nvPr/>
          </p:nvSpPr>
          <p:spPr bwMode="auto">
            <a:xfrm>
              <a:off x="3362"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52" name="Oval 913"/>
            <p:cNvSpPr>
              <a:spLocks noChangeArrowheads="1"/>
            </p:cNvSpPr>
            <p:nvPr/>
          </p:nvSpPr>
          <p:spPr bwMode="auto">
            <a:xfrm>
              <a:off x="341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53" name="Oval 914"/>
            <p:cNvSpPr>
              <a:spLocks noChangeArrowheads="1"/>
            </p:cNvSpPr>
            <p:nvPr/>
          </p:nvSpPr>
          <p:spPr bwMode="auto">
            <a:xfrm>
              <a:off x="3421"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54" name="Oval 915"/>
            <p:cNvSpPr>
              <a:spLocks noChangeArrowheads="1"/>
            </p:cNvSpPr>
            <p:nvPr/>
          </p:nvSpPr>
          <p:spPr bwMode="auto">
            <a:xfrm>
              <a:off x="3436" y="3768"/>
              <a:ext cx="49"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55" name="Oval 916"/>
            <p:cNvSpPr>
              <a:spLocks noChangeArrowheads="1"/>
            </p:cNvSpPr>
            <p:nvPr/>
          </p:nvSpPr>
          <p:spPr bwMode="auto">
            <a:xfrm>
              <a:off x="3484" y="3768"/>
              <a:ext cx="22"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56" name="Oval 917"/>
            <p:cNvSpPr>
              <a:spLocks noChangeArrowheads="1"/>
            </p:cNvSpPr>
            <p:nvPr/>
          </p:nvSpPr>
          <p:spPr bwMode="auto">
            <a:xfrm>
              <a:off x="3505" y="3768"/>
              <a:ext cx="31"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57" name="Oval 918"/>
            <p:cNvSpPr>
              <a:spLocks noChangeArrowheads="1"/>
            </p:cNvSpPr>
            <p:nvPr/>
          </p:nvSpPr>
          <p:spPr bwMode="auto">
            <a:xfrm>
              <a:off x="354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58" name="Oval 919"/>
            <p:cNvSpPr>
              <a:spLocks noChangeArrowheads="1"/>
            </p:cNvSpPr>
            <p:nvPr/>
          </p:nvSpPr>
          <p:spPr bwMode="auto">
            <a:xfrm>
              <a:off x="3619" y="3773"/>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sz="1400"/>
            </a:p>
          </p:txBody>
        </p:sp>
        <p:sp>
          <p:nvSpPr>
            <p:cNvPr id="36759" name="Oval 920"/>
            <p:cNvSpPr>
              <a:spLocks noChangeArrowheads="1"/>
            </p:cNvSpPr>
            <p:nvPr/>
          </p:nvSpPr>
          <p:spPr bwMode="auto">
            <a:xfrm>
              <a:off x="3631"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60" name="Oval 921"/>
            <p:cNvSpPr>
              <a:spLocks noChangeArrowheads="1"/>
            </p:cNvSpPr>
            <p:nvPr/>
          </p:nvSpPr>
          <p:spPr bwMode="auto">
            <a:xfrm>
              <a:off x="3682" y="3768"/>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61" name="Oval 922"/>
            <p:cNvSpPr>
              <a:spLocks noChangeArrowheads="1"/>
            </p:cNvSpPr>
            <p:nvPr/>
          </p:nvSpPr>
          <p:spPr bwMode="auto">
            <a:xfrm>
              <a:off x="3693"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62" name="Line 923"/>
            <p:cNvSpPr>
              <a:spLocks noChangeShapeType="1"/>
            </p:cNvSpPr>
            <p:nvPr/>
          </p:nvSpPr>
          <p:spPr bwMode="auto">
            <a:xfrm>
              <a:off x="3278" y="3768"/>
              <a:ext cx="798" cy="1"/>
            </a:xfrm>
            <a:prstGeom prst="line">
              <a:avLst/>
            </a:prstGeom>
            <a:noFill/>
            <a:ln w="15875">
              <a:solidFill>
                <a:srgbClr val="0054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6763" name="Group 924"/>
            <p:cNvGrpSpPr>
              <a:grpSpLocks/>
            </p:cNvGrpSpPr>
            <p:nvPr/>
          </p:nvGrpSpPr>
          <p:grpSpPr bwMode="auto">
            <a:xfrm>
              <a:off x="3349" y="3725"/>
              <a:ext cx="345" cy="14"/>
              <a:chOff x="3349" y="3725"/>
              <a:chExt cx="345" cy="14"/>
            </a:xfrm>
          </p:grpSpPr>
          <p:sp>
            <p:nvSpPr>
              <p:cNvPr id="36764" name="Rectangle 925"/>
              <p:cNvSpPr>
                <a:spLocks noChangeArrowheads="1"/>
              </p:cNvSpPr>
              <p:nvPr/>
            </p:nvSpPr>
            <p:spPr bwMode="auto">
              <a:xfrm>
                <a:off x="3349" y="3730"/>
                <a:ext cx="8"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65" name="Rectangle 926"/>
              <p:cNvSpPr>
                <a:spLocks noChangeArrowheads="1"/>
              </p:cNvSpPr>
              <p:nvPr/>
            </p:nvSpPr>
            <p:spPr bwMode="auto">
              <a:xfrm>
                <a:off x="3362" y="3725"/>
                <a:ext cx="8" cy="1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66" name="Rectangle 927"/>
              <p:cNvSpPr>
                <a:spLocks noChangeArrowheads="1"/>
              </p:cNvSpPr>
              <p:nvPr/>
            </p:nvSpPr>
            <p:spPr bwMode="auto">
              <a:xfrm>
                <a:off x="3415"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67" name="Rectangle 928"/>
              <p:cNvSpPr>
                <a:spLocks noChangeArrowheads="1"/>
              </p:cNvSpPr>
              <p:nvPr/>
            </p:nvSpPr>
            <p:spPr bwMode="auto">
              <a:xfrm>
                <a:off x="3426"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68" name="Rectangle 929"/>
              <p:cNvSpPr>
                <a:spLocks noChangeArrowheads="1"/>
              </p:cNvSpPr>
              <p:nvPr/>
            </p:nvSpPr>
            <p:spPr bwMode="auto">
              <a:xfrm>
                <a:off x="3446" y="3730"/>
                <a:ext cx="4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69" name="Rectangle 930"/>
              <p:cNvSpPr>
                <a:spLocks noChangeArrowheads="1"/>
              </p:cNvSpPr>
              <p:nvPr/>
            </p:nvSpPr>
            <p:spPr bwMode="auto">
              <a:xfrm>
                <a:off x="3495"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70" name="Rectangle 931"/>
              <p:cNvSpPr>
                <a:spLocks noChangeArrowheads="1"/>
              </p:cNvSpPr>
              <p:nvPr/>
            </p:nvSpPr>
            <p:spPr bwMode="auto">
              <a:xfrm>
                <a:off x="3514" y="3730"/>
                <a:ext cx="1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71" name="Rectangle 932"/>
              <p:cNvSpPr>
                <a:spLocks noChangeArrowheads="1"/>
              </p:cNvSpPr>
              <p:nvPr/>
            </p:nvSpPr>
            <p:spPr bwMode="auto">
              <a:xfrm>
                <a:off x="3545" y="3730"/>
                <a:ext cx="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72" name="Rectangle 933"/>
              <p:cNvSpPr>
                <a:spLocks noChangeArrowheads="1"/>
              </p:cNvSpPr>
              <p:nvPr/>
            </p:nvSpPr>
            <p:spPr bwMode="auto">
              <a:xfrm>
                <a:off x="3573" y="3730"/>
                <a:ext cx="4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73" name="Rectangle 934"/>
              <p:cNvSpPr>
                <a:spLocks noChangeArrowheads="1"/>
              </p:cNvSpPr>
              <p:nvPr/>
            </p:nvSpPr>
            <p:spPr bwMode="auto">
              <a:xfrm>
                <a:off x="3631"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74" name="Rectangle 935"/>
              <p:cNvSpPr>
                <a:spLocks noChangeArrowheads="1"/>
              </p:cNvSpPr>
              <p:nvPr/>
            </p:nvSpPr>
            <p:spPr bwMode="auto">
              <a:xfrm>
                <a:off x="3672" y="3730"/>
                <a:ext cx="1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75" name="Rectangle 936"/>
              <p:cNvSpPr>
                <a:spLocks noChangeArrowheads="1"/>
              </p:cNvSpPr>
              <p:nvPr/>
            </p:nvSpPr>
            <p:spPr bwMode="auto">
              <a:xfrm>
                <a:off x="3693"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grpSp>
        <p:sp>
          <p:nvSpPr>
            <p:cNvPr id="36776" name="Oval 937"/>
            <p:cNvSpPr>
              <a:spLocks noChangeArrowheads="1"/>
            </p:cNvSpPr>
            <p:nvPr/>
          </p:nvSpPr>
          <p:spPr bwMode="auto">
            <a:xfrm>
              <a:off x="3344"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77" name="Oval 938"/>
            <p:cNvSpPr>
              <a:spLocks noChangeArrowheads="1"/>
            </p:cNvSpPr>
            <p:nvPr/>
          </p:nvSpPr>
          <p:spPr bwMode="auto">
            <a:xfrm>
              <a:off x="3362"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78" name="Oval 939"/>
            <p:cNvSpPr>
              <a:spLocks noChangeArrowheads="1"/>
            </p:cNvSpPr>
            <p:nvPr/>
          </p:nvSpPr>
          <p:spPr bwMode="auto">
            <a:xfrm>
              <a:off x="341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79" name="Oval 940"/>
            <p:cNvSpPr>
              <a:spLocks noChangeArrowheads="1"/>
            </p:cNvSpPr>
            <p:nvPr/>
          </p:nvSpPr>
          <p:spPr bwMode="auto">
            <a:xfrm>
              <a:off x="3421"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0" name="Oval 941"/>
            <p:cNvSpPr>
              <a:spLocks noChangeArrowheads="1"/>
            </p:cNvSpPr>
            <p:nvPr/>
          </p:nvSpPr>
          <p:spPr bwMode="auto">
            <a:xfrm>
              <a:off x="3446" y="3677"/>
              <a:ext cx="3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1" name="Oval 942"/>
            <p:cNvSpPr>
              <a:spLocks noChangeArrowheads="1"/>
            </p:cNvSpPr>
            <p:nvPr/>
          </p:nvSpPr>
          <p:spPr bwMode="auto">
            <a:xfrm>
              <a:off x="3495"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2" name="Oval 943"/>
            <p:cNvSpPr>
              <a:spLocks noChangeArrowheads="1"/>
            </p:cNvSpPr>
            <p:nvPr/>
          </p:nvSpPr>
          <p:spPr bwMode="auto">
            <a:xfrm>
              <a:off x="3505" y="3666"/>
              <a:ext cx="31" cy="49"/>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83" name="Oval 944"/>
            <p:cNvSpPr>
              <a:spLocks noChangeArrowheads="1"/>
            </p:cNvSpPr>
            <p:nvPr/>
          </p:nvSpPr>
          <p:spPr bwMode="auto">
            <a:xfrm>
              <a:off x="354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4" name="Oval 945"/>
            <p:cNvSpPr>
              <a:spLocks noChangeArrowheads="1"/>
            </p:cNvSpPr>
            <p:nvPr/>
          </p:nvSpPr>
          <p:spPr bwMode="auto">
            <a:xfrm>
              <a:off x="3619"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5" name="Oval 946"/>
            <p:cNvSpPr>
              <a:spLocks noChangeArrowheads="1"/>
            </p:cNvSpPr>
            <p:nvPr/>
          </p:nvSpPr>
          <p:spPr bwMode="auto">
            <a:xfrm>
              <a:off x="3631"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6" name="Oval 947"/>
            <p:cNvSpPr>
              <a:spLocks noChangeArrowheads="1"/>
            </p:cNvSpPr>
            <p:nvPr/>
          </p:nvSpPr>
          <p:spPr bwMode="auto">
            <a:xfrm>
              <a:off x="3682" y="3666"/>
              <a:ext cx="21" cy="49"/>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sz="1400"/>
            </a:p>
          </p:txBody>
        </p:sp>
        <p:sp>
          <p:nvSpPr>
            <p:cNvPr id="36787" name="Oval 948"/>
            <p:cNvSpPr>
              <a:spLocks noChangeArrowheads="1"/>
            </p:cNvSpPr>
            <p:nvPr/>
          </p:nvSpPr>
          <p:spPr bwMode="auto">
            <a:xfrm>
              <a:off x="3693"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88" name="Line 949"/>
            <p:cNvSpPr>
              <a:spLocks noChangeShapeType="1"/>
            </p:cNvSpPr>
            <p:nvPr/>
          </p:nvSpPr>
          <p:spPr bwMode="auto">
            <a:xfrm>
              <a:off x="3278" y="366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6789" name="Rectangle 950"/>
            <p:cNvSpPr>
              <a:spLocks noChangeArrowheads="1"/>
            </p:cNvSpPr>
            <p:nvPr/>
          </p:nvSpPr>
          <p:spPr bwMode="auto">
            <a:xfrm>
              <a:off x="4028" y="3691"/>
              <a:ext cx="30"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790" name="Rectangle 951"/>
            <p:cNvSpPr>
              <a:spLocks noChangeArrowheads="1"/>
            </p:cNvSpPr>
            <p:nvPr/>
          </p:nvSpPr>
          <p:spPr bwMode="auto">
            <a:xfrm>
              <a:off x="4028" y="3778"/>
              <a:ext cx="30" cy="11"/>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791" name="Rectangle 952"/>
            <p:cNvSpPr>
              <a:spLocks noChangeArrowheads="1"/>
            </p:cNvSpPr>
            <p:nvPr/>
          </p:nvSpPr>
          <p:spPr bwMode="auto">
            <a:xfrm>
              <a:off x="4028" y="3894"/>
              <a:ext cx="30"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792" name="Rectangle 953"/>
            <p:cNvSpPr>
              <a:spLocks noChangeArrowheads="1"/>
            </p:cNvSpPr>
            <p:nvPr/>
          </p:nvSpPr>
          <p:spPr bwMode="auto">
            <a:xfrm>
              <a:off x="3307" y="3691"/>
              <a:ext cx="22"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793" name="Rectangle 954"/>
            <p:cNvSpPr>
              <a:spLocks noChangeArrowheads="1"/>
            </p:cNvSpPr>
            <p:nvPr/>
          </p:nvSpPr>
          <p:spPr bwMode="auto">
            <a:xfrm>
              <a:off x="3307" y="3778"/>
              <a:ext cx="22" cy="3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794" name="Rectangle 955"/>
            <p:cNvSpPr>
              <a:spLocks noChangeArrowheads="1"/>
            </p:cNvSpPr>
            <p:nvPr/>
          </p:nvSpPr>
          <p:spPr bwMode="auto">
            <a:xfrm>
              <a:off x="3307" y="3894"/>
              <a:ext cx="22"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sz="1400"/>
            </a:p>
          </p:txBody>
        </p:sp>
        <p:sp>
          <p:nvSpPr>
            <p:cNvPr id="36795" name="Rectangle 956"/>
            <p:cNvSpPr>
              <a:spLocks noChangeArrowheads="1"/>
            </p:cNvSpPr>
            <p:nvPr/>
          </p:nvSpPr>
          <p:spPr bwMode="auto">
            <a:xfrm>
              <a:off x="3362" y="3953"/>
              <a:ext cx="9" cy="4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96" name="Rectangle 957"/>
            <p:cNvSpPr>
              <a:spLocks noChangeArrowheads="1"/>
            </p:cNvSpPr>
            <p:nvPr/>
          </p:nvSpPr>
          <p:spPr bwMode="auto">
            <a:xfrm>
              <a:off x="3475" y="3958"/>
              <a:ext cx="11" cy="3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sz="1400"/>
            </a:p>
          </p:txBody>
        </p:sp>
        <p:sp>
          <p:nvSpPr>
            <p:cNvPr id="36797" name="Oval 958"/>
            <p:cNvSpPr>
              <a:spLocks noChangeArrowheads="1"/>
            </p:cNvSpPr>
            <p:nvPr/>
          </p:nvSpPr>
          <p:spPr bwMode="auto">
            <a:xfrm>
              <a:off x="3410" y="3953"/>
              <a:ext cx="9" cy="36"/>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sp>
          <p:nvSpPr>
            <p:cNvPr id="36798" name="Oval 959"/>
            <p:cNvSpPr>
              <a:spLocks noChangeArrowheads="1"/>
            </p:cNvSpPr>
            <p:nvPr/>
          </p:nvSpPr>
          <p:spPr bwMode="auto">
            <a:xfrm>
              <a:off x="3495" y="3958"/>
              <a:ext cx="0" cy="26"/>
            </a:xfrm>
            <a:prstGeom prst="ellipse">
              <a:avLst/>
            </a:prstGeom>
            <a:solidFill>
              <a:srgbClr val="005400"/>
            </a:solidFill>
            <a:ln w="15875">
              <a:solidFill>
                <a:srgbClr val="005400"/>
              </a:solidFill>
              <a:round/>
              <a:headEnd/>
              <a:tailEnd/>
            </a:ln>
          </p:spPr>
          <p:txBody>
            <a:bodyPr/>
            <a:lstStyle/>
            <a:p>
              <a:pPr algn="ctr" eaLnBrk="0" hangingPunct="0"/>
              <a:endParaRPr lang="zh-CN" altLang="en-US" sz="1400"/>
            </a:p>
          </p:txBody>
        </p:sp>
      </p:grpSp>
    </p:spTree>
    <p:extLst>
      <p:ext uri="{BB962C8B-B14F-4D97-AF65-F5344CB8AC3E}">
        <p14:creationId xmlns:p14="http://schemas.microsoft.com/office/powerpoint/2010/main" val="18850688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496723"/>
                                        </p:tgtEl>
                                        <p:attrNameLst>
                                          <p:attrName>style.visibility</p:attrName>
                                        </p:attrNameLst>
                                      </p:cBhvr>
                                      <p:to>
                                        <p:strVal val="visible"/>
                                      </p:to>
                                    </p:set>
                                    <p:animEffect transition="in" filter="wipe(down)">
                                      <p:cBhvr>
                                        <p:cTn id="11" dur="500"/>
                                        <p:tgtEl>
                                          <p:spTgt spid="49672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96726"/>
                                        </p:tgtEl>
                                        <p:attrNameLst>
                                          <p:attrName>style.visibility</p:attrName>
                                        </p:attrNameLst>
                                      </p:cBhvr>
                                      <p:to>
                                        <p:strVal val="visible"/>
                                      </p:to>
                                    </p:set>
                                    <p:animEffect transition="in" filter="wipe(up)">
                                      <p:cBhvr>
                                        <p:cTn id="15" dur="500"/>
                                        <p:tgtEl>
                                          <p:spTgt spid="496726"/>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96724"/>
                                        </p:tgtEl>
                                        <p:attrNameLst>
                                          <p:attrName>style.visibility</p:attrName>
                                        </p:attrNameLst>
                                      </p:cBhvr>
                                      <p:to>
                                        <p:strVal val="visible"/>
                                      </p:to>
                                    </p:set>
                                    <p:animEffect transition="in" filter="wipe(left)">
                                      <p:cBhvr>
                                        <p:cTn id="19" dur="500"/>
                                        <p:tgtEl>
                                          <p:spTgt spid="496724"/>
                                        </p:tgtEl>
                                      </p:cBhvr>
                                    </p:animEffect>
                                  </p:childTnLst>
                                </p:cTn>
                              </p:par>
                            </p:childTnLst>
                          </p:cTn>
                        </p:par>
                        <p:par>
                          <p:cTn id="20" fill="hold" nodeType="afterGroup">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40991"/>
                                        </p:tgtEl>
                                        <p:attrNameLst>
                                          <p:attrName>style.visibility</p:attrName>
                                        </p:attrNameLst>
                                      </p:cBhvr>
                                      <p:to>
                                        <p:strVal val="visible"/>
                                      </p:to>
                                    </p:set>
                                    <p:animEffect transition="in" filter="slide(fromLeft)">
                                      <p:cBhvr>
                                        <p:cTn id="23" dur="500"/>
                                        <p:tgtEl>
                                          <p:spTgt spid="40991"/>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496716"/>
                                        </p:tgtEl>
                                        <p:attrNameLst>
                                          <p:attrName>style.visibility</p:attrName>
                                        </p:attrNameLst>
                                      </p:cBhvr>
                                      <p:to>
                                        <p:strVal val="visible"/>
                                      </p:to>
                                    </p:set>
                                    <p:animEffect transition="in" filter="wipe(left)">
                                      <p:cBhvr>
                                        <p:cTn id="27" dur="500"/>
                                        <p:tgtEl>
                                          <p:spTgt spid="4967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496743"/>
                                        </p:tgtEl>
                                        <p:attrNameLst>
                                          <p:attrName>style.visibility</p:attrName>
                                        </p:attrNameLst>
                                      </p:cBhvr>
                                      <p:to>
                                        <p:strVal val="visible"/>
                                      </p:to>
                                    </p:set>
                                    <p:animEffect transition="in" filter="wipe(down)">
                                      <p:cBhvr>
                                        <p:cTn id="32" dur="500"/>
                                        <p:tgtEl>
                                          <p:spTgt spid="496743"/>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496744"/>
                                        </p:tgtEl>
                                        <p:attrNameLst>
                                          <p:attrName>style.visibility</p:attrName>
                                        </p:attrNameLst>
                                      </p:cBhvr>
                                      <p:to>
                                        <p:strVal val="visible"/>
                                      </p:to>
                                    </p:set>
                                    <p:animEffect transition="in" filter="wipe(left)">
                                      <p:cBhvr>
                                        <p:cTn id="36" dur="500"/>
                                        <p:tgtEl>
                                          <p:spTgt spid="496744"/>
                                        </p:tgtEl>
                                      </p:cBhvr>
                                    </p:animEffect>
                                  </p:childTnLst>
                                </p:cTn>
                              </p:par>
                            </p:childTnLst>
                          </p:cTn>
                        </p:par>
                        <p:par>
                          <p:cTn id="37" fill="hold" nodeType="afterGroup">
                            <p:stCondLst>
                              <p:cond delay="1000"/>
                            </p:stCondLst>
                            <p:childTnLst>
                              <p:par>
                                <p:cTn id="38" presetID="12" presetClass="entr" presetSubtype="8" fill="hold" grpId="0" nodeType="afterEffect">
                                  <p:stCondLst>
                                    <p:cond delay="0"/>
                                  </p:stCondLst>
                                  <p:childTnLst>
                                    <p:set>
                                      <p:cBhvr>
                                        <p:cTn id="39" dur="1" fill="hold">
                                          <p:stCondLst>
                                            <p:cond delay="0"/>
                                          </p:stCondLst>
                                        </p:cTn>
                                        <p:tgtEl>
                                          <p:spTgt spid="496728"/>
                                        </p:tgtEl>
                                        <p:attrNameLst>
                                          <p:attrName>style.visibility</p:attrName>
                                        </p:attrNameLst>
                                      </p:cBhvr>
                                      <p:to>
                                        <p:strVal val="visible"/>
                                      </p:to>
                                    </p:set>
                                    <p:animEffect transition="in" filter="slide(fromLeft)">
                                      <p:cBhvr>
                                        <p:cTn id="40" dur="500"/>
                                        <p:tgtEl>
                                          <p:spTgt spid="496728"/>
                                        </p:tgtEl>
                                      </p:cBhvr>
                                    </p:animEffect>
                                  </p:childTnLst>
                                </p:cTn>
                              </p:par>
                            </p:childTnLst>
                          </p:cTn>
                        </p:par>
                        <p:par>
                          <p:cTn id="41" fill="hold" nodeType="afterGroup">
                            <p:stCondLst>
                              <p:cond delay="1500"/>
                            </p:stCondLst>
                            <p:childTnLst>
                              <p:par>
                                <p:cTn id="42" presetID="12" presetClass="entr" presetSubtype="2" fill="hold" grpId="0" nodeType="afterEffect">
                                  <p:stCondLst>
                                    <p:cond delay="0"/>
                                  </p:stCondLst>
                                  <p:childTnLst>
                                    <p:set>
                                      <p:cBhvr>
                                        <p:cTn id="43" dur="1" fill="hold">
                                          <p:stCondLst>
                                            <p:cond delay="0"/>
                                          </p:stCondLst>
                                        </p:cTn>
                                        <p:tgtEl>
                                          <p:spTgt spid="496733"/>
                                        </p:tgtEl>
                                        <p:attrNameLst>
                                          <p:attrName>style.visibility</p:attrName>
                                        </p:attrNameLst>
                                      </p:cBhvr>
                                      <p:to>
                                        <p:strVal val="visible"/>
                                      </p:to>
                                    </p:set>
                                    <p:animEffect transition="in" filter="slide(fromRight)">
                                      <p:cBhvr>
                                        <p:cTn id="44" dur="500"/>
                                        <p:tgtEl>
                                          <p:spTgt spid="496733"/>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496732"/>
                                        </p:tgtEl>
                                        <p:attrNameLst>
                                          <p:attrName>style.visibility</p:attrName>
                                        </p:attrNameLst>
                                      </p:cBhvr>
                                      <p:to>
                                        <p:strVal val="visible"/>
                                      </p:to>
                                    </p:set>
                                    <p:animEffect transition="in" filter="wipe(left)">
                                      <p:cBhvr>
                                        <p:cTn id="48" dur="500"/>
                                        <p:tgtEl>
                                          <p:spTgt spid="496732"/>
                                        </p:tgtEl>
                                      </p:cBhvr>
                                    </p:animEffect>
                                  </p:childTnLst>
                                </p:cTn>
                              </p:par>
                            </p:childTnLst>
                          </p:cTn>
                        </p:par>
                        <p:par>
                          <p:cTn id="49" fill="hold" nodeType="afterGroup">
                            <p:stCondLst>
                              <p:cond delay="2500"/>
                            </p:stCondLst>
                            <p:childTnLst>
                              <p:par>
                                <p:cTn id="50" presetID="12" presetClass="entr" presetSubtype="8" fill="hold" grpId="0" nodeType="afterEffect">
                                  <p:stCondLst>
                                    <p:cond delay="0"/>
                                  </p:stCondLst>
                                  <p:childTnLst>
                                    <p:set>
                                      <p:cBhvr>
                                        <p:cTn id="51" dur="1" fill="hold">
                                          <p:stCondLst>
                                            <p:cond delay="0"/>
                                          </p:stCondLst>
                                        </p:cTn>
                                        <p:tgtEl>
                                          <p:spTgt spid="496734"/>
                                        </p:tgtEl>
                                        <p:attrNameLst>
                                          <p:attrName>style.visibility</p:attrName>
                                        </p:attrNameLst>
                                      </p:cBhvr>
                                      <p:to>
                                        <p:strVal val="visible"/>
                                      </p:to>
                                    </p:set>
                                    <p:animEffect transition="in" filter="slide(fromLeft)">
                                      <p:cBhvr>
                                        <p:cTn id="52" dur="500"/>
                                        <p:tgtEl>
                                          <p:spTgt spid="496734"/>
                                        </p:tgtEl>
                                      </p:cBhvr>
                                    </p:animEffect>
                                  </p:childTnLst>
                                </p:cTn>
                              </p:par>
                            </p:childTnLst>
                          </p:cTn>
                        </p:par>
                        <p:par>
                          <p:cTn id="53" fill="hold" nodeType="afterGroup">
                            <p:stCondLst>
                              <p:cond delay="3000"/>
                            </p:stCondLst>
                            <p:childTnLst>
                              <p:par>
                                <p:cTn id="54" presetID="22" presetClass="entr" presetSubtype="8" fill="hold" nodeType="afterEffect">
                                  <p:stCondLst>
                                    <p:cond delay="0"/>
                                  </p:stCondLst>
                                  <p:childTnLst>
                                    <p:set>
                                      <p:cBhvr>
                                        <p:cTn id="55" dur="1" fill="hold">
                                          <p:stCondLst>
                                            <p:cond delay="0"/>
                                          </p:stCondLst>
                                        </p:cTn>
                                        <p:tgtEl>
                                          <p:spTgt spid="496738"/>
                                        </p:tgtEl>
                                        <p:attrNameLst>
                                          <p:attrName>style.visibility</p:attrName>
                                        </p:attrNameLst>
                                      </p:cBhvr>
                                      <p:to>
                                        <p:strVal val="visible"/>
                                      </p:to>
                                    </p:set>
                                    <p:animEffect transition="in" filter="wipe(left)">
                                      <p:cBhvr>
                                        <p:cTn id="56" dur="500"/>
                                        <p:tgtEl>
                                          <p:spTgt spid="496738"/>
                                        </p:tgtEl>
                                      </p:cBhvr>
                                    </p:animEffect>
                                  </p:childTnLst>
                                </p:cTn>
                              </p:par>
                            </p:childTnLst>
                          </p:cTn>
                        </p:par>
                        <p:par>
                          <p:cTn id="57" fill="hold" nodeType="afterGroup">
                            <p:stCondLst>
                              <p:cond delay="3500"/>
                            </p:stCondLst>
                            <p:childTnLst>
                              <p:par>
                                <p:cTn id="58" presetID="22" presetClass="entr" presetSubtype="8" fill="hold" nodeType="afterEffect">
                                  <p:stCondLst>
                                    <p:cond delay="0"/>
                                  </p:stCondLst>
                                  <p:childTnLst>
                                    <p:set>
                                      <p:cBhvr>
                                        <p:cTn id="59" dur="1" fill="hold">
                                          <p:stCondLst>
                                            <p:cond delay="0"/>
                                          </p:stCondLst>
                                        </p:cTn>
                                        <p:tgtEl>
                                          <p:spTgt spid="496745"/>
                                        </p:tgtEl>
                                        <p:attrNameLst>
                                          <p:attrName>style.visibility</p:attrName>
                                        </p:attrNameLst>
                                      </p:cBhvr>
                                      <p:to>
                                        <p:strVal val="visible"/>
                                      </p:to>
                                    </p:set>
                                    <p:animEffect transition="in" filter="wipe(left)">
                                      <p:cBhvr>
                                        <p:cTn id="60" dur="500"/>
                                        <p:tgtEl>
                                          <p:spTgt spid="496745"/>
                                        </p:tgtEl>
                                      </p:cBhvr>
                                    </p:animEffect>
                                  </p:childTnLst>
                                </p:cTn>
                              </p:par>
                            </p:childTnLst>
                          </p:cTn>
                        </p:par>
                        <p:par>
                          <p:cTn id="61" fill="hold" nodeType="afterGroup">
                            <p:stCondLst>
                              <p:cond delay="4000"/>
                            </p:stCondLst>
                            <p:childTnLst>
                              <p:par>
                                <p:cTn id="62" presetID="12" presetClass="entr" presetSubtype="8" fill="hold" grpId="0" nodeType="afterEffect">
                                  <p:stCondLst>
                                    <p:cond delay="0"/>
                                  </p:stCondLst>
                                  <p:childTnLst>
                                    <p:set>
                                      <p:cBhvr>
                                        <p:cTn id="63" dur="1" fill="hold">
                                          <p:stCondLst>
                                            <p:cond delay="0"/>
                                          </p:stCondLst>
                                        </p:cTn>
                                        <p:tgtEl>
                                          <p:spTgt spid="496735"/>
                                        </p:tgtEl>
                                        <p:attrNameLst>
                                          <p:attrName>style.visibility</p:attrName>
                                        </p:attrNameLst>
                                      </p:cBhvr>
                                      <p:to>
                                        <p:strVal val="visible"/>
                                      </p:to>
                                    </p:set>
                                    <p:animEffect transition="in" filter="slide(fromLeft)">
                                      <p:cBhvr>
                                        <p:cTn id="64" dur="500"/>
                                        <p:tgtEl>
                                          <p:spTgt spid="496735"/>
                                        </p:tgtEl>
                                      </p:cBhvr>
                                    </p:animEffect>
                                  </p:childTnLst>
                                </p:cTn>
                              </p:par>
                            </p:childTnLst>
                          </p:cTn>
                        </p:par>
                        <p:par>
                          <p:cTn id="65" fill="hold" nodeType="afterGroup">
                            <p:stCondLst>
                              <p:cond delay="4500"/>
                            </p:stCondLst>
                            <p:childTnLst>
                              <p:par>
                                <p:cTn id="66" presetID="12" presetClass="entr" presetSubtype="8" fill="hold" grpId="0" nodeType="afterEffect">
                                  <p:stCondLst>
                                    <p:cond delay="0"/>
                                  </p:stCondLst>
                                  <p:childTnLst>
                                    <p:set>
                                      <p:cBhvr>
                                        <p:cTn id="67" dur="1" fill="hold">
                                          <p:stCondLst>
                                            <p:cond delay="0"/>
                                          </p:stCondLst>
                                        </p:cTn>
                                        <p:tgtEl>
                                          <p:spTgt spid="496742"/>
                                        </p:tgtEl>
                                        <p:attrNameLst>
                                          <p:attrName>style.visibility</p:attrName>
                                        </p:attrNameLst>
                                      </p:cBhvr>
                                      <p:to>
                                        <p:strVal val="visible"/>
                                      </p:to>
                                    </p:set>
                                    <p:animEffect transition="in" filter="slide(fromLeft)">
                                      <p:cBhvr>
                                        <p:cTn id="68" dur="500"/>
                                        <p:tgtEl>
                                          <p:spTgt spid="496742"/>
                                        </p:tgtEl>
                                      </p:cBhvr>
                                    </p:animEffect>
                                  </p:childTnLst>
                                </p:cTn>
                              </p:par>
                            </p:childTnLst>
                          </p:cTn>
                        </p:par>
                        <p:par>
                          <p:cTn id="69" fill="hold" nodeType="afterGroup">
                            <p:stCondLst>
                              <p:cond delay="5000"/>
                            </p:stCondLst>
                            <p:childTnLst>
                              <p:par>
                                <p:cTn id="70" presetID="22" presetClass="entr" presetSubtype="8" fill="hold" nodeType="afterEffect">
                                  <p:stCondLst>
                                    <p:cond delay="0"/>
                                  </p:stCondLst>
                                  <p:childTnLst>
                                    <p:set>
                                      <p:cBhvr>
                                        <p:cTn id="71" dur="1" fill="hold">
                                          <p:stCondLst>
                                            <p:cond delay="0"/>
                                          </p:stCondLst>
                                        </p:cTn>
                                        <p:tgtEl>
                                          <p:spTgt spid="496736"/>
                                        </p:tgtEl>
                                        <p:attrNameLst>
                                          <p:attrName>style.visibility</p:attrName>
                                        </p:attrNameLst>
                                      </p:cBhvr>
                                      <p:to>
                                        <p:strVal val="visible"/>
                                      </p:to>
                                    </p:set>
                                    <p:animEffect transition="in" filter="wipe(left)">
                                      <p:cBhvr>
                                        <p:cTn id="72" dur="500"/>
                                        <p:tgtEl>
                                          <p:spTgt spid="496736"/>
                                        </p:tgtEl>
                                      </p:cBhvr>
                                    </p:animEffect>
                                  </p:childTnLst>
                                </p:cTn>
                              </p:par>
                            </p:childTnLst>
                          </p:cTn>
                        </p:par>
                        <p:par>
                          <p:cTn id="73" fill="hold" nodeType="afterGroup">
                            <p:stCondLst>
                              <p:cond delay="5500"/>
                            </p:stCondLst>
                            <p:childTnLst>
                              <p:par>
                                <p:cTn id="74" presetID="12" presetClass="entr" presetSubtype="8" fill="hold" grpId="0" nodeType="afterEffect">
                                  <p:stCondLst>
                                    <p:cond delay="0"/>
                                  </p:stCondLst>
                                  <p:childTnLst>
                                    <p:set>
                                      <p:cBhvr>
                                        <p:cTn id="75" dur="1" fill="hold">
                                          <p:stCondLst>
                                            <p:cond delay="0"/>
                                          </p:stCondLst>
                                        </p:cTn>
                                        <p:tgtEl>
                                          <p:spTgt spid="496737"/>
                                        </p:tgtEl>
                                        <p:attrNameLst>
                                          <p:attrName>style.visibility</p:attrName>
                                        </p:attrNameLst>
                                      </p:cBhvr>
                                      <p:to>
                                        <p:strVal val="visible"/>
                                      </p:to>
                                    </p:set>
                                    <p:animEffect transition="in" filter="slide(fromLeft)">
                                      <p:cBhvr>
                                        <p:cTn id="76" dur="500"/>
                                        <p:tgtEl>
                                          <p:spTgt spid="496737"/>
                                        </p:tgtEl>
                                      </p:cBhvr>
                                    </p:animEffect>
                                  </p:childTnLst>
                                </p:cTn>
                              </p:par>
                            </p:childTnLst>
                          </p:cTn>
                        </p:par>
                        <p:par>
                          <p:cTn id="77" fill="hold" nodeType="afterGroup">
                            <p:stCondLst>
                              <p:cond delay="6000"/>
                            </p:stCondLst>
                            <p:childTnLst>
                              <p:par>
                                <p:cTn id="78" presetID="22" presetClass="entr" presetSubtype="8" fill="hold" nodeType="afterEffect">
                                  <p:stCondLst>
                                    <p:cond delay="0"/>
                                  </p:stCondLst>
                                  <p:childTnLst>
                                    <p:set>
                                      <p:cBhvr>
                                        <p:cTn id="79" dur="1" fill="hold">
                                          <p:stCondLst>
                                            <p:cond delay="0"/>
                                          </p:stCondLst>
                                        </p:cTn>
                                        <p:tgtEl>
                                          <p:spTgt spid="496739"/>
                                        </p:tgtEl>
                                        <p:attrNameLst>
                                          <p:attrName>style.visibility</p:attrName>
                                        </p:attrNameLst>
                                      </p:cBhvr>
                                      <p:to>
                                        <p:strVal val="visible"/>
                                      </p:to>
                                    </p:set>
                                    <p:animEffect transition="in" filter="wipe(left)">
                                      <p:cBhvr>
                                        <p:cTn id="80" dur="500"/>
                                        <p:tgtEl>
                                          <p:spTgt spid="496739"/>
                                        </p:tgtEl>
                                      </p:cBhvr>
                                    </p:animEffect>
                                  </p:childTnLst>
                                </p:cTn>
                              </p:par>
                            </p:childTnLst>
                          </p:cTn>
                        </p:par>
                        <p:par>
                          <p:cTn id="81" fill="hold" nodeType="afterGroup">
                            <p:stCondLst>
                              <p:cond delay="6500"/>
                            </p:stCondLst>
                            <p:childTnLst>
                              <p:par>
                                <p:cTn id="82" presetID="22" presetClass="entr" presetSubtype="1" fill="hold" nodeType="afterEffect">
                                  <p:stCondLst>
                                    <p:cond delay="0"/>
                                  </p:stCondLst>
                                  <p:childTnLst>
                                    <p:set>
                                      <p:cBhvr>
                                        <p:cTn id="83" dur="1" fill="hold">
                                          <p:stCondLst>
                                            <p:cond delay="0"/>
                                          </p:stCondLst>
                                        </p:cTn>
                                        <p:tgtEl>
                                          <p:spTgt spid="496740"/>
                                        </p:tgtEl>
                                        <p:attrNameLst>
                                          <p:attrName>style.visibility</p:attrName>
                                        </p:attrNameLst>
                                      </p:cBhvr>
                                      <p:to>
                                        <p:strVal val="visible"/>
                                      </p:to>
                                    </p:set>
                                    <p:animEffect transition="in" filter="wipe(up)">
                                      <p:cBhvr>
                                        <p:cTn id="84" dur="500"/>
                                        <p:tgtEl>
                                          <p:spTgt spid="496740"/>
                                        </p:tgtEl>
                                      </p:cBhvr>
                                    </p:animEffect>
                                  </p:childTnLst>
                                </p:cTn>
                              </p:par>
                            </p:childTnLst>
                          </p:cTn>
                        </p:par>
                        <p:par>
                          <p:cTn id="85" fill="hold" nodeType="afterGroup">
                            <p:stCondLst>
                              <p:cond delay="7000"/>
                            </p:stCondLst>
                            <p:childTnLst>
                              <p:par>
                                <p:cTn id="86" presetID="22" presetClass="entr" presetSubtype="2" fill="hold" nodeType="afterEffect">
                                  <p:stCondLst>
                                    <p:cond delay="0"/>
                                  </p:stCondLst>
                                  <p:childTnLst>
                                    <p:set>
                                      <p:cBhvr>
                                        <p:cTn id="87" dur="1" fill="hold">
                                          <p:stCondLst>
                                            <p:cond delay="0"/>
                                          </p:stCondLst>
                                        </p:cTn>
                                        <p:tgtEl>
                                          <p:spTgt spid="496741"/>
                                        </p:tgtEl>
                                        <p:attrNameLst>
                                          <p:attrName>style.visibility</p:attrName>
                                        </p:attrNameLst>
                                      </p:cBhvr>
                                      <p:to>
                                        <p:strVal val="visible"/>
                                      </p:to>
                                    </p:set>
                                    <p:animEffect transition="in" filter="wipe(right)">
                                      <p:cBhvr>
                                        <p:cTn id="88" dur="500"/>
                                        <p:tgtEl>
                                          <p:spTgt spid="496741"/>
                                        </p:tgtEl>
                                      </p:cBhvr>
                                    </p:animEffect>
                                  </p:childTnLst>
                                </p:cTn>
                              </p:par>
                            </p:childTnLst>
                          </p:cTn>
                        </p:par>
                        <p:par>
                          <p:cTn id="89" fill="hold" nodeType="afterGroup">
                            <p:stCondLst>
                              <p:cond delay="7500"/>
                            </p:stCondLst>
                            <p:childTnLst>
                              <p:par>
                                <p:cTn id="90" presetID="22" presetClass="entr" presetSubtype="2" fill="hold" nodeType="after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wipe(right)">
                                      <p:cBhvr>
                                        <p:cTn id="92" dur="500"/>
                                        <p:tgtEl>
                                          <p:spTgt spid="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40985"/>
                                        </p:tgtEl>
                                        <p:attrNameLst>
                                          <p:attrName>style.visibility</p:attrName>
                                        </p:attrNameLst>
                                      </p:cBhvr>
                                      <p:to>
                                        <p:strVal val="visible"/>
                                      </p:to>
                                    </p:set>
                                    <p:animEffect transition="in" filter="wipe(up)">
                                      <p:cBhvr>
                                        <p:cTn id="97" dur="500"/>
                                        <p:tgtEl>
                                          <p:spTgt spid="40985"/>
                                        </p:tgtEl>
                                      </p:cBhvr>
                                    </p:animEffect>
                                  </p:childTnLst>
                                </p:cTn>
                              </p:par>
                            </p:childTnLst>
                          </p:cTn>
                        </p:par>
                        <p:par>
                          <p:cTn id="98" fill="hold" nodeType="afterGroup">
                            <p:stCondLst>
                              <p:cond delay="500"/>
                            </p:stCondLst>
                            <p:childTnLst>
                              <p:par>
                                <p:cTn id="99" presetID="22" presetClass="entr" presetSubtype="8" fill="hold" nodeType="afterEffect">
                                  <p:stCondLst>
                                    <p:cond delay="0"/>
                                  </p:stCondLst>
                                  <p:childTnLst>
                                    <p:set>
                                      <p:cBhvr>
                                        <p:cTn id="100" dur="1" fill="hold">
                                          <p:stCondLst>
                                            <p:cond delay="0"/>
                                          </p:stCondLst>
                                        </p:cTn>
                                        <p:tgtEl>
                                          <p:spTgt spid="41009"/>
                                        </p:tgtEl>
                                        <p:attrNameLst>
                                          <p:attrName>style.visibility</p:attrName>
                                        </p:attrNameLst>
                                      </p:cBhvr>
                                      <p:to>
                                        <p:strVal val="visible"/>
                                      </p:to>
                                    </p:set>
                                    <p:animEffect transition="in" filter="wipe(left)">
                                      <p:cBhvr>
                                        <p:cTn id="101" dur="500"/>
                                        <p:tgtEl>
                                          <p:spTgt spid="41009"/>
                                        </p:tgtEl>
                                      </p:cBhvr>
                                    </p:animEffect>
                                  </p:childTnLst>
                                </p:cTn>
                              </p:par>
                            </p:childTnLst>
                          </p:cTn>
                        </p:par>
                        <p:par>
                          <p:cTn id="102" fill="hold" nodeType="afterGroup">
                            <p:stCondLst>
                              <p:cond delay="1000"/>
                            </p:stCondLst>
                            <p:childTnLst>
                              <p:par>
                                <p:cTn id="103" presetID="12" presetClass="entr" presetSubtype="8" fill="hold" nodeType="afterEffect">
                                  <p:stCondLst>
                                    <p:cond delay="0"/>
                                  </p:stCondLst>
                                  <p:childTnLst>
                                    <p:set>
                                      <p:cBhvr>
                                        <p:cTn id="104" dur="1" fill="hold">
                                          <p:stCondLst>
                                            <p:cond delay="0"/>
                                          </p:stCondLst>
                                        </p:cTn>
                                        <p:tgtEl>
                                          <p:spTgt spid="10"/>
                                        </p:tgtEl>
                                        <p:attrNameLst>
                                          <p:attrName>style.visibility</p:attrName>
                                        </p:attrNameLst>
                                      </p:cBhvr>
                                      <p:to>
                                        <p:strVal val="visible"/>
                                      </p:to>
                                    </p:set>
                                    <p:animEffect transition="in" filter="slide(fromLeft)">
                                      <p:cBhvr>
                                        <p:cTn id="105" dur="500"/>
                                        <p:tgtEl>
                                          <p:spTgt spid="10"/>
                                        </p:tgtEl>
                                      </p:cBhvr>
                                    </p:animEffect>
                                  </p:childTnLst>
                                </p:cTn>
                              </p:par>
                            </p:childTnLst>
                          </p:cTn>
                        </p:par>
                        <p:par>
                          <p:cTn id="106" fill="hold" nodeType="afterGroup">
                            <p:stCondLst>
                              <p:cond delay="1500"/>
                            </p:stCondLst>
                            <p:childTnLst>
                              <p:par>
                                <p:cTn id="107" presetID="22" presetClass="entr" presetSubtype="8" fill="hold" nodeType="afterEffect">
                                  <p:stCondLst>
                                    <p:cond delay="0"/>
                                  </p:stCondLst>
                                  <p:childTnLst>
                                    <p:set>
                                      <p:cBhvr>
                                        <p:cTn id="108" dur="1" fill="hold">
                                          <p:stCondLst>
                                            <p:cond delay="0"/>
                                          </p:stCondLst>
                                        </p:cTn>
                                        <p:tgtEl>
                                          <p:spTgt spid="41010"/>
                                        </p:tgtEl>
                                        <p:attrNameLst>
                                          <p:attrName>style.visibility</p:attrName>
                                        </p:attrNameLst>
                                      </p:cBhvr>
                                      <p:to>
                                        <p:strVal val="visible"/>
                                      </p:to>
                                    </p:set>
                                    <p:animEffect transition="in" filter="wipe(left)">
                                      <p:cBhvr>
                                        <p:cTn id="109" dur="500"/>
                                        <p:tgtEl>
                                          <p:spTgt spid="41010"/>
                                        </p:tgtEl>
                                      </p:cBhvr>
                                    </p:animEffect>
                                  </p:childTnLst>
                                </p:cTn>
                              </p:par>
                            </p:childTnLst>
                          </p:cTn>
                        </p:par>
                        <p:par>
                          <p:cTn id="110" fill="hold" nodeType="afterGroup">
                            <p:stCondLst>
                              <p:cond delay="2000"/>
                            </p:stCondLst>
                            <p:childTnLst>
                              <p:par>
                                <p:cTn id="111" presetID="22" presetClass="entr" presetSubtype="4" fill="hold" nodeType="afterEffect">
                                  <p:stCondLst>
                                    <p:cond delay="0"/>
                                  </p:stCondLst>
                                  <p:childTnLst>
                                    <p:set>
                                      <p:cBhvr>
                                        <p:cTn id="112" dur="1" fill="hold">
                                          <p:stCondLst>
                                            <p:cond delay="0"/>
                                          </p:stCondLst>
                                        </p:cTn>
                                        <p:tgtEl>
                                          <p:spTgt spid="41011"/>
                                        </p:tgtEl>
                                        <p:attrNameLst>
                                          <p:attrName>style.visibility</p:attrName>
                                        </p:attrNameLst>
                                      </p:cBhvr>
                                      <p:to>
                                        <p:strVal val="visible"/>
                                      </p:to>
                                    </p:set>
                                    <p:animEffect transition="in" filter="wipe(down)">
                                      <p:cBhvr>
                                        <p:cTn id="113" dur="500"/>
                                        <p:tgtEl>
                                          <p:spTgt spid="4101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4" fill="hold" nodeType="clickEffect">
                                  <p:stCondLst>
                                    <p:cond delay="0"/>
                                  </p:stCondLst>
                                  <p:childTnLst>
                                    <p:set>
                                      <p:cBhvr>
                                        <p:cTn id="117" dur="1" fill="hold">
                                          <p:stCondLst>
                                            <p:cond delay="0"/>
                                          </p:stCondLst>
                                        </p:cTn>
                                        <p:tgtEl>
                                          <p:spTgt spid="496766"/>
                                        </p:tgtEl>
                                        <p:attrNameLst>
                                          <p:attrName>style.visibility</p:attrName>
                                        </p:attrNameLst>
                                      </p:cBhvr>
                                      <p:to>
                                        <p:strVal val="visible"/>
                                      </p:to>
                                    </p:set>
                                    <p:animEffect transition="in" filter="wipe(down)">
                                      <p:cBhvr>
                                        <p:cTn id="118" dur="500"/>
                                        <p:tgtEl>
                                          <p:spTgt spid="496766"/>
                                        </p:tgtEl>
                                      </p:cBhvr>
                                    </p:animEffect>
                                  </p:childTnLst>
                                </p:cTn>
                              </p:par>
                            </p:childTnLst>
                          </p:cTn>
                        </p:par>
                        <p:par>
                          <p:cTn id="119" fill="hold" nodeType="afterGroup">
                            <p:stCondLst>
                              <p:cond delay="500"/>
                            </p:stCondLst>
                            <p:childTnLst>
                              <p:par>
                                <p:cTn id="120" presetID="22" presetClass="entr" presetSubtype="8" fill="hold" nodeType="afterEffect">
                                  <p:stCondLst>
                                    <p:cond delay="0"/>
                                  </p:stCondLst>
                                  <p:childTnLst>
                                    <p:set>
                                      <p:cBhvr>
                                        <p:cTn id="121" dur="1" fill="hold">
                                          <p:stCondLst>
                                            <p:cond delay="0"/>
                                          </p:stCondLst>
                                        </p:cTn>
                                        <p:tgtEl>
                                          <p:spTgt spid="496767"/>
                                        </p:tgtEl>
                                        <p:attrNameLst>
                                          <p:attrName>style.visibility</p:attrName>
                                        </p:attrNameLst>
                                      </p:cBhvr>
                                      <p:to>
                                        <p:strVal val="visible"/>
                                      </p:to>
                                    </p:set>
                                    <p:animEffect transition="in" filter="wipe(left)">
                                      <p:cBhvr>
                                        <p:cTn id="122" dur="500"/>
                                        <p:tgtEl>
                                          <p:spTgt spid="496767"/>
                                        </p:tgtEl>
                                      </p:cBhvr>
                                    </p:animEffect>
                                  </p:childTnLst>
                                </p:cTn>
                              </p:par>
                            </p:childTnLst>
                          </p:cTn>
                        </p:par>
                        <p:par>
                          <p:cTn id="123" fill="hold" nodeType="afterGroup">
                            <p:stCondLst>
                              <p:cond delay="1000"/>
                            </p:stCondLst>
                            <p:childTnLst>
                              <p:par>
                                <p:cTn id="124" presetID="12" presetClass="entr" presetSubtype="8" fill="hold" grpId="0" nodeType="afterEffect">
                                  <p:stCondLst>
                                    <p:cond delay="0"/>
                                  </p:stCondLst>
                                  <p:childTnLst>
                                    <p:set>
                                      <p:cBhvr>
                                        <p:cTn id="125" dur="1" fill="hold">
                                          <p:stCondLst>
                                            <p:cond delay="0"/>
                                          </p:stCondLst>
                                        </p:cTn>
                                        <p:tgtEl>
                                          <p:spTgt spid="496753"/>
                                        </p:tgtEl>
                                        <p:attrNameLst>
                                          <p:attrName>style.visibility</p:attrName>
                                        </p:attrNameLst>
                                      </p:cBhvr>
                                      <p:to>
                                        <p:strVal val="visible"/>
                                      </p:to>
                                    </p:set>
                                    <p:animEffect transition="in" filter="slide(fromLeft)">
                                      <p:cBhvr>
                                        <p:cTn id="126" dur="500"/>
                                        <p:tgtEl>
                                          <p:spTgt spid="496753"/>
                                        </p:tgtEl>
                                      </p:cBhvr>
                                    </p:animEffect>
                                  </p:childTnLst>
                                </p:cTn>
                              </p:par>
                            </p:childTnLst>
                          </p:cTn>
                        </p:par>
                        <p:par>
                          <p:cTn id="127" fill="hold" nodeType="afterGroup">
                            <p:stCondLst>
                              <p:cond delay="1500"/>
                            </p:stCondLst>
                            <p:childTnLst>
                              <p:par>
                                <p:cTn id="128" presetID="22" presetClass="entr" presetSubtype="8" fill="hold" grpId="0" nodeType="afterEffect">
                                  <p:stCondLst>
                                    <p:cond delay="0"/>
                                  </p:stCondLst>
                                  <p:childTnLst>
                                    <p:set>
                                      <p:cBhvr>
                                        <p:cTn id="129" dur="1" fill="hold">
                                          <p:stCondLst>
                                            <p:cond delay="0"/>
                                          </p:stCondLst>
                                        </p:cTn>
                                        <p:tgtEl>
                                          <p:spTgt spid="496757"/>
                                        </p:tgtEl>
                                        <p:attrNameLst>
                                          <p:attrName>style.visibility</p:attrName>
                                        </p:attrNameLst>
                                      </p:cBhvr>
                                      <p:to>
                                        <p:strVal val="visible"/>
                                      </p:to>
                                    </p:set>
                                    <p:animEffect transition="in" filter="wipe(left)">
                                      <p:cBhvr>
                                        <p:cTn id="130" dur="500"/>
                                        <p:tgtEl>
                                          <p:spTgt spid="496757"/>
                                        </p:tgtEl>
                                      </p:cBhvr>
                                    </p:animEffect>
                                  </p:childTnLst>
                                </p:cTn>
                              </p:par>
                            </p:childTnLst>
                          </p:cTn>
                        </p:par>
                        <p:par>
                          <p:cTn id="131" fill="hold" nodeType="afterGroup">
                            <p:stCondLst>
                              <p:cond delay="2000"/>
                            </p:stCondLst>
                            <p:childTnLst>
                              <p:par>
                                <p:cTn id="132" presetID="22" presetClass="entr" presetSubtype="8" fill="hold" nodeType="afterEffect">
                                  <p:stCondLst>
                                    <p:cond delay="0"/>
                                  </p:stCondLst>
                                  <p:childTnLst>
                                    <p:set>
                                      <p:cBhvr>
                                        <p:cTn id="133" dur="1" fill="hold">
                                          <p:stCondLst>
                                            <p:cond delay="0"/>
                                          </p:stCondLst>
                                        </p:cTn>
                                        <p:tgtEl>
                                          <p:spTgt spid="496755"/>
                                        </p:tgtEl>
                                        <p:attrNameLst>
                                          <p:attrName>style.visibility</p:attrName>
                                        </p:attrNameLst>
                                      </p:cBhvr>
                                      <p:to>
                                        <p:strVal val="visible"/>
                                      </p:to>
                                    </p:set>
                                    <p:animEffect transition="in" filter="wipe(left)">
                                      <p:cBhvr>
                                        <p:cTn id="134" dur="500"/>
                                        <p:tgtEl>
                                          <p:spTgt spid="496755"/>
                                        </p:tgtEl>
                                      </p:cBhvr>
                                    </p:animEffect>
                                  </p:childTnLst>
                                </p:cTn>
                              </p:par>
                            </p:childTnLst>
                          </p:cTn>
                        </p:par>
                        <p:par>
                          <p:cTn id="135" fill="hold" nodeType="afterGroup">
                            <p:stCondLst>
                              <p:cond delay="2500"/>
                            </p:stCondLst>
                            <p:childTnLst>
                              <p:par>
                                <p:cTn id="136" presetID="12" presetClass="entr" presetSubtype="2" fill="hold" grpId="0" nodeType="afterEffect">
                                  <p:stCondLst>
                                    <p:cond delay="0"/>
                                  </p:stCondLst>
                                  <p:childTnLst>
                                    <p:set>
                                      <p:cBhvr>
                                        <p:cTn id="137" dur="1" fill="hold">
                                          <p:stCondLst>
                                            <p:cond delay="0"/>
                                          </p:stCondLst>
                                        </p:cTn>
                                        <p:tgtEl>
                                          <p:spTgt spid="41018"/>
                                        </p:tgtEl>
                                        <p:attrNameLst>
                                          <p:attrName>style.visibility</p:attrName>
                                        </p:attrNameLst>
                                      </p:cBhvr>
                                      <p:to>
                                        <p:strVal val="visible"/>
                                      </p:to>
                                    </p:set>
                                    <p:animEffect transition="in" filter="slide(fromRight)">
                                      <p:cBhvr>
                                        <p:cTn id="138" dur="500"/>
                                        <p:tgtEl>
                                          <p:spTgt spid="41018"/>
                                        </p:tgtEl>
                                      </p:cBhvr>
                                    </p:animEffect>
                                  </p:childTnLst>
                                </p:cTn>
                              </p:par>
                            </p:childTnLst>
                          </p:cTn>
                        </p:par>
                        <p:par>
                          <p:cTn id="139" fill="hold" nodeType="afterGroup">
                            <p:stCondLst>
                              <p:cond delay="3000"/>
                            </p:stCondLst>
                            <p:childTnLst>
                              <p:par>
                                <p:cTn id="140" presetID="12" presetClass="entr" presetSubtype="8" fill="hold" grpId="0" nodeType="afterEffect">
                                  <p:stCondLst>
                                    <p:cond delay="0"/>
                                  </p:stCondLst>
                                  <p:childTnLst>
                                    <p:set>
                                      <p:cBhvr>
                                        <p:cTn id="141" dur="1" fill="hold">
                                          <p:stCondLst>
                                            <p:cond delay="0"/>
                                          </p:stCondLst>
                                        </p:cTn>
                                        <p:tgtEl>
                                          <p:spTgt spid="496760"/>
                                        </p:tgtEl>
                                        <p:attrNameLst>
                                          <p:attrName>style.visibility</p:attrName>
                                        </p:attrNameLst>
                                      </p:cBhvr>
                                      <p:to>
                                        <p:strVal val="visible"/>
                                      </p:to>
                                    </p:set>
                                    <p:animEffect transition="in" filter="slide(fromLeft)">
                                      <p:cBhvr>
                                        <p:cTn id="142" dur="500"/>
                                        <p:tgtEl>
                                          <p:spTgt spid="496760"/>
                                        </p:tgtEl>
                                      </p:cBhvr>
                                    </p:animEffect>
                                  </p:childTnLst>
                                </p:cTn>
                              </p:par>
                            </p:childTnLst>
                          </p:cTn>
                        </p:par>
                        <p:par>
                          <p:cTn id="143" fill="hold" nodeType="afterGroup">
                            <p:stCondLst>
                              <p:cond delay="3500"/>
                            </p:stCondLst>
                            <p:childTnLst>
                              <p:par>
                                <p:cTn id="144" presetID="22" presetClass="entr" presetSubtype="8" fill="hold" nodeType="afterEffect">
                                  <p:stCondLst>
                                    <p:cond delay="0"/>
                                  </p:stCondLst>
                                  <p:childTnLst>
                                    <p:set>
                                      <p:cBhvr>
                                        <p:cTn id="145" dur="1" fill="hold">
                                          <p:stCondLst>
                                            <p:cond delay="0"/>
                                          </p:stCondLst>
                                        </p:cTn>
                                        <p:tgtEl>
                                          <p:spTgt spid="496759"/>
                                        </p:tgtEl>
                                        <p:attrNameLst>
                                          <p:attrName>style.visibility</p:attrName>
                                        </p:attrNameLst>
                                      </p:cBhvr>
                                      <p:to>
                                        <p:strVal val="visible"/>
                                      </p:to>
                                    </p:set>
                                    <p:animEffect transition="in" filter="wipe(left)">
                                      <p:cBhvr>
                                        <p:cTn id="146" dur="500"/>
                                        <p:tgtEl>
                                          <p:spTgt spid="496759"/>
                                        </p:tgtEl>
                                      </p:cBhvr>
                                    </p:animEffect>
                                  </p:childTnLst>
                                </p:cTn>
                              </p:par>
                            </p:childTnLst>
                          </p:cTn>
                        </p:par>
                        <p:par>
                          <p:cTn id="147" fill="hold" nodeType="afterGroup">
                            <p:stCondLst>
                              <p:cond delay="4000"/>
                            </p:stCondLst>
                            <p:childTnLst>
                              <p:par>
                                <p:cTn id="148" presetID="12" presetClass="entr" presetSubtype="2" fill="hold" grpId="0" nodeType="afterEffect">
                                  <p:stCondLst>
                                    <p:cond delay="0"/>
                                  </p:stCondLst>
                                  <p:childTnLst>
                                    <p:set>
                                      <p:cBhvr>
                                        <p:cTn id="149" dur="1" fill="hold">
                                          <p:stCondLst>
                                            <p:cond delay="0"/>
                                          </p:stCondLst>
                                        </p:cTn>
                                        <p:tgtEl>
                                          <p:spTgt spid="496756"/>
                                        </p:tgtEl>
                                        <p:attrNameLst>
                                          <p:attrName>style.visibility</p:attrName>
                                        </p:attrNameLst>
                                      </p:cBhvr>
                                      <p:to>
                                        <p:strVal val="visible"/>
                                      </p:to>
                                    </p:set>
                                    <p:animEffect transition="in" filter="slide(fromRight)">
                                      <p:cBhvr>
                                        <p:cTn id="150" dur="500"/>
                                        <p:tgtEl>
                                          <p:spTgt spid="496756"/>
                                        </p:tgtEl>
                                      </p:cBhvr>
                                    </p:animEffect>
                                  </p:childTnLst>
                                </p:cTn>
                              </p:par>
                            </p:childTnLst>
                          </p:cTn>
                        </p:par>
                        <p:par>
                          <p:cTn id="151" fill="hold" nodeType="afterGroup">
                            <p:stCondLst>
                              <p:cond delay="4500"/>
                            </p:stCondLst>
                            <p:childTnLst>
                              <p:par>
                                <p:cTn id="152" presetID="22" presetClass="entr" presetSubtype="8" fill="hold" nodeType="afterEffect">
                                  <p:stCondLst>
                                    <p:cond delay="0"/>
                                  </p:stCondLst>
                                  <p:childTnLst>
                                    <p:set>
                                      <p:cBhvr>
                                        <p:cTn id="153" dur="1" fill="hold">
                                          <p:stCondLst>
                                            <p:cond delay="0"/>
                                          </p:stCondLst>
                                        </p:cTn>
                                        <p:tgtEl>
                                          <p:spTgt spid="496762"/>
                                        </p:tgtEl>
                                        <p:attrNameLst>
                                          <p:attrName>style.visibility</p:attrName>
                                        </p:attrNameLst>
                                      </p:cBhvr>
                                      <p:to>
                                        <p:strVal val="visible"/>
                                      </p:to>
                                    </p:set>
                                    <p:animEffect transition="in" filter="wipe(left)">
                                      <p:cBhvr>
                                        <p:cTn id="154" dur="500"/>
                                        <p:tgtEl>
                                          <p:spTgt spid="496762"/>
                                        </p:tgtEl>
                                      </p:cBhvr>
                                    </p:animEffect>
                                  </p:childTnLst>
                                </p:cTn>
                              </p:par>
                            </p:childTnLst>
                          </p:cTn>
                        </p:par>
                        <p:par>
                          <p:cTn id="155" fill="hold" nodeType="afterGroup">
                            <p:stCondLst>
                              <p:cond delay="5000"/>
                            </p:stCondLst>
                            <p:childTnLst>
                              <p:par>
                                <p:cTn id="156" presetID="22" presetClass="entr" presetSubtype="1" fill="hold" nodeType="afterEffect">
                                  <p:stCondLst>
                                    <p:cond delay="0"/>
                                  </p:stCondLst>
                                  <p:childTnLst>
                                    <p:set>
                                      <p:cBhvr>
                                        <p:cTn id="157" dur="1" fill="hold">
                                          <p:stCondLst>
                                            <p:cond delay="0"/>
                                          </p:stCondLst>
                                        </p:cTn>
                                        <p:tgtEl>
                                          <p:spTgt spid="496763"/>
                                        </p:tgtEl>
                                        <p:attrNameLst>
                                          <p:attrName>style.visibility</p:attrName>
                                        </p:attrNameLst>
                                      </p:cBhvr>
                                      <p:to>
                                        <p:strVal val="visible"/>
                                      </p:to>
                                    </p:set>
                                    <p:animEffect transition="in" filter="wipe(up)">
                                      <p:cBhvr>
                                        <p:cTn id="158" dur="500"/>
                                        <p:tgtEl>
                                          <p:spTgt spid="496763"/>
                                        </p:tgtEl>
                                      </p:cBhvr>
                                    </p:animEffect>
                                  </p:childTnLst>
                                </p:cTn>
                              </p:par>
                            </p:childTnLst>
                          </p:cTn>
                        </p:par>
                        <p:par>
                          <p:cTn id="159" fill="hold" nodeType="afterGroup">
                            <p:stCondLst>
                              <p:cond delay="5500"/>
                            </p:stCondLst>
                            <p:childTnLst>
                              <p:par>
                                <p:cTn id="160" presetID="22" presetClass="entr" presetSubtype="2" fill="hold" nodeType="afterEffect">
                                  <p:stCondLst>
                                    <p:cond delay="0"/>
                                  </p:stCondLst>
                                  <p:childTnLst>
                                    <p:set>
                                      <p:cBhvr>
                                        <p:cTn id="161" dur="1" fill="hold">
                                          <p:stCondLst>
                                            <p:cond delay="0"/>
                                          </p:stCondLst>
                                        </p:cTn>
                                        <p:tgtEl>
                                          <p:spTgt spid="496764"/>
                                        </p:tgtEl>
                                        <p:attrNameLst>
                                          <p:attrName>style.visibility</p:attrName>
                                        </p:attrNameLst>
                                      </p:cBhvr>
                                      <p:to>
                                        <p:strVal val="visible"/>
                                      </p:to>
                                    </p:set>
                                    <p:animEffect transition="in" filter="wipe(right)">
                                      <p:cBhvr>
                                        <p:cTn id="162" dur="500"/>
                                        <p:tgtEl>
                                          <p:spTgt spid="496764"/>
                                        </p:tgtEl>
                                      </p:cBhvr>
                                    </p:animEffect>
                                  </p:childTnLst>
                                </p:cTn>
                              </p:par>
                            </p:childTnLst>
                          </p:cTn>
                        </p:par>
                        <p:par>
                          <p:cTn id="163" fill="hold" nodeType="afterGroup">
                            <p:stCondLst>
                              <p:cond delay="6000"/>
                            </p:stCondLst>
                            <p:childTnLst>
                              <p:par>
                                <p:cTn id="164" presetID="12" presetClass="entr" presetSubtype="8" fill="hold" grpId="0" nodeType="afterEffect">
                                  <p:stCondLst>
                                    <p:cond delay="0"/>
                                  </p:stCondLst>
                                  <p:childTnLst>
                                    <p:set>
                                      <p:cBhvr>
                                        <p:cTn id="165" dur="1" fill="hold">
                                          <p:stCondLst>
                                            <p:cond delay="0"/>
                                          </p:stCondLst>
                                        </p:cTn>
                                        <p:tgtEl>
                                          <p:spTgt spid="496754"/>
                                        </p:tgtEl>
                                        <p:attrNameLst>
                                          <p:attrName>style.visibility</p:attrName>
                                        </p:attrNameLst>
                                      </p:cBhvr>
                                      <p:to>
                                        <p:strVal val="visible"/>
                                      </p:to>
                                    </p:set>
                                    <p:animEffect transition="in" filter="slide(fromLeft)">
                                      <p:cBhvr>
                                        <p:cTn id="166" dur="500"/>
                                        <p:tgtEl>
                                          <p:spTgt spid="496754"/>
                                        </p:tgtEl>
                                      </p:cBhvr>
                                    </p:animEffect>
                                  </p:childTnLst>
                                </p:cTn>
                              </p:par>
                            </p:childTnLst>
                          </p:cTn>
                        </p:par>
                        <p:par>
                          <p:cTn id="167" fill="hold" nodeType="afterGroup">
                            <p:stCondLst>
                              <p:cond delay="6500"/>
                            </p:stCondLst>
                            <p:childTnLst>
                              <p:par>
                                <p:cTn id="168" presetID="12" presetClass="entr" presetSubtype="8" fill="hold" grpId="0" nodeType="afterEffect">
                                  <p:stCondLst>
                                    <p:cond delay="0"/>
                                  </p:stCondLst>
                                  <p:childTnLst>
                                    <p:set>
                                      <p:cBhvr>
                                        <p:cTn id="169" dur="1" fill="hold">
                                          <p:stCondLst>
                                            <p:cond delay="0"/>
                                          </p:stCondLst>
                                        </p:cTn>
                                        <p:tgtEl>
                                          <p:spTgt spid="496765"/>
                                        </p:tgtEl>
                                        <p:attrNameLst>
                                          <p:attrName>style.visibility</p:attrName>
                                        </p:attrNameLst>
                                      </p:cBhvr>
                                      <p:to>
                                        <p:strVal val="visible"/>
                                      </p:to>
                                    </p:set>
                                    <p:animEffect transition="in" filter="slide(fromLeft)">
                                      <p:cBhvr>
                                        <p:cTn id="170" dur="500"/>
                                        <p:tgtEl>
                                          <p:spTgt spid="496765"/>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1" fill="hold" nodeType="clickEffect">
                                  <p:stCondLst>
                                    <p:cond delay="0"/>
                                  </p:stCondLst>
                                  <p:childTnLst>
                                    <p:set>
                                      <p:cBhvr>
                                        <p:cTn id="174" dur="1" fill="hold">
                                          <p:stCondLst>
                                            <p:cond delay="0"/>
                                          </p:stCondLst>
                                        </p:cTn>
                                        <p:tgtEl>
                                          <p:spTgt spid="496725"/>
                                        </p:tgtEl>
                                        <p:attrNameLst>
                                          <p:attrName>style.visibility</p:attrName>
                                        </p:attrNameLst>
                                      </p:cBhvr>
                                      <p:to>
                                        <p:strVal val="visible"/>
                                      </p:to>
                                    </p:set>
                                    <p:animEffect transition="in" filter="wipe(up)">
                                      <p:cBhvr>
                                        <p:cTn id="175" dur="500"/>
                                        <p:tgtEl>
                                          <p:spTgt spid="496725"/>
                                        </p:tgtEl>
                                      </p:cBhvr>
                                    </p:animEffect>
                                  </p:childTnLst>
                                </p:cTn>
                              </p:par>
                            </p:childTnLst>
                          </p:cTn>
                        </p:par>
                        <p:par>
                          <p:cTn id="176" fill="hold" nodeType="afterGroup">
                            <p:stCondLst>
                              <p:cond delay="500"/>
                            </p:stCondLst>
                            <p:childTnLst>
                              <p:par>
                                <p:cTn id="177" presetID="12" presetClass="entr" presetSubtype="8" fill="hold" grpId="0" nodeType="afterEffect">
                                  <p:stCondLst>
                                    <p:cond delay="0"/>
                                  </p:stCondLst>
                                  <p:childTnLst>
                                    <p:set>
                                      <p:cBhvr>
                                        <p:cTn id="178" dur="1" fill="hold">
                                          <p:stCondLst>
                                            <p:cond delay="0"/>
                                          </p:stCondLst>
                                        </p:cTn>
                                        <p:tgtEl>
                                          <p:spTgt spid="41021"/>
                                        </p:tgtEl>
                                        <p:attrNameLst>
                                          <p:attrName>style.visibility</p:attrName>
                                        </p:attrNameLst>
                                      </p:cBhvr>
                                      <p:to>
                                        <p:strVal val="visible"/>
                                      </p:to>
                                    </p:set>
                                    <p:animEffect transition="in" filter="slide(fromLeft)">
                                      <p:cBhvr>
                                        <p:cTn id="179" dur="500"/>
                                        <p:tgtEl>
                                          <p:spTgt spid="41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1" grpId="0" animBg="1"/>
      <p:bldP spid="496728" grpId="0" animBg="1"/>
      <p:bldP spid="496733" grpId="0"/>
      <p:bldP spid="496734" grpId="0" animBg="1"/>
      <p:bldP spid="496735" grpId="0" animBg="1"/>
      <p:bldP spid="496737" grpId="0" animBg="1"/>
      <p:bldP spid="496742" grpId="0"/>
      <p:bldP spid="496753" grpId="0" animBg="1"/>
      <p:bldP spid="496754" grpId="0" animBg="1"/>
      <p:bldP spid="496756" grpId="0" animBg="1"/>
      <p:bldP spid="496757" grpId="0"/>
      <p:bldP spid="41018" grpId="0" animBg="1"/>
      <p:bldP spid="496760" grpId="0"/>
      <p:bldP spid="41021" grpId="0" animBg="1"/>
      <p:bldP spid="49676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ChangeArrowheads="1"/>
          </p:cNvSpPr>
          <p:nvPr/>
        </p:nvSpPr>
        <p:spPr bwMode="auto">
          <a:xfrm>
            <a:off x="0" y="31463"/>
            <a:ext cx="30572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gn="ctr" eaLnBrk="0" hangingPunct="0"/>
            <a:r>
              <a:rPr lang="zh-CN" altLang="en-US" sz="3200" b="1">
                <a:solidFill>
                  <a:schemeClr val="bg1"/>
                </a:solidFill>
                <a:latin typeface="微软雅黑" panose="020B0503020204020204" pitchFamily="34" charset="-122"/>
                <a:ea typeface="微软雅黑" panose="020B0503020204020204" pitchFamily="34" charset="-122"/>
              </a:rPr>
              <a:t>数据源身份认证</a:t>
            </a:r>
          </a:p>
        </p:txBody>
      </p:sp>
      <p:sp>
        <p:nvSpPr>
          <p:cNvPr id="36866" name="Line 3"/>
          <p:cNvSpPr>
            <a:spLocks noChangeShapeType="1"/>
          </p:cNvSpPr>
          <p:nvPr/>
        </p:nvSpPr>
        <p:spPr bwMode="auto">
          <a:xfrm>
            <a:off x="4114800" y="31242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7" name="Line 4"/>
          <p:cNvSpPr>
            <a:spLocks noChangeShapeType="1"/>
          </p:cNvSpPr>
          <p:nvPr/>
        </p:nvSpPr>
        <p:spPr bwMode="auto">
          <a:xfrm>
            <a:off x="6477000" y="5562600"/>
            <a:ext cx="1752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8" name="Line 5"/>
          <p:cNvSpPr>
            <a:spLocks noChangeShapeType="1"/>
          </p:cNvSpPr>
          <p:nvPr/>
        </p:nvSpPr>
        <p:spPr bwMode="auto">
          <a:xfrm>
            <a:off x="3429000" y="6553200"/>
            <a:ext cx="4876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9" name="Line 6"/>
          <p:cNvSpPr>
            <a:spLocks noChangeShapeType="1"/>
          </p:cNvSpPr>
          <p:nvPr/>
        </p:nvSpPr>
        <p:spPr bwMode="auto">
          <a:xfrm flipH="1" flipV="1">
            <a:off x="6553200" y="5410200"/>
            <a:ext cx="35814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0" name="Line 7"/>
          <p:cNvSpPr>
            <a:spLocks noChangeShapeType="1"/>
          </p:cNvSpPr>
          <p:nvPr/>
        </p:nvSpPr>
        <p:spPr bwMode="auto">
          <a:xfrm>
            <a:off x="3429000" y="2667000"/>
            <a:ext cx="3048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7672" name="Rectangle 8"/>
          <p:cNvSpPr>
            <a:spLocks noChangeArrowheads="1"/>
          </p:cNvSpPr>
          <p:nvPr/>
        </p:nvSpPr>
        <p:spPr bwMode="auto">
          <a:xfrm>
            <a:off x="1752600" y="1600200"/>
            <a:ext cx="1752600" cy="41148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2700000" scaled="1"/>
          </a:gradFill>
          <a:ln w="57150" cap="rnd">
            <a:noFill/>
            <a:miter lim="800000"/>
          </a:ln>
          <a:effectLst/>
        </p:spPr>
        <p:txBody>
          <a:bodyPr wrap="none" anchor="ctr"/>
          <a:lstStyle/>
          <a:p>
            <a:pPr algn="ctr" eaLnBrk="0" hangingPunct="0">
              <a:lnSpc>
                <a:spcPct val="93000"/>
              </a:lnSpc>
              <a:spcBef>
                <a:spcPct val="25000"/>
              </a:spcBef>
              <a:buFontTx/>
              <a:buNone/>
              <a:defRPr/>
            </a:pPr>
            <a:endParaRPr lang="en-US" altLang="zh-CN">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en-US" altLang="zh-CN">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en-US" altLang="zh-CN">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endParaRPr lang="zh-CN" altLang="en-US" sz="1200">
              <a:effectLst>
                <a:outerShdw blurRad="38100" dist="38100" dir="2700000" algn="tl">
                  <a:srgbClr val="FFFFFF"/>
                </a:outerShdw>
              </a:effectLst>
              <a:latin typeface="Arial" panose="020B0604020202020204" pitchFamily="34" charset="0"/>
            </a:endParaRPr>
          </a:p>
          <a:p>
            <a:pPr algn="ctr" eaLnBrk="0" hangingPunct="0">
              <a:lnSpc>
                <a:spcPct val="93000"/>
              </a:lnSpc>
              <a:spcBef>
                <a:spcPct val="25000"/>
              </a:spcBef>
              <a:buFontTx/>
              <a:buNone/>
              <a:defRPr/>
            </a:pPr>
            <a:r>
              <a:rPr lang="zh-CN" altLang="en-US" sz="1200">
                <a:solidFill>
                  <a:schemeClr val="accent2"/>
                </a:solidFill>
                <a:effectLst>
                  <a:outerShdw blurRad="38100" dist="38100" dir="2700000" algn="tl">
                    <a:srgbClr val="000000"/>
                  </a:outerShdw>
                </a:effectLst>
                <a:latin typeface="Arial" panose="020B0604020202020204" pitchFamily="34" charset="0"/>
              </a:rPr>
              <a:t>内部工作子网</a:t>
            </a:r>
          </a:p>
        </p:txBody>
      </p:sp>
      <p:grpSp>
        <p:nvGrpSpPr>
          <p:cNvPr id="36872" name="Group 9"/>
          <p:cNvGrpSpPr>
            <a:grpSpLocks/>
          </p:cNvGrpSpPr>
          <p:nvPr/>
        </p:nvGrpSpPr>
        <p:grpSpPr bwMode="auto">
          <a:xfrm>
            <a:off x="2057400" y="3505200"/>
            <a:ext cx="1066800" cy="762000"/>
            <a:chOff x="288" y="1008"/>
            <a:chExt cx="672" cy="480"/>
          </a:xfrm>
        </p:grpSpPr>
        <p:pic>
          <p:nvPicPr>
            <p:cNvPr id="36873"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874"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875"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876"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877" name="Line 14"/>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8" name="Line 15"/>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9" name="Line 16"/>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Line 17"/>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1" name="Line 18"/>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6882" name="Picture 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883" name="Line 20"/>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4" name="Rectangle 21"/>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管理子网</a:t>
              </a:r>
            </a:p>
          </p:txBody>
        </p:sp>
      </p:grpSp>
      <p:grpSp>
        <p:nvGrpSpPr>
          <p:cNvPr id="36885" name="Group 22"/>
          <p:cNvGrpSpPr>
            <a:grpSpLocks/>
          </p:cNvGrpSpPr>
          <p:nvPr/>
        </p:nvGrpSpPr>
        <p:grpSpPr bwMode="auto">
          <a:xfrm>
            <a:off x="2057400" y="2590800"/>
            <a:ext cx="1066800" cy="762000"/>
            <a:chOff x="288" y="1008"/>
            <a:chExt cx="672" cy="480"/>
          </a:xfrm>
        </p:grpSpPr>
        <p:pic>
          <p:nvPicPr>
            <p:cNvPr id="36886"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887"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888"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889"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890" name="Line 27"/>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1" name="Line 28"/>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2" name="Line 29"/>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3" name="Line 30"/>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4" name="Line 31"/>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6895"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896" name="Line 33"/>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7" name="Rectangle 34"/>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一般子网</a:t>
              </a:r>
              <a:endParaRPr lang="en-US" altLang="zh-CN" sz="1200">
                <a:latin typeface="Arial" panose="020B0604020202020204" pitchFamily="34" charset="0"/>
              </a:endParaRPr>
            </a:p>
          </p:txBody>
        </p:sp>
      </p:grpSp>
      <p:grpSp>
        <p:nvGrpSpPr>
          <p:cNvPr id="36898" name="Group 35"/>
          <p:cNvGrpSpPr>
            <a:grpSpLocks/>
          </p:cNvGrpSpPr>
          <p:nvPr/>
        </p:nvGrpSpPr>
        <p:grpSpPr bwMode="auto">
          <a:xfrm>
            <a:off x="2057400" y="1752600"/>
            <a:ext cx="1066800" cy="762000"/>
            <a:chOff x="288" y="1008"/>
            <a:chExt cx="672" cy="480"/>
          </a:xfrm>
        </p:grpSpPr>
        <p:pic>
          <p:nvPicPr>
            <p:cNvPr id="36899"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00" name="Picture 3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01"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02"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903" name="Line 40"/>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4" name="Line 41"/>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5" name="Line 42"/>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6" name="Line 43"/>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7" name="Line 44"/>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6908" name="Picture 4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909" name="Line 46"/>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0" name="Rectangle 47"/>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内部</a:t>
              </a:r>
              <a:r>
                <a:rPr lang="en-US" altLang="zh-CN" sz="1200">
                  <a:latin typeface="Arial" panose="020B0604020202020204" pitchFamily="34" charset="0"/>
                </a:rPr>
                <a:t>WWW</a:t>
              </a:r>
              <a:endParaRPr lang="zh-CN" altLang="en-US" sz="1200">
                <a:latin typeface="Arial" panose="020B0604020202020204" pitchFamily="34" charset="0"/>
              </a:endParaRPr>
            </a:p>
          </p:txBody>
        </p:sp>
      </p:grpSp>
      <p:sp>
        <p:nvSpPr>
          <p:cNvPr id="36911" name="Line 48"/>
          <p:cNvSpPr>
            <a:spLocks noChangeShapeType="1"/>
          </p:cNvSpPr>
          <p:nvPr/>
        </p:nvSpPr>
        <p:spPr bwMode="auto">
          <a:xfrm>
            <a:off x="3352800" y="2057400"/>
            <a:ext cx="0" cy="2667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2" name="Line 49"/>
          <p:cNvSpPr>
            <a:spLocks noChangeShapeType="1"/>
          </p:cNvSpPr>
          <p:nvPr/>
        </p:nvSpPr>
        <p:spPr bwMode="auto">
          <a:xfrm>
            <a:off x="2819400" y="3810000"/>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3" name="Line 50"/>
          <p:cNvSpPr>
            <a:spLocks noChangeShapeType="1"/>
          </p:cNvSpPr>
          <p:nvPr/>
        </p:nvSpPr>
        <p:spPr bwMode="auto">
          <a:xfrm>
            <a:off x="2819400" y="2895600"/>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4" name="Line 51"/>
          <p:cNvSpPr>
            <a:spLocks noChangeShapeType="1"/>
          </p:cNvSpPr>
          <p:nvPr/>
        </p:nvSpPr>
        <p:spPr bwMode="auto">
          <a:xfrm>
            <a:off x="2819400" y="2057400"/>
            <a:ext cx="53340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6915" name="Group 52"/>
          <p:cNvGrpSpPr>
            <a:grpSpLocks/>
          </p:cNvGrpSpPr>
          <p:nvPr/>
        </p:nvGrpSpPr>
        <p:grpSpPr bwMode="auto">
          <a:xfrm>
            <a:off x="1905000" y="4419600"/>
            <a:ext cx="1066800" cy="762000"/>
            <a:chOff x="288" y="1008"/>
            <a:chExt cx="672" cy="480"/>
          </a:xfrm>
        </p:grpSpPr>
        <p:pic>
          <p:nvPicPr>
            <p:cNvPr id="36916" name="Picture 5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17" name="Picture 5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18" name="Picture 5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 y="1372"/>
              <a:ext cx="13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19" name="Picture 5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 y="1372"/>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920" name="Line 57"/>
            <p:cNvSpPr>
              <a:spLocks noChangeShapeType="1"/>
            </p:cNvSpPr>
            <p:nvPr/>
          </p:nvSpPr>
          <p:spPr bwMode="auto">
            <a:xfrm>
              <a:off x="288" y="1320"/>
              <a:ext cx="6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1" name="Line 58"/>
            <p:cNvSpPr>
              <a:spLocks noChangeShapeType="1"/>
            </p:cNvSpPr>
            <p:nvPr/>
          </p:nvSpPr>
          <p:spPr bwMode="auto">
            <a:xfrm>
              <a:off x="361"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2" name="Line 59"/>
            <p:cNvSpPr>
              <a:spLocks noChangeShapeType="1"/>
            </p:cNvSpPr>
            <p:nvPr/>
          </p:nvSpPr>
          <p:spPr bwMode="auto">
            <a:xfrm>
              <a:off x="532"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3" name="Line 60"/>
            <p:cNvSpPr>
              <a:spLocks noChangeShapeType="1"/>
            </p:cNvSpPr>
            <p:nvPr/>
          </p:nvSpPr>
          <p:spPr bwMode="auto">
            <a:xfrm>
              <a:off x="727" y="1320"/>
              <a:ext cx="0"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4" name="Line 61"/>
            <p:cNvSpPr>
              <a:spLocks noChangeShapeType="1"/>
            </p:cNvSpPr>
            <p:nvPr/>
          </p:nvSpPr>
          <p:spPr bwMode="auto">
            <a:xfrm>
              <a:off x="874" y="1320"/>
              <a:ext cx="0" cy="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6925" name="Picture 6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 y="1152"/>
              <a:ext cx="3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926" name="Line 63"/>
            <p:cNvSpPr>
              <a:spLocks noChangeShapeType="1"/>
            </p:cNvSpPr>
            <p:nvPr/>
          </p:nvSpPr>
          <p:spPr bwMode="auto">
            <a:xfrm>
              <a:off x="642" y="1248"/>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7" name="Rectangle 64"/>
            <p:cNvSpPr>
              <a:spLocks noChangeArrowheads="1"/>
            </p:cNvSpPr>
            <p:nvPr/>
          </p:nvSpPr>
          <p:spPr bwMode="auto">
            <a:xfrm>
              <a:off x="432" y="1008"/>
              <a:ext cx="5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93000"/>
                </a:lnSpc>
                <a:spcBef>
                  <a:spcPct val="25000"/>
                </a:spcBef>
                <a:buFontTx/>
                <a:buNone/>
              </a:pPr>
              <a:r>
                <a:rPr lang="zh-CN" altLang="en-US" sz="1200">
                  <a:latin typeface="Arial" panose="020B0604020202020204" pitchFamily="34" charset="0"/>
                </a:rPr>
                <a:t>重点子网</a:t>
              </a:r>
            </a:p>
          </p:txBody>
        </p:sp>
      </p:grpSp>
      <p:sp>
        <p:nvSpPr>
          <p:cNvPr id="36928" name="Line 65"/>
          <p:cNvSpPr>
            <a:spLocks noChangeShapeType="1"/>
          </p:cNvSpPr>
          <p:nvPr/>
        </p:nvSpPr>
        <p:spPr bwMode="auto">
          <a:xfrm>
            <a:off x="2743200" y="4724400"/>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6929" name="Group 66"/>
          <p:cNvGrpSpPr>
            <a:grpSpLocks/>
          </p:cNvGrpSpPr>
          <p:nvPr/>
        </p:nvGrpSpPr>
        <p:grpSpPr bwMode="auto">
          <a:xfrm>
            <a:off x="9448800" y="5638800"/>
            <a:ext cx="1219200" cy="914400"/>
            <a:chOff x="4560" y="3504"/>
            <a:chExt cx="828" cy="672"/>
          </a:xfrm>
        </p:grpSpPr>
        <p:pic>
          <p:nvPicPr>
            <p:cNvPr id="36930" name="Picture 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60" y="3504"/>
              <a:ext cx="828"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7732" name="Rectangle 68"/>
            <p:cNvSpPr>
              <a:spLocks noChangeArrowheads="1"/>
            </p:cNvSpPr>
            <p:nvPr/>
          </p:nvSpPr>
          <p:spPr bwMode="auto">
            <a:xfrm>
              <a:off x="4704" y="3984"/>
              <a:ext cx="576" cy="192"/>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zh-CN" altLang="en-US" sz="1200">
                  <a:effectLst>
                    <a:outerShdw blurRad="38100" dist="38100" dir="2700000" algn="tl">
                      <a:srgbClr val="C0C0C0"/>
                    </a:outerShdw>
                  </a:effectLst>
                  <a:latin typeface="Arial" panose="020B0604020202020204" pitchFamily="34" charset="0"/>
                </a:rPr>
                <a:t>下属机构</a:t>
              </a:r>
              <a:endParaRPr lang="en-US" altLang="zh-CN" sz="1200">
                <a:effectLst>
                  <a:outerShdw blurRad="38100" dist="38100" dir="2700000" algn="tl">
                    <a:srgbClr val="C0C0C0"/>
                  </a:outerShdw>
                </a:effectLst>
                <a:latin typeface="Arial" panose="020B0604020202020204" pitchFamily="34" charset="0"/>
              </a:endParaRPr>
            </a:p>
          </p:txBody>
        </p:sp>
      </p:grpSp>
      <p:pic>
        <p:nvPicPr>
          <p:cNvPr id="36932" name="Picture 6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24200" y="6324601"/>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6933" name="Group 70"/>
          <p:cNvGrpSpPr>
            <a:grpSpLocks/>
          </p:cNvGrpSpPr>
          <p:nvPr/>
        </p:nvGrpSpPr>
        <p:grpSpPr bwMode="auto">
          <a:xfrm>
            <a:off x="4572000" y="6019800"/>
            <a:ext cx="990600" cy="685800"/>
            <a:chOff x="1536" y="2832"/>
            <a:chExt cx="624" cy="432"/>
          </a:xfrm>
        </p:grpSpPr>
        <p:pic>
          <p:nvPicPr>
            <p:cNvPr id="36934" name="Picture 7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36" y="2832"/>
              <a:ext cx="62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7736" name="Rectangle 72"/>
            <p:cNvSpPr>
              <a:spLocks noChangeArrowheads="1"/>
            </p:cNvSpPr>
            <p:nvPr/>
          </p:nvSpPr>
          <p:spPr bwMode="auto">
            <a:xfrm>
              <a:off x="1632" y="2880"/>
              <a:ext cx="480" cy="384"/>
            </a:xfrm>
            <a:prstGeom prst="rect">
              <a:avLst/>
            </a:prstGeom>
            <a:noFill/>
            <a:ln w="9525">
              <a:noFill/>
              <a:miter lim="800000"/>
            </a:ln>
            <a:effectLst/>
          </p:spPr>
          <p:txBody>
            <a:bodyPr wrap="none" anchor="ctr"/>
            <a:lstStyle/>
            <a:p>
              <a:pPr algn="ctr" eaLnBrk="0" hangingPunct="0">
                <a:lnSpc>
                  <a:spcPct val="93000"/>
                </a:lnSpc>
                <a:spcBef>
                  <a:spcPct val="25000"/>
                </a:spcBef>
                <a:buFontTx/>
                <a:buNone/>
                <a:defRPr/>
              </a:pPr>
              <a:r>
                <a:rPr lang="en-US" altLang="zh-CN" sz="1200">
                  <a:effectLst>
                    <a:outerShdw blurRad="38100" dist="38100" dir="2700000" algn="tl">
                      <a:srgbClr val="C0C0C0"/>
                    </a:outerShdw>
                  </a:effectLst>
                  <a:latin typeface="Arial" panose="020B0604020202020204" pitchFamily="34" charset="0"/>
                </a:rPr>
                <a:t>DDN/FR</a:t>
              </a:r>
            </a:p>
            <a:p>
              <a:pPr algn="ctr" eaLnBrk="0" hangingPunct="0">
                <a:lnSpc>
                  <a:spcPct val="93000"/>
                </a:lnSpc>
                <a:spcBef>
                  <a:spcPct val="25000"/>
                </a:spcBef>
                <a:buFontTx/>
                <a:buNone/>
                <a:defRPr/>
              </a:pPr>
              <a:r>
                <a:rPr lang="en-US" altLang="zh-CN" sz="1200">
                  <a:effectLst>
                    <a:outerShdw blurRad="38100" dist="38100" dir="2700000" algn="tl">
                      <a:srgbClr val="C0C0C0"/>
                    </a:outerShdw>
                  </a:effectLst>
                  <a:latin typeface="Arial" panose="020B0604020202020204" pitchFamily="34" charset="0"/>
                </a:rPr>
                <a:t>X.25</a:t>
              </a:r>
              <a:r>
                <a:rPr lang="zh-CN" altLang="en-US" sz="1200">
                  <a:effectLst>
                    <a:outerShdw blurRad="38100" dist="38100" dir="2700000" algn="tl">
                      <a:srgbClr val="C0C0C0"/>
                    </a:outerShdw>
                  </a:effectLst>
                  <a:latin typeface="Arial" panose="020B0604020202020204" pitchFamily="34" charset="0"/>
                </a:rPr>
                <a:t>专线</a:t>
              </a:r>
            </a:p>
          </p:txBody>
        </p:sp>
      </p:grpSp>
      <p:pic>
        <p:nvPicPr>
          <p:cNvPr id="36936" name="Picture 73"/>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77200" y="6400801"/>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37" name="Picture 7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2438401"/>
            <a:ext cx="5334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6938" name="Picture 75"/>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1800" y="4495801"/>
            <a:ext cx="1524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97740" name="Line 76"/>
          <p:cNvSpPr>
            <a:spLocks noChangeShapeType="1"/>
          </p:cNvSpPr>
          <p:nvPr/>
        </p:nvSpPr>
        <p:spPr bwMode="auto">
          <a:xfrm>
            <a:off x="4191000" y="3124200"/>
            <a:ext cx="11430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9" name="Line 77"/>
          <p:cNvSpPr>
            <a:spLocks noChangeShapeType="1"/>
          </p:cNvSpPr>
          <p:nvPr/>
        </p:nvSpPr>
        <p:spPr bwMode="auto">
          <a:xfrm flipH="1">
            <a:off x="3581400" y="3352800"/>
            <a:ext cx="2209800" cy="297180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 name="Group 78"/>
          <p:cNvGrpSpPr>
            <a:grpSpLocks/>
          </p:cNvGrpSpPr>
          <p:nvPr/>
        </p:nvGrpSpPr>
        <p:grpSpPr bwMode="auto">
          <a:xfrm>
            <a:off x="2895600" y="2133600"/>
            <a:ext cx="685800" cy="2895600"/>
            <a:chOff x="864" y="1344"/>
            <a:chExt cx="432" cy="1824"/>
          </a:xfrm>
        </p:grpSpPr>
        <p:sp>
          <p:nvSpPr>
            <p:cNvPr id="36942" name="Line 79"/>
            <p:cNvSpPr>
              <a:spLocks noChangeShapeType="1"/>
            </p:cNvSpPr>
            <p:nvPr/>
          </p:nvSpPr>
          <p:spPr bwMode="auto">
            <a:xfrm>
              <a:off x="1008" y="3168"/>
              <a:ext cx="288"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43" name="Line 80"/>
            <p:cNvSpPr>
              <a:spLocks noChangeShapeType="1"/>
            </p:cNvSpPr>
            <p:nvPr/>
          </p:nvSpPr>
          <p:spPr bwMode="auto">
            <a:xfrm>
              <a:off x="912" y="2448"/>
              <a:ext cx="38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44" name="Line 81"/>
            <p:cNvSpPr>
              <a:spLocks noChangeShapeType="1"/>
            </p:cNvSpPr>
            <p:nvPr/>
          </p:nvSpPr>
          <p:spPr bwMode="auto">
            <a:xfrm>
              <a:off x="912" y="1872"/>
              <a:ext cx="38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45" name="Line 82"/>
            <p:cNvSpPr>
              <a:spLocks noChangeShapeType="1"/>
            </p:cNvSpPr>
            <p:nvPr/>
          </p:nvSpPr>
          <p:spPr bwMode="auto">
            <a:xfrm>
              <a:off x="864" y="1344"/>
              <a:ext cx="432"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7747" name="Line 83"/>
          <p:cNvSpPr>
            <a:spLocks noChangeShapeType="1"/>
          </p:cNvSpPr>
          <p:nvPr/>
        </p:nvSpPr>
        <p:spPr bwMode="auto">
          <a:xfrm>
            <a:off x="3581400" y="2895600"/>
            <a:ext cx="0" cy="2133600"/>
          </a:xfrm>
          <a:prstGeom prst="line">
            <a:avLst/>
          </a:prstGeom>
          <a:noFill/>
          <a:ln w="3810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7748" name="Line 84"/>
          <p:cNvSpPr>
            <a:spLocks noChangeShapeType="1"/>
          </p:cNvSpPr>
          <p:nvPr/>
        </p:nvSpPr>
        <p:spPr bwMode="auto">
          <a:xfrm>
            <a:off x="3581400" y="2895600"/>
            <a:ext cx="609600"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49" name="Line 85"/>
          <p:cNvSpPr>
            <a:spLocks noChangeShapeType="1"/>
          </p:cNvSpPr>
          <p:nvPr/>
        </p:nvSpPr>
        <p:spPr bwMode="auto">
          <a:xfrm>
            <a:off x="6553200" y="5334000"/>
            <a:ext cx="3429000" cy="381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50" name="Line 86"/>
          <p:cNvSpPr>
            <a:spLocks noChangeShapeType="1"/>
          </p:cNvSpPr>
          <p:nvPr/>
        </p:nvSpPr>
        <p:spPr bwMode="auto">
          <a:xfrm>
            <a:off x="3581400" y="2133600"/>
            <a:ext cx="0" cy="762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5" name="Text Box 87"/>
          <p:cNvSpPr txBox="1">
            <a:spLocks noChangeArrowheads="1"/>
          </p:cNvSpPr>
          <p:nvPr/>
        </p:nvSpPr>
        <p:spPr bwMode="auto">
          <a:xfrm>
            <a:off x="4191000" y="2819400"/>
            <a:ext cx="1066800" cy="242888"/>
          </a:xfrm>
          <a:prstGeom prst="rect">
            <a:avLst/>
          </a:prstGeom>
          <a:solidFill>
            <a:srgbClr val="FF0000"/>
          </a:solidFill>
          <a:ln w="9525">
            <a:pattFill prst="pct50">
              <a:fgClr>
                <a:srgbClr val="FF3399"/>
              </a:fgClr>
              <a:bgClr>
                <a:srgbClr val="FFFFFF"/>
              </a:bgClr>
            </a:pattFill>
            <a:miter lim="800000"/>
            <a:headEnd/>
            <a:tailEnd/>
          </a:ln>
        </p:spPr>
        <p:txBody>
          <a:bodyPr>
            <a:spAutoFit/>
          </a:bodyPr>
          <a:lstStyle/>
          <a:p>
            <a:pPr eaLnBrk="0" hangingPunct="0">
              <a:lnSpc>
                <a:spcPct val="77000"/>
              </a:lnSpc>
              <a:buClr>
                <a:srgbClr val="A50021"/>
              </a:buClr>
              <a:buSzPct val="114000"/>
              <a:buFontTx/>
              <a:buNone/>
            </a:pPr>
            <a:r>
              <a:rPr lang="zh-CN" altLang="en-US" sz="1200"/>
              <a:t>原始数据包</a:t>
            </a:r>
          </a:p>
        </p:txBody>
      </p:sp>
      <p:sp>
        <p:nvSpPr>
          <p:cNvPr id="497752" name="Text Box 88"/>
          <p:cNvSpPr txBox="1">
            <a:spLocks noChangeArrowheads="1"/>
          </p:cNvSpPr>
          <p:nvPr/>
        </p:nvSpPr>
        <p:spPr bwMode="auto">
          <a:xfrm>
            <a:off x="5867400" y="1828801"/>
            <a:ext cx="1828800" cy="233363"/>
          </a:xfrm>
          <a:prstGeom prst="rect">
            <a:avLst/>
          </a:prstGeom>
          <a:solidFill>
            <a:srgbClr val="FF0000"/>
          </a:solidFill>
          <a:ln>
            <a:noFill/>
          </a:ln>
        </p:spPr>
        <p:txBody>
          <a:bodyPr>
            <a:spAutoFit/>
          </a:bodyPr>
          <a:lstStyle/>
          <a:p>
            <a:pPr eaLnBrk="0" hangingPunct="0">
              <a:lnSpc>
                <a:spcPct val="77000"/>
              </a:lnSpc>
              <a:buClr>
                <a:srgbClr val="A50021"/>
              </a:buClr>
              <a:buSzPct val="114000"/>
              <a:buFontTx/>
              <a:buNone/>
            </a:pPr>
            <a:r>
              <a:rPr lang="zh-CN" altLang="en-US" sz="1200"/>
              <a:t>对原始数据包进行</a:t>
            </a:r>
            <a:r>
              <a:rPr lang="en-US" altLang="zh-CN" sz="1200"/>
              <a:t>Hash</a:t>
            </a:r>
          </a:p>
        </p:txBody>
      </p:sp>
      <p:sp>
        <p:nvSpPr>
          <p:cNvPr id="497756" name="Line 92"/>
          <p:cNvSpPr>
            <a:spLocks noChangeShapeType="1"/>
          </p:cNvSpPr>
          <p:nvPr/>
        </p:nvSpPr>
        <p:spPr bwMode="auto">
          <a:xfrm>
            <a:off x="7696200" y="1905000"/>
            <a:ext cx="685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57" name="Text Box 93"/>
          <p:cNvSpPr txBox="1">
            <a:spLocks noChangeArrowheads="1"/>
          </p:cNvSpPr>
          <p:nvPr/>
        </p:nvSpPr>
        <p:spPr bwMode="auto">
          <a:xfrm>
            <a:off x="7696200" y="167640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en-US" altLang="zh-CN" sz="1200"/>
              <a:t>Hash</a:t>
            </a:r>
          </a:p>
        </p:txBody>
      </p:sp>
      <p:sp>
        <p:nvSpPr>
          <p:cNvPr id="497758" name="Text Box 94"/>
          <p:cNvSpPr txBox="1">
            <a:spLocks noChangeArrowheads="1"/>
          </p:cNvSpPr>
          <p:nvPr/>
        </p:nvSpPr>
        <p:spPr bwMode="auto">
          <a:xfrm>
            <a:off x="8382000" y="1752601"/>
            <a:ext cx="609600" cy="233363"/>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200" b="1">
                <a:solidFill>
                  <a:schemeClr val="hlink"/>
                </a:solidFill>
              </a:rPr>
              <a:t>摘要</a:t>
            </a:r>
            <a:endParaRPr lang="zh-CN" altLang="en-US" sz="1200"/>
          </a:p>
        </p:txBody>
      </p:sp>
      <p:sp>
        <p:nvSpPr>
          <p:cNvPr id="497760" name="Line 96"/>
          <p:cNvSpPr>
            <a:spLocks noChangeShapeType="1"/>
          </p:cNvSpPr>
          <p:nvPr/>
        </p:nvSpPr>
        <p:spPr bwMode="auto">
          <a:xfrm>
            <a:off x="7696200" y="2667000"/>
            <a:ext cx="9906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2" name="Line 98"/>
          <p:cNvSpPr>
            <a:spLocks noChangeShapeType="1"/>
          </p:cNvSpPr>
          <p:nvPr/>
        </p:nvSpPr>
        <p:spPr bwMode="auto">
          <a:xfrm>
            <a:off x="8915400" y="914400"/>
            <a:ext cx="1066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3" name="Line 99"/>
          <p:cNvSpPr>
            <a:spLocks noChangeShapeType="1"/>
          </p:cNvSpPr>
          <p:nvPr/>
        </p:nvSpPr>
        <p:spPr bwMode="auto">
          <a:xfrm flipV="1">
            <a:off x="8686800" y="1981200"/>
            <a:ext cx="0" cy="6858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4" name="Line 100"/>
          <p:cNvSpPr>
            <a:spLocks noChangeShapeType="1"/>
          </p:cNvSpPr>
          <p:nvPr/>
        </p:nvSpPr>
        <p:spPr bwMode="auto">
          <a:xfrm>
            <a:off x="9982200" y="914400"/>
            <a:ext cx="0" cy="25146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5" name="Line 101"/>
          <p:cNvSpPr>
            <a:spLocks noChangeShapeType="1"/>
          </p:cNvSpPr>
          <p:nvPr/>
        </p:nvSpPr>
        <p:spPr bwMode="auto">
          <a:xfrm flipH="1">
            <a:off x="7772400" y="3429000"/>
            <a:ext cx="2209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6" name="Text Box 102"/>
          <p:cNvSpPr txBox="1">
            <a:spLocks noChangeArrowheads="1"/>
          </p:cNvSpPr>
          <p:nvPr/>
        </p:nvSpPr>
        <p:spPr bwMode="auto">
          <a:xfrm>
            <a:off x="7696200" y="2438401"/>
            <a:ext cx="914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000"/>
              <a:t>加密</a:t>
            </a:r>
          </a:p>
        </p:txBody>
      </p:sp>
      <p:sp>
        <p:nvSpPr>
          <p:cNvPr id="497767" name="Line 103"/>
          <p:cNvSpPr>
            <a:spLocks noChangeShapeType="1"/>
          </p:cNvSpPr>
          <p:nvPr/>
        </p:nvSpPr>
        <p:spPr bwMode="auto">
          <a:xfrm flipV="1">
            <a:off x="5562600" y="1981200"/>
            <a:ext cx="0" cy="9906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8" name="Line 104"/>
          <p:cNvSpPr>
            <a:spLocks noChangeShapeType="1"/>
          </p:cNvSpPr>
          <p:nvPr/>
        </p:nvSpPr>
        <p:spPr bwMode="auto">
          <a:xfrm>
            <a:off x="5562600" y="1981200"/>
            <a:ext cx="304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69" name="Line 105"/>
          <p:cNvSpPr>
            <a:spLocks noChangeShapeType="1"/>
          </p:cNvSpPr>
          <p:nvPr/>
        </p:nvSpPr>
        <p:spPr bwMode="auto">
          <a:xfrm>
            <a:off x="5562600" y="2667000"/>
            <a:ext cx="9144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64" name="Line 106"/>
          <p:cNvSpPr>
            <a:spLocks noChangeShapeType="1"/>
          </p:cNvSpPr>
          <p:nvPr/>
        </p:nvSpPr>
        <p:spPr bwMode="auto">
          <a:xfrm flipH="1">
            <a:off x="3352800" y="3276600"/>
            <a:ext cx="2286000" cy="30480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0" name="Line 107"/>
          <p:cNvSpPr>
            <a:spLocks noChangeShapeType="1"/>
          </p:cNvSpPr>
          <p:nvPr/>
        </p:nvSpPr>
        <p:spPr bwMode="auto">
          <a:xfrm>
            <a:off x="3581400" y="6477000"/>
            <a:ext cx="990600" cy="0"/>
          </a:xfrm>
          <a:prstGeom prst="line">
            <a:avLst/>
          </a:prstGeom>
          <a:noFill/>
          <a:ln w="76200" cmpd="tri">
            <a:pattFill prst="sphere">
              <a:fgClr>
                <a:srgbClr val="FF3399"/>
              </a:fgClr>
              <a:bgClr>
                <a:srgbClr val="9966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31" name="Line 108"/>
          <p:cNvSpPr>
            <a:spLocks noChangeShapeType="1"/>
          </p:cNvSpPr>
          <p:nvPr/>
        </p:nvSpPr>
        <p:spPr bwMode="auto">
          <a:xfrm flipH="1">
            <a:off x="5486400" y="6553200"/>
            <a:ext cx="2590800" cy="0"/>
          </a:xfrm>
          <a:prstGeom prst="line">
            <a:avLst/>
          </a:prstGeom>
          <a:noFill/>
          <a:ln w="76200" cmpd="tri">
            <a:pattFill prst="sphere">
              <a:fgClr>
                <a:srgbClr val="FF3399"/>
              </a:fgClr>
              <a:bgClr>
                <a:srgbClr val="9966FF"/>
              </a:bgClr>
            </a:patt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2032" name="Line 109"/>
          <p:cNvSpPr>
            <a:spLocks noChangeShapeType="1"/>
          </p:cNvSpPr>
          <p:nvPr/>
        </p:nvSpPr>
        <p:spPr bwMode="auto">
          <a:xfrm>
            <a:off x="6553200" y="5486400"/>
            <a:ext cx="1752600" cy="914400"/>
          </a:xfrm>
          <a:prstGeom prst="line">
            <a:avLst/>
          </a:prstGeom>
          <a:noFill/>
          <a:ln w="76200" cmpd="tri">
            <a:pattFill prst="sphere">
              <a:fgClr>
                <a:srgbClr val="FF3399"/>
              </a:fgClr>
              <a:bgClr>
                <a:srgbClr val="9966FF"/>
              </a:bgClr>
            </a:patt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7778" name="Text Box 114"/>
          <p:cNvSpPr txBox="1">
            <a:spLocks noChangeArrowheads="1"/>
          </p:cNvSpPr>
          <p:nvPr/>
        </p:nvSpPr>
        <p:spPr bwMode="auto">
          <a:xfrm>
            <a:off x="7924800" y="4800601"/>
            <a:ext cx="609600" cy="233363"/>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200" b="1">
                <a:solidFill>
                  <a:schemeClr val="hlink"/>
                </a:solidFill>
              </a:rPr>
              <a:t>摘要</a:t>
            </a:r>
            <a:endParaRPr lang="zh-CN" altLang="en-US" sz="1200"/>
          </a:p>
        </p:txBody>
      </p:sp>
      <p:sp>
        <p:nvSpPr>
          <p:cNvPr id="497779" name="Line 115"/>
          <p:cNvSpPr>
            <a:spLocks noChangeShapeType="1"/>
          </p:cNvSpPr>
          <p:nvPr/>
        </p:nvSpPr>
        <p:spPr bwMode="auto">
          <a:xfrm>
            <a:off x="7315200" y="4419600"/>
            <a:ext cx="685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80" name="Text Box 116"/>
          <p:cNvSpPr txBox="1">
            <a:spLocks noChangeArrowheads="1"/>
          </p:cNvSpPr>
          <p:nvPr/>
        </p:nvSpPr>
        <p:spPr bwMode="auto">
          <a:xfrm>
            <a:off x="9525000" y="4343401"/>
            <a:ext cx="609600" cy="233363"/>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77000"/>
              </a:lnSpc>
              <a:buClr>
                <a:srgbClr val="A50021"/>
              </a:buClr>
              <a:buSzPct val="114000"/>
              <a:buFontTx/>
              <a:buNone/>
            </a:pPr>
            <a:r>
              <a:rPr lang="zh-CN" altLang="en-US" sz="1200" b="1">
                <a:solidFill>
                  <a:schemeClr val="hlink"/>
                </a:solidFill>
              </a:rPr>
              <a:t>摘要</a:t>
            </a:r>
            <a:endParaRPr lang="zh-CN" altLang="en-US" sz="1200"/>
          </a:p>
        </p:txBody>
      </p:sp>
      <p:sp>
        <p:nvSpPr>
          <p:cNvPr id="497781" name="Text Box 117"/>
          <p:cNvSpPr txBox="1">
            <a:spLocks noChangeArrowheads="1"/>
          </p:cNvSpPr>
          <p:nvPr/>
        </p:nvSpPr>
        <p:spPr bwMode="auto">
          <a:xfrm>
            <a:off x="7239000" y="4191000"/>
            <a:ext cx="838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200"/>
              <a:t>取出</a:t>
            </a:r>
            <a:r>
              <a:rPr lang="en-US" altLang="zh-CN" sz="1200"/>
              <a:t>DSS</a:t>
            </a:r>
          </a:p>
        </p:txBody>
      </p:sp>
      <p:sp>
        <p:nvSpPr>
          <p:cNvPr id="42037" name="Text Box 118"/>
          <p:cNvSpPr txBox="1">
            <a:spLocks noChangeArrowheads="1"/>
          </p:cNvSpPr>
          <p:nvPr/>
        </p:nvSpPr>
        <p:spPr bwMode="auto">
          <a:xfrm>
            <a:off x="8001000" y="4343400"/>
            <a:ext cx="1066800" cy="242888"/>
          </a:xfrm>
          <a:prstGeom prst="rect">
            <a:avLst/>
          </a:prstGeom>
          <a:solidFill>
            <a:srgbClr val="FF0000"/>
          </a:solidFill>
          <a:ln w="9525">
            <a:pattFill prst="pct50">
              <a:fgClr>
                <a:srgbClr val="FF3399"/>
              </a:fgClr>
              <a:bgClr>
                <a:srgbClr val="FFFFFF"/>
              </a:bgClr>
            </a:pattFill>
            <a:miter lim="800000"/>
            <a:headEnd/>
            <a:tailEnd/>
          </a:ln>
        </p:spPr>
        <p:txBody>
          <a:bodyPr>
            <a:spAutoFit/>
          </a:bodyPr>
          <a:lstStyle/>
          <a:p>
            <a:pPr eaLnBrk="0" hangingPunct="0">
              <a:lnSpc>
                <a:spcPct val="77000"/>
              </a:lnSpc>
              <a:buClr>
                <a:srgbClr val="A50021"/>
              </a:buClr>
              <a:buSzPct val="114000"/>
              <a:buFontTx/>
              <a:buNone/>
            </a:pPr>
            <a:r>
              <a:rPr lang="zh-CN" altLang="en-US" sz="1200"/>
              <a:t>原始数据包</a:t>
            </a:r>
          </a:p>
        </p:txBody>
      </p:sp>
      <p:sp>
        <p:nvSpPr>
          <p:cNvPr id="497783" name="Line 119"/>
          <p:cNvSpPr>
            <a:spLocks noChangeShapeType="1"/>
          </p:cNvSpPr>
          <p:nvPr/>
        </p:nvSpPr>
        <p:spPr bwMode="auto">
          <a:xfrm>
            <a:off x="9067800" y="4419600"/>
            <a:ext cx="4572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84" name="Text Box 120"/>
          <p:cNvSpPr txBox="1">
            <a:spLocks noChangeArrowheads="1"/>
          </p:cNvSpPr>
          <p:nvPr/>
        </p:nvSpPr>
        <p:spPr bwMode="auto">
          <a:xfrm>
            <a:off x="8991600" y="419100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en-US" altLang="zh-CN" sz="1200"/>
              <a:t>Hash</a:t>
            </a:r>
          </a:p>
        </p:txBody>
      </p:sp>
      <p:sp>
        <p:nvSpPr>
          <p:cNvPr id="42040" name="Text Box 121"/>
          <p:cNvSpPr txBox="1">
            <a:spLocks noChangeArrowheads="1"/>
          </p:cNvSpPr>
          <p:nvPr/>
        </p:nvSpPr>
        <p:spPr bwMode="auto">
          <a:xfrm>
            <a:off x="9372600" y="5562600"/>
            <a:ext cx="1066800" cy="242888"/>
          </a:xfrm>
          <a:prstGeom prst="rect">
            <a:avLst/>
          </a:prstGeom>
          <a:solidFill>
            <a:srgbClr val="FF0000"/>
          </a:solidFill>
          <a:ln w="9525">
            <a:pattFill prst="pct50">
              <a:fgClr>
                <a:srgbClr val="FF3399"/>
              </a:fgClr>
              <a:bgClr>
                <a:srgbClr val="FFFFFF"/>
              </a:bgClr>
            </a:pattFill>
            <a:miter lim="800000"/>
            <a:headEnd/>
            <a:tailEnd/>
          </a:ln>
        </p:spPr>
        <p:txBody>
          <a:bodyPr>
            <a:spAutoFit/>
          </a:bodyPr>
          <a:lstStyle/>
          <a:p>
            <a:pPr eaLnBrk="0" hangingPunct="0">
              <a:lnSpc>
                <a:spcPct val="77000"/>
              </a:lnSpc>
              <a:buClr>
                <a:srgbClr val="A50021"/>
              </a:buClr>
              <a:buSzPct val="114000"/>
              <a:buFontTx/>
              <a:buNone/>
            </a:pPr>
            <a:r>
              <a:rPr lang="zh-CN" altLang="en-US" sz="1200"/>
              <a:t>原始数据包</a:t>
            </a:r>
          </a:p>
        </p:txBody>
      </p:sp>
      <p:sp>
        <p:nvSpPr>
          <p:cNvPr id="497786" name="Line 122"/>
          <p:cNvSpPr>
            <a:spLocks noChangeShapeType="1"/>
          </p:cNvSpPr>
          <p:nvPr/>
        </p:nvSpPr>
        <p:spPr bwMode="auto">
          <a:xfrm>
            <a:off x="10134600" y="4419600"/>
            <a:ext cx="3810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87" name="Line 123"/>
          <p:cNvSpPr>
            <a:spLocks noChangeShapeType="1"/>
          </p:cNvSpPr>
          <p:nvPr/>
        </p:nvSpPr>
        <p:spPr bwMode="auto">
          <a:xfrm>
            <a:off x="10515600" y="4419600"/>
            <a:ext cx="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88" name="Line 124"/>
          <p:cNvSpPr>
            <a:spLocks noChangeShapeType="1"/>
          </p:cNvSpPr>
          <p:nvPr/>
        </p:nvSpPr>
        <p:spPr bwMode="auto">
          <a:xfrm flipH="1">
            <a:off x="8534400" y="4876800"/>
            <a:ext cx="19812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89" name="Text Box 125"/>
          <p:cNvSpPr txBox="1">
            <a:spLocks noChangeArrowheads="1"/>
          </p:cNvSpPr>
          <p:nvPr/>
        </p:nvSpPr>
        <p:spPr bwMode="auto">
          <a:xfrm>
            <a:off x="8763000" y="4648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200"/>
              <a:t>两摘要相比较</a:t>
            </a:r>
          </a:p>
        </p:txBody>
      </p:sp>
      <p:sp>
        <p:nvSpPr>
          <p:cNvPr id="497790" name="Line 126"/>
          <p:cNvSpPr>
            <a:spLocks noChangeShapeType="1"/>
          </p:cNvSpPr>
          <p:nvPr/>
        </p:nvSpPr>
        <p:spPr bwMode="auto">
          <a:xfrm flipH="1" flipV="1">
            <a:off x="5105400" y="4495800"/>
            <a:ext cx="1219200" cy="762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7791" name="Line 127"/>
          <p:cNvSpPr>
            <a:spLocks noChangeShapeType="1"/>
          </p:cNvSpPr>
          <p:nvPr/>
        </p:nvSpPr>
        <p:spPr bwMode="auto">
          <a:xfrm flipV="1">
            <a:off x="5257800" y="4495800"/>
            <a:ext cx="4572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6982" name="Group 128"/>
          <p:cNvGrpSpPr>
            <a:grpSpLocks/>
          </p:cNvGrpSpPr>
          <p:nvPr/>
        </p:nvGrpSpPr>
        <p:grpSpPr bwMode="auto">
          <a:xfrm>
            <a:off x="5334000" y="2971800"/>
            <a:ext cx="685800" cy="338138"/>
            <a:chOff x="3272" y="3473"/>
            <a:chExt cx="1086" cy="536"/>
          </a:xfrm>
        </p:grpSpPr>
        <p:grpSp>
          <p:nvGrpSpPr>
            <p:cNvPr id="36983" name="Group 129"/>
            <p:cNvGrpSpPr>
              <a:grpSpLocks/>
            </p:cNvGrpSpPr>
            <p:nvPr/>
          </p:nvGrpSpPr>
          <p:grpSpPr bwMode="auto">
            <a:xfrm>
              <a:off x="3272" y="3628"/>
              <a:ext cx="903" cy="380"/>
              <a:chOff x="3272" y="3628"/>
              <a:chExt cx="903" cy="380"/>
            </a:xfrm>
          </p:grpSpPr>
          <p:sp>
            <p:nvSpPr>
              <p:cNvPr id="36984" name="Rectangle 130"/>
              <p:cNvSpPr>
                <a:spLocks noChangeArrowheads="1"/>
              </p:cNvSpPr>
              <p:nvPr/>
            </p:nvSpPr>
            <p:spPr bwMode="auto">
              <a:xfrm>
                <a:off x="3277" y="3632"/>
                <a:ext cx="893" cy="371"/>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85" name="Rectangle 131"/>
              <p:cNvSpPr>
                <a:spLocks noChangeArrowheads="1"/>
              </p:cNvSpPr>
              <p:nvPr/>
            </p:nvSpPr>
            <p:spPr bwMode="auto">
              <a:xfrm>
                <a:off x="3272" y="363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86" name="Rectangle 132"/>
              <p:cNvSpPr>
                <a:spLocks noChangeArrowheads="1"/>
              </p:cNvSpPr>
              <p:nvPr/>
            </p:nvSpPr>
            <p:spPr bwMode="auto">
              <a:xfrm>
                <a:off x="3272" y="3652"/>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87" name="Rectangle 133"/>
              <p:cNvSpPr>
                <a:spLocks noChangeArrowheads="1"/>
              </p:cNvSpPr>
              <p:nvPr/>
            </p:nvSpPr>
            <p:spPr bwMode="auto">
              <a:xfrm>
                <a:off x="3272" y="367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88" name="Rectangle 134"/>
              <p:cNvSpPr>
                <a:spLocks noChangeArrowheads="1"/>
              </p:cNvSpPr>
              <p:nvPr/>
            </p:nvSpPr>
            <p:spPr bwMode="auto">
              <a:xfrm>
                <a:off x="3272" y="3690"/>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89" name="Rectangle 135"/>
              <p:cNvSpPr>
                <a:spLocks noChangeArrowheads="1"/>
              </p:cNvSpPr>
              <p:nvPr/>
            </p:nvSpPr>
            <p:spPr bwMode="auto">
              <a:xfrm>
                <a:off x="3272" y="370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0" name="Rectangle 136"/>
              <p:cNvSpPr>
                <a:spLocks noChangeArrowheads="1"/>
              </p:cNvSpPr>
              <p:nvPr/>
            </p:nvSpPr>
            <p:spPr bwMode="auto">
              <a:xfrm>
                <a:off x="3272" y="372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1" name="Rectangle 137"/>
              <p:cNvSpPr>
                <a:spLocks noChangeArrowheads="1"/>
              </p:cNvSpPr>
              <p:nvPr/>
            </p:nvSpPr>
            <p:spPr bwMode="auto">
              <a:xfrm>
                <a:off x="3272" y="374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2" name="Rectangle 138"/>
              <p:cNvSpPr>
                <a:spLocks noChangeArrowheads="1"/>
              </p:cNvSpPr>
              <p:nvPr/>
            </p:nvSpPr>
            <p:spPr bwMode="auto">
              <a:xfrm>
                <a:off x="3272" y="3767"/>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3" name="Rectangle 139"/>
              <p:cNvSpPr>
                <a:spLocks noChangeArrowheads="1"/>
              </p:cNvSpPr>
              <p:nvPr/>
            </p:nvSpPr>
            <p:spPr bwMode="auto">
              <a:xfrm>
                <a:off x="3272" y="3786"/>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4" name="Rectangle 140"/>
              <p:cNvSpPr>
                <a:spLocks noChangeArrowheads="1"/>
              </p:cNvSpPr>
              <p:nvPr/>
            </p:nvSpPr>
            <p:spPr bwMode="auto">
              <a:xfrm>
                <a:off x="3272" y="3805"/>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5" name="Rectangle 141"/>
              <p:cNvSpPr>
                <a:spLocks noChangeArrowheads="1"/>
              </p:cNvSpPr>
              <p:nvPr/>
            </p:nvSpPr>
            <p:spPr bwMode="auto">
              <a:xfrm>
                <a:off x="3272" y="382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6" name="Rectangle 142"/>
              <p:cNvSpPr>
                <a:spLocks noChangeArrowheads="1"/>
              </p:cNvSpPr>
              <p:nvPr/>
            </p:nvSpPr>
            <p:spPr bwMode="auto">
              <a:xfrm>
                <a:off x="3272" y="384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7" name="Rectangle 143"/>
              <p:cNvSpPr>
                <a:spLocks noChangeArrowheads="1"/>
              </p:cNvSpPr>
              <p:nvPr/>
            </p:nvSpPr>
            <p:spPr bwMode="auto">
              <a:xfrm>
                <a:off x="3272" y="3863"/>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8" name="Rectangle 144"/>
              <p:cNvSpPr>
                <a:spLocks noChangeArrowheads="1"/>
              </p:cNvSpPr>
              <p:nvPr/>
            </p:nvSpPr>
            <p:spPr bwMode="auto">
              <a:xfrm>
                <a:off x="3272" y="388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6999" name="Rectangle 145"/>
              <p:cNvSpPr>
                <a:spLocks noChangeArrowheads="1"/>
              </p:cNvSpPr>
              <p:nvPr/>
            </p:nvSpPr>
            <p:spPr bwMode="auto">
              <a:xfrm>
                <a:off x="3272" y="3901"/>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0" name="Rectangle 146"/>
              <p:cNvSpPr>
                <a:spLocks noChangeArrowheads="1"/>
              </p:cNvSpPr>
              <p:nvPr/>
            </p:nvSpPr>
            <p:spPr bwMode="auto">
              <a:xfrm>
                <a:off x="3272" y="392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1" name="Rectangle 147"/>
              <p:cNvSpPr>
                <a:spLocks noChangeArrowheads="1"/>
              </p:cNvSpPr>
              <p:nvPr/>
            </p:nvSpPr>
            <p:spPr bwMode="auto">
              <a:xfrm>
                <a:off x="3272" y="3940"/>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2" name="Rectangle 148"/>
              <p:cNvSpPr>
                <a:spLocks noChangeArrowheads="1"/>
              </p:cNvSpPr>
              <p:nvPr/>
            </p:nvSpPr>
            <p:spPr bwMode="auto">
              <a:xfrm>
                <a:off x="3272" y="395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3" name="Rectangle 149"/>
              <p:cNvSpPr>
                <a:spLocks noChangeArrowheads="1"/>
              </p:cNvSpPr>
              <p:nvPr/>
            </p:nvSpPr>
            <p:spPr bwMode="auto">
              <a:xfrm>
                <a:off x="3272" y="397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4" name="Freeform 150"/>
              <p:cNvSpPr>
                <a:spLocks noChangeArrowheads="1"/>
              </p:cNvSpPr>
              <p:nvPr/>
            </p:nvSpPr>
            <p:spPr bwMode="auto">
              <a:xfrm>
                <a:off x="3272" y="3997"/>
                <a:ext cx="9" cy="11"/>
              </a:xfrm>
              <a:custGeom>
                <a:avLst/>
                <a:gdLst>
                  <a:gd name="T0" fmla="*/ 9 w 9"/>
                  <a:gd name="T1" fmla="*/ 0 h 11"/>
                  <a:gd name="T2" fmla="*/ 0 w 9"/>
                  <a:gd name="T3" fmla="*/ 0 h 11"/>
                  <a:gd name="T4" fmla="*/ 0 w 9"/>
                  <a:gd name="T5" fmla="*/ 6 h 11"/>
                  <a:gd name="T6" fmla="*/ 0 w 9"/>
                  <a:gd name="T7" fmla="*/ 11 h 11"/>
                  <a:gd name="T8" fmla="*/ 5 w 9"/>
                  <a:gd name="T9" fmla="*/ 11 h 11"/>
                  <a:gd name="T10" fmla="*/ 8 w 9"/>
                  <a:gd name="T11" fmla="*/ 11 h 11"/>
                  <a:gd name="T12" fmla="*/ 8 w 9"/>
                  <a:gd name="T13" fmla="*/ 2 h 11"/>
                  <a:gd name="T14" fmla="*/ 5 w 9"/>
                  <a:gd name="T15" fmla="*/ 2 h 11"/>
                  <a:gd name="T16" fmla="*/ 5 w 9"/>
                  <a:gd name="T17" fmla="*/ 6 h 11"/>
                  <a:gd name="T18" fmla="*/ 9 w 9"/>
                  <a:gd name="T19" fmla="*/ 6 h 11"/>
                  <a:gd name="T20" fmla="*/ 9 w 9"/>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9" y="0"/>
                    </a:moveTo>
                    <a:lnTo>
                      <a:pt x="0" y="0"/>
                    </a:lnTo>
                    <a:lnTo>
                      <a:pt x="0" y="6"/>
                    </a:lnTo>
                    <a:lnTo>
                      <a:pt x="0" y="11"/>
                    </a:lnTo>
                    <a:lnTo>
                      <a:pt x="5" y="11"/>
                    </a:lnTo>
                    <a:lnTo>
                      <a:pt x="8" y="11"/>
                    </a:lnTo>
                    <a:lnTo>
                      <a:pt x="8" y="2"/>
                    </a:lnTo>
                    <a:lnTo>
                      <a:pt x="5" y="2"/>
                    </a:lnTo>
                    <a:lnTo>
                      <a:pt x="5" y="6"/>
                    </a:lnTo>
                    <a:lnTo>
                      <a:pt x="9"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005" name="Rectangle 151"/>
              <p:cNvSpPr>
                <a:spLocks noChangeArrowheads="1"/>
              </p:cNvSpPr>
              <p:nvPr/>
            </p:nvSpPr>
            <p:spPr bwMode="auto">
              <a:xfrm>
                <a:off x="329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6" name="Rectangle 152"/>
              <p:cNvSpPr>
                <a:spLocks noChangeArrowheads="1"/>
              </p:cNvSpPr>
              <p:nvPr/>
            </p:nvSpPr>
            <p:spPr bwMode="auto">
              <a:xfrm>
                <a:off x="330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7" name="Rectangle 153"/>
              <p:cNvSpPr>
                <a:spLocks noChangeArrowheads="1"/>
              </p:cNvSpPr>
              <p:nvPr/>
            </p:nvSpPr>
            <p:spPr bwMode="auto">
              <a:xfrm>
                <a:off x="332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8" name="Rectangle 154"/>
              <p:cNvSpPr>
                <a:spLocks noChangeArrowheads="1"/>
              </p:cNvSpPr>
              <p:nvPr/>
            </p:nvSpPr>
            <p:spPr bwMode="auto">
              <a:xfrm>
                <a:off x="334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09" name="Rectangle 155"/>
              <p:cNvSpPr>
                <a:spLocks noChangeArrowheads="1"/>
              </p:cNvSpPr>
              <p:nvPr/>
            </p:nvSpPr>
            <p:spPr bwMode="auto">
              <a:xfrm>
                <a:off x="336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0" name="Rectangle 156"/>
              <p:cNvSpPr>
                <a:spLocks noChangeArrowheads="1"/>
              </p:cNvSpPr>
              <p:nvPr/>
            </p:nvSpPr>
            <p:spPr bwMode="auto">
              <a:xfrm>
                <a:off x="338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1" name="Rectangle 157"/>
              <p:cNvSpPr>
                <a:spLocks noChangeArrowheads="1"/>
              </p:cNvSpPr>
              <p:nvPr/>
            </p:nvSpPr>
            <p:spPr bwMode="auto">
              <a:xfrm>
                <a:off x="340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2" name="Rectangle 158"/>
              <p:cNvSpPr>
                <a:spLocks noChangeArrowheads="1"/>
              </p:cNvSpPr>
              <p:nvPr/>
            </p:nvSpPr>
            <p:spPr bwMode="auto">
              <a:xfrm>
                <a:off x="342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3" name="Rectangle 159"/>
              <p:cNvSpPr>
                <a:spLocks noChangeArrowheads="1"/>
              </p:cNvSpPr>
              <p:nvPr/>
            </p:nvSpPr>
            <p:spPr bwMode="auto">
              <a:xfrm>
                <a:off x="344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4" name="Rectangle 160"/>
              <p:cNvSpPr>
                <a:spLocks noChangeArrowheads="1"/>
              </p:cNvSpPr>
              <p:nvPr/>
            </p:nvSpPr>
            <p:spPr bwMode="auto">
              <a:xfrm>
                <a:off x="346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5" name="Rectangle 161"/>
              <p:cNvSpPr>
                <a:spLocks noChangeArrowheads="1"/>
              </p:cNvSpPr>
              <p:nvPr/>
            </p:nvSpPr>
            <p:spPr bwMode="auto">
              <a:xfrm>
                <a:off x="348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6" name="Rectangle 162"/>
              <p:cNvSpPr>
                <a:spLocks noChangeArrowheads="1"/>
              </p:cNvSpPr>
              <p:nvPr/>
            </p:nvSpPr>
            <p:spPr bwMode="auto">
              <a:xfrm>
                <a:off x="350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7" name="Rectangle 163"/>
              <p:cNvSpPr>
                <a:spLocks noChangeArrowheads="1"/>
              </p:cNvSpPr>
              <p:nvPr/>
            </p:nvSpPr>
            <p:spPr bwMode="auto">
              <a:xfrm>
                <a:off x="352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8" name="Rectangle 164"/>
              <p:cNvSpPr>
                <a:spLocks noChangeArrowheads="1"/>
              </p:cNvSpPr>
              <p:nvPr/>
            </p:nvSpPr>
            <p:spPr bwMode="auto">
              <a:xfrm>
                <a:off x="354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19" name="Rectangle 165"/>
              <p:cNvSpPr>
                <a:spLocks noChangeArrowheads="1"/>
              </p:cNvSpPr>
              <p:nvPr/>
            </p:nvSpPr>
            <p:spPr bwMode="auto">
              <a:xfrm>
                <a:off x="355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0" name="Rectangle 166"/>
              <p:cNvSpPr>
                <a:spLocks noChangeArrowheads="1"/>
              </p:cNvSpPr>
              <p:nvPr/>
            </p:nvSpPr>
            <p:spPr bwMode="auto">
              <a:xfrm>
                <a:off x="357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1" name="Rectangle 167"/>
              <p:cNvSpPr>
                <a:spLocks noChangeArrowheads="1"/>
              </p:cNvSpPr>
              <p:nvPr/>
            </p:nvSpPr>
            <p:spPr bwMode="auto">
              <a:xfrm>
                <a:off x="359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2" name="Rectangle 168"/>
              <p:cNvSpPr>
                <a:spLocks noChangeArrowheads="1"/>
              </p:cNvSpPr>
              <p:nvPr/>
            </p:nvSpPr>
            <p:spPr bwMode="auto">
              <a:xfrm>
                <a:off x="361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3" name="Rectangle 169"/>
              <p:cNvSpPr>
                <a:spLocks noChangeArrowheads="1"/>
              </p:cNvSpPr>
              <p:nvPr/>
            </p:nvSpPr>
            <p:spPr bwMode="auto">
              <a:xfrm>
                <a:off x="363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4" name="Rectangle 170"/>
              <p:cNvSpPr>
                <a:spLocks noChangeArrowheads="1"/>
              </p:cNvSpPr>
              <p:nvPr/>
            </p:nvSpPr>
            <p:spPr bwMode="auto">
              <a:xfrm>
                <a:off x="3655"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5" name="Rectangle 171"/>
              <p:cNvSpPr>
                <a:spLocks noChangeArrowheads="1"/>
              </p:cNvSpPr>
              <p:nvPr/>
            </p:nvSpPr>
            <p:spPr bwMode="auto">
              <a:xfrm>
                <a:off x="367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6" name="Rectangle 172"/>
              <p:cNvSpPr>
                <a:spLocks noChangeArrowheads="1"/>
              </p:cNvSpPr>
              <p:nvPr/>
            </p:nvSpPr>
            <p:spPr bwMode="auto">
              <a:xfrm>
                <a:off x="369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7" name="Rectangle 173"/>
              <p:cNvSpPr>
                <a:spLocks noChangeArrowheads="1"/>
              </p:cNvSpPr>
              <p:nvPr/>
            </p:nvSpPr>
            <p:spPr bwMode="auto">
              <a:xfrm>
                <a:off x="371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8" name="Rectangle 174"/>
              <p:cNvSpPr>
                <a:spLocks noChangeArrowheads="1"/>
              </p:cNvSpPr>
              <p:nvPr/>
            </p:nvSpPr>
            <p:spPr bwMode="auto">
              <a:xfrm>
                <a:off x="373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29" name="Rectangle 175"/>
              <p:cNvSpPr>
                <a:spLocks noChangeArrowheads="1"/>
              </p:cNvSpPr>
              <p:nvPr/>
            </p:nvSpPr>
            <p:spPr bwMode="auto">
              <a:xfrm>
                <a:off x="3751"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0" name="Rectangle 176"/>
              <p:cNvSpPr>
                <a:spLocks noChangeArrowheads="1"/>
              </p:cNvSpPr>
              <p:nvPr/>
            </p:nvSpPr>
            <p:spPr bwMode="auto">
              <a:xfrm>
                <a:off x="377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1" name="Rectangle 177"/>
              <p:cNvSpPr>
                <a:spLocks noChangeArrowheads="1"/>
              </p:cNvSpPr>
              <p:nvPr/>
            </p:nvSpPr>
            <p:spPr bwMode="auto">
              <a:xfrm>
                <a:off x="378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2" name="Rectangle 178"/>
              <p:cNvSpPr>
                <a:spLocks noChangeArrowheads="1"/>
              </p:cNvSpPr>
              <p:nvPr/>
            </p:nvSpPr>
            <p:spPr bwMode="auto">
              <a:xfrm>
                <a:off x="380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3" name="Rectangle 179"/>
              <p:cNvSpPr>
                <a:spLocks noChangeArrowheads="1"/>
              </p:cNvSpPr>
              <p:nvPr/>
            </p:nvSpPr>
            <p:spPr bwMode="auto">
              <a:xfrm>
                <a:off x="3828"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4" name="Rectangle 180"/>
              <p:cNvSpPr>
                <a:spLocks noChangeArrowheads="1"/>
              </p:cNvSpPr>
              <p:nvPr/>
            </p:nvSpPr>
            <p:spPr bwMode="auto">
              <a:xfrm>
                <a:off x="384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5" name="Rectangle 181"/>
              <p:cNvSpPr>
                <a:spLocks noChangeArrowheads="1"/>
              </p:cNvSpPr>
              <p:nvPr/>
            </p:nvSpPr>
            <p:spPr bwMode="auto">
              <a:xfrm>
                <a:off x="386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6" name="Rectangle 182"/>
              <p:cNvSpPr>
                <a:spLocks noChangeArrowheads="1"/>
              </p:cNvSpPr>
              <p:nvPr/>
            </p:nvSpPr>
            <p:spPr bwMode="auto">
              <a:xfrm>
                <a:off x="388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7" name="Rectangle 183"/>
              <p:cNvSpPr>
                <a:spLocks noChangeArrowheads="1"/>
              </p:cNvSpPr>
              <p:nvPr/>
            </p:nvSpPr>
            <p:spPr bwMode="auto">
              <a:xfrm>
                <a:off x="390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8" name="Rectangle 184"/>
              <p:cNvSpPr>
                <a:spLocks noChangeArrowheads="1"/>
              </p:cNvSpPr>
              <p:nvPr/>
            </p:nvSpPr>
            <p:spPr bwMode="auto">
              <a:xfrm>
                <a:off x="3924"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39" name="Rectangle 185"/>
              <p:cNvSpPr>
                <a:spLocks noChangeArrowheads="1"/>
              </p:cNvSpPr>
              <p:nvPr/>
            </p:nvSpPr>
            <p:spPr bwMode="auto">
              <a:xfrm>
                <a:off x="394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0" name="Rectangle 186"/>
              <p:cNvSpPr>
                <a:spLocks noChangeArrowheads="1"/>
              </p:cNvSpPr>
              <p:nvPr/>
            </p:nvSpPr>
            <p:spPr bwMode="auto">
              <a:xfrm>
                <a:off x="396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1" name="Rectangle 187"/>
              <p:cNvSpPr>
                <a:spLocks noChangeArrowheads="1"/>
              </p:cNvSpPr>
              <p:nvPr/>
            </p:nvSpPr>
            <p:spPr bwMode="auto">
              <a:xfrm>
                <a:off x="398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2" name="Rectangle 188"/>
              <p:cNvSpPr>
                <a:spLocks noChangeArrowheads="1"/>
              </p:cNvSpPr>
              <p:nvPr/>
            </p:nvSpPr>
            <p:spPr bwMode="auto">
              <a:xfrm>
                <a:off x="400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3" name="Rectangle 189"/>
              <p:cNvSpPr>
                <a:spLocks noChangeArrowheads="1"/>
              </p:cNvSpPr>
              <p:nvPr/>
            </p:nvSpPr>
            <p:spPr bwMode="auto">
              <a:xfrm>
                <a:off x="402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4" name="Rectangle 190"/>
              <p:cNvSpPr>
                <a:spLocks noChangeArrowheads="1"/>
              </p:cNvSpPr>
              <p:nvPr/>
            </p:nvSpPr>
            <p:spPr bwMode="auto">
              <a:xfrm>
                <a:off x="403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5" name="Rectangle 191"/>
              <p:cNvSpPr>
                <a:spLocks noChangeArrowheads="1"/>
              </p:cNvSpPr>
              <p:nvPr/>
            </p:nvSpPr>
            <p:spPr bwMode="auto">
              <a:xfrm>
                <a:off x="405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6" name="Rectangle 192"/>
              <p:cNvSpPr>
                <a:spLocks noChangeArrowheads="1"/>
              </p:cNvSpPr>
              <p:nvPr/>
            </p:nvSpPr>
            <p:spPr bwMode="auto">
              <a:xfrm>
                <a:off x="407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7" name="Rectangle 193"/>
              <p:cNvSpPr>
                <a:spLocks noChangeArrowheads="1"/>
              </p:cNvSpPr>
              <p:nvPr/>
            </p:nvSpPr>
            <p:spPr bwMode="auto">
              <a:xfrm>
                <a:off x="409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8" name="Rectangle 194"/>
              <p:cNvSpPr>
                <a:spLocks noChangeArrowheads="1"/>
              </p:cNvSpPr>
              <p:nvPr/>
            </p:nvSpPr>
            <p:spPr bwMode="auto">
              <a:xfrm>
                <a:off x="411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49" name="Rectangle 195"/>
              <p:cNvSpPr>
                <a:spLocks noChangeArrowheads="1"/>
              </p:cNvSpPr>
              <p:nvPr/>
            </p:nvSpPr>
            <p:spPr bwMode="auto">
              <a:xfrm>
                <a:off x="413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0" name="Rectangle 196"/>
              <p:cNvSpPr>
                <a:spLocks noChangeArrowheads="1"/>
              </p:cNvSpPr>
              <p:nvPr/>
            </p:nvSpPr>
            <p:spPr bwMode="auto">
              <a:xfrm>
                <a:off x="415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1" name="Rectangle 197"/>
              <p:cNvSpPr>
                <a:spLocks noChangeArrowheads="1"/>
              </p:cNvSpPr>
              <p:nvPr/>
            </p:nvSpPr>
            <p:spPr bwMode="auto">
              <a:xfrm>
                <a:off x="4165" y="399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2" name="Rectangle 198"/>
              <p:cNvSpPr>
                <a:spLocks noChangeArrowheads="1"/>
              </p:cNvSpPr>
              <p:nvPr/>
            </p:nvSpPr>
            <p:spPr bwMode="auto">
              <a:xfrm>
                <a:off x="4165" y="397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3" name="Rectangle 199"/>
              <p:cNvSpPr>
                <a:spLocks noChangeArrowheads="1"/>
              </p:cNvSpPr>
              <p:nvPr/>
            </p:nvSpPr>
            <p:spPr bwMode="auto">
              <a:xfrm>
                <a:off x="4165" y="3952"/>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4" name="Rectangle 200"/>
              <p:cNvSpPr>
                <a:spLocks noChangeArrowheads="1"/>
              </p:cNvSpPr>
              <p:nvPr/>
            </p:nvSpPr>
            <p:spPr bwMode="auto">
              <a:xfrm>
                <a:off x="4165" y="39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5" name="Rectangle 201"/>
              <p:cNvSpPr>
                <a:spLocks noChangeArrowheads="1"/>
              </p:cNvSpPr>
              <p:nvPr/>
            </p:nvSpPr>
            <p:spPr bwMode="auto">
              <a:xfrm>
                <a:off x="4165" y="3913"/>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6" name="Rectangle 202"/>
              <p:cNvSpPr>
                <a:spLocks noChangeArrowheads="1"/>
              </p:cNvSpPr>
              <p:nvPr/>
            </p:nvSpPr>
            <p:spPr bwMode="auto">
              <a:xfrm>
                <a:off x="4165" y="389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7" name="Rectangle 203"/>
              <p:cNvSpPr>
                <a:spLocks noChangeArrowheads="1"/>
              </p:cNvSpPr>
              <p:nvPr/>
            </p:nvSpPr>
            <p:spPr bwMode="auto">
              <a:xfrm>
                <a:off x="4165" y="387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8" name="Rectangle 204"/>
              <p:cNvSpPr>
                <a:spLocks noChangeArrowheads="1"/>
              </p:cNvSpPr>
              <p:nvPr/>
            </p:nvSpPr>
            <p:spPr bwMode="auto">
              <a:xfrm>
                <a:off x="4165" y="385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59" name="Rectangle 205"/>
              <p:cNvSpPr>
                <a:spLocks noChangeArrowheads="1"/>
              </p:cNvSpPr>
              <p:nvPr/>
            </p:nvSpPr>
            <p:spPr bwMode="auto">
              <a:xfrm>
                <a:off x="4165" y="3837"/>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0" name="Rectangle 206"/>
              <p:cNvSpPr>
                <a:spLocks noChangeArrowheads="1"/>
              </p:cNvSpPr>
              <p:nvPr/>
            </p:nvSpPr>
            <p:spPr bwMode="auto">
              <a:xfrm>
                <a:off x="4165" y="3817"/>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1" name="Rectangle 207"/>
              <p:cNvSpPr>
                <a:spLocks noChangeArrowheads="1"/>
              </p:cNvSpPr>
              <p:nvPr/>
            </p:nvSpPr>
            <p:spPr bwMode="auto">
              <a:xfrm>
                <a:off x="4165" y="3798"/>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2" name="Rectangle 208"/>
              <p:cNvSpPr>
                <a:spLocks noChangeArrowheads="1"/>
              </p:cNvSpPr>
              <p:nvPr/>
            </p:nvSpPr>
            <p:spPr bwMode="auto">
              <a:xfrm>
                <a:off x="4165" y="377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3" name="Rectangle 209"/>
              <p:cNvSpPr>
                <a:spLocks noChangeArrowheads="1"/>
              </p:cNvSpPr>
              <p:nvPr/>
            </p:nvSpPr>
            <p:spPr bwMode="auto">
              <a:xfrm>
                <a:off x="4165" y="3760"/>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4" name="Rectangle 210"/>
              <p:cNvSpPr>
                <a:spLocks noChangeArrowheads="1"/>
              </p:cNvSpPr>
              <p:nvPr/>
            </p:nvSpPr>
            <p:spPr bwMode="auto">
              <a:xfrm>
                <a:off x="4165" y="374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5" name="Rectangle 211"/>
              <p:cNvSpPr>
                <a:spLocks noChangeArrowheads="1"/>
              </p:cNvSpPr>
              <p:nvPr/>
            </p:nvSpPr>
            <p:spPr bwMode="auto">
              <a:xfrm>
                <a:off x="4165" y="372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6" name="Rectangle 212"/>
              <p:cNvSpPr>
                <a:spLocks noChangeArrowheads="1"/>
              </p:cNvSpPr>
              <p:nvPr/>
            </p:nvSpPr>
            <p:spPr bwMode="auto">
              <a:xfrm>
                <a:off x="4165" y="3702"/>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7" name="Rectangle 213"/>
              <p:cNvSpPr>
                <a:spLocks noChangeArrowheads="1"/>
              </p:cNvSpPr>
              <p:nvPr/>
            </p:nvSpPr>
            <p:spPr bwMode="auto">
              <a:xfrm>
                <a:off x="4165" y="368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8" name="Rectangle 214"/>
              <p:cNvSpPr>
                <a:spLocks noChangeArrowheads="1"/>
              </p:cNvSpPr>
              <p:nvPr/>
            </p:nvSpPr>
            <p:spPr bwMode="auto">
              <a:xfrm>
                <a:off x="4165" y="366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69" name="Rectangle 215"/>
              <p:cNvSpPr>
                <a:spLocks noChangeArrowheads="1"/>
              </p:cNvSpPr>
              <p:nvPr/>
            </p:nvSpPr>
            <p:spPr bwMode="auto">
              <a:xfrm>
                <a:off x="4165" y="364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0" name="Freeform 216"/>
              <p:cNvSpPr>
                <a:spLocks noChangeArrowheads="1"/>
              </p:cNvSpPr>
              <p:nvPr/>
            </p:nvSpPr>
            <p:spPr bwMode="auto">
              <a:xfrm>
                <a:off x="4163" y="3628"/>
                <a:ext cx="12" cy="9"/>
              </a:xfrm>
              <a:custGeom>
                <a:avLst/>
                <a:gdLst>
                  <a:gd name="T0" fmla="*/ 2 w 12"/>
                  <a:gd name="T1" fmla="*/ 7 h 9"/>
                  <a:gd name="T2" fmla="*/ 12 w 12"/>
                  <a:gd name="T3" fmla="*/ 7 h 9"/>
                  <a:gd name="T4" fmla="*/ 12 w 12"/>
                  <a:gd name="T5" fmla="*/ 4 h 9"/>
                  <a:gd name="T6" fmla="*/ 12 w 12"/>
                  <a:gd name="T7" fmla="*/ 0 h 9"/>
                  <a:gd name="T8" fmla="*/ 7 w 12"/>
                  <a:gd name="T9" fmla="*/ 0 h 9"/>
                  <a:gd name="T10" fmla="*/ 0 w 12"/>
                  <a:gd name="T11" fmla="*/ 0 h 9"/>
                  <a:gd name="T12" fmla="*/ 0 w 12"/>
                  <a:gd name="T13" fmla="*/ 9 h 9"/>
                  <a:gd name="T14" fmla="*/ 7 w 12"/>
                  <a:gd name="T15" fmla="*/ 9 h 9"/>
                  <a:gd name="T16" fmla="*/ 7 w 12"/>
                  <a:gd name="T17" fmla="*/ 4 h 9"/>
                  <a:gd name="T18" fmla="*/ 2 w 12"/>
                  <a:gd name="T19" fmla="*/ 4 h 9"/>
                  <a:gd name="T20" fmla="*/ 2 w 12"/>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9">
                    <a:moveTo>
                      <a:pt x="2" y="7"/>
                    </a:moveTo>
                    <a:lnTo>
                      <a:pt x="12" y="7"/>
                    </a:lnTo>
                    <a:lnTo>
                      <a:pt x="12" y="4"/>
                    </a:lnTo>
                    <a:lnTo>
                      <a:pt x="12" y="0"/>
                    </a:lnTo>
                    <a:lnTo>
                      <a:pt x="7" y="0"/>
                    </a:lnTo>
                    <a:lnTo>
                      <a:pt x="0" y="0"/>
                    </a:lnTo>
                    <a:lnTo>
                      <a:pt x="0" y="9"/>
                    </a:lnTo>
                    <a:lnTo>
                      <a:pt x="7" y="9"/>
                    </a:lnTo>
                    <a:lnTo>
                      <a:pt x="7" y="4"/>
                    </a:lnTo>
                    <a:lnTo>
                      <a:pt x="2" y="4"/>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071" name="Rectangle 217"/>
              <p:cNvSpPr>
                <a:spLocks noChangeArrowheads="1"/>
              </p:cNvSpPr>
              <p:nvPr/>
            </p:nvSpPr>
            <p:spPr bwMode="auto">
              <a:xfrm>
                <a:off x="414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2" name="Rectangle 218"/>
              <p:cNvSpPr>
                <a:spLocks noChangeArrowheads="1"/>
              </p:cNvSpPr>
              <p:nvPr/>
            </p:nvSpPr>
            <p:spPr bwMode="auto">
              <a:xfrm>
                <a:off x="412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3" name="Rectangle 219"/>
              <p:cNvSpPr>
                <a:spLocks noChangeArrowheads="1"/>
              </p:cNvSpPr>
              <p:nvPr/>
            </p:nvSpPr>
            <p:spPr bwMode="auto">
              <a:xfrm>
                <a:off x="410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4" name="Rectangle 220"/>
              <p:cNvSpPr>
                <a:spLocks noChangeArrowheads="1"/>
              </p:cNvSpPr>
              <p:nvPr/>
            </p:nvSpPr>
            <p:spPr bwMode="auto">
              <a:xfrm>
                <a:off x="408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5" name="Rectangle 221"/>
              <p:cNvSpPr>
                <a:spLocks noChangeArrowheads="1"/>
              </p:cNvSpPr>
              <p:nvPr/>
            </p:nvSpPr>
            <p:spPr bwMode="auto">
              <a:xfrm>
                <a:off x="406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6" name="Rectangle 222"/>
              <p:cNvSpPr>
                <a:spLocks noChangeArrowheads="1"/>
              </p:cNvSpPr>
              <p:nvPr/>
            </p:nvSpPr>
            <p:spPr bwMode="auto">
              <a:xfrm>
                <a:off x="404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7" name="Rectangle 223"/>
              <p:cNvSpPr>
                <a:spLocks noChangeArrowheads="1"/>
              </p:cNvSpPr>
              <p:nvPr/>
            </p:nvSpPr>
            <p:spPr bwMode="auto">
              <a:xfrm>
                <a:off x="402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8" name="Rectangle 224"/>
              <p:cNvSpPr>
                <a:spLocks noChangeArrowheads="1"/>
              </p:cNvSpPr>
              <p:nvPr/>
            </p:nvSpPr>
            <p:spPr bwMode="auto">
              <a:xfrm>
                <a:off x="400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79" name="Rectangle 225"/>
              <p:cNvSpPr>
                <a:spLocks noChangeArrowheads="1"/>
              </p:cNvSpPr>
              <p:nvPr/>
            </p:nvSpPr>
            <p:spPr bwMode="auto">
              <a:xfrm>
                <a:off x="3990"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0" name="Rectangle 226"/>
              <p:cNvSpPr>
                <a:spLocks noChangeArrowheads="1"/>
              </p:cNvSpPr>
              <p:nvPr/>
            </p:nvSpPr>
            <p:spPr bwMode="auto">
              <a:xfrm>
                <a:off x="397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1" name="Rectangle 227"/>
              <p:cNvSpPr>
                <a:spLocks noChangeArrowheads="1"/>
              </p:cNvSpPr>
              <p:nvPr/>
            </p:nvSpPr>
            <p:spPr bwMode="auto">
              <a:xfrm>
                <a:off x="395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2" name="Rectangle 228"/>
              <p:cNvSpPr>
                <a:spLocks noChangeArrowheads="1"/>
              </p:cNvSpPr>
              <p:nvPr/>
            </p:nvSpPr>
            <p:spPr bwMode="auto">
              <a:xfrm>
                <a:off x="393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3" name="Rectangle 229"/>
              <p:cNvSpPr>
                <a:spLocks noChangeArrowheads="1"/>
              </p:cNvSpPr>
              <p:nvPr/>
            </p:nvSpPr>
            <p:spPr bwMode="auto">
              <a:xfrm>
                <a:off x="391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4" name="Rectangle 230"/>
              <p:cNvSpPr>
                <a:spLocks noChangeArrowheads="1"/>
              </p:cNvSpPr>
              <p:nvPr/>
            </p:nvSpPr>
            <p:spPr bwMode="auto">
              <a:xfrm>
                <a:off x="3894"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5" name="Rectangle 231"/>
              <p:cNvSpPr>
                <a:spLocks noChangeArrowheads="1"/>
              </p:cNvSpPr>
              <p:nvPr/>
            </p:nvSpPr>
            <p:spPr bwMode="auto">
              <a:xfrm>
                <a:off x="387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6" name="Rectangle 232"/>
              <p:cNvSpPr>
                <a:spLocks noChangeArrowheads="1"/>
              </p:cNvSpPr>
              <p:nvPr/>
            </p:nvSpPr>
            <p:spPr bwMode="auto">
              <a:xfrm>
                <a:off x="385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7" name="Rectangle 233"/>
              <p:cNvSpPr>
                <a:spLocks noChangeArrowheads="1"/>
              </p:cNvSpPr>
              <p:nvPr/>
            </p:nvSpPr>
            <p:spPr bwMode="auto">
              <a:xfrm>
                <a:off x="383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8" name="Rectangle 234"/>
              <p:cNvSpPr>
                <a:spLocks noChangeArrowheads="1"/>
              </p:cNvSpPr>
              <p:nvPr/>
            </p:nvSpPr>
            <p:spPr bwMode="auto">
              <a:xfrm>
                <a:off x="381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89" name="Rectangle 235"/>
              <p:cNvSpPr>
                <a:spLocks noChangeArrowheads="1"/>
              </p:cNvSpPr>
              <p:nvPr/>
            </p:nvSpPr>
            <p:spPr bwMode="auto">
              <a:xfrm>
                <a:off x="3798"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0" name="Rectangle 236"/>
              <p:cNvSpPr>
                <a:spLocks noChangeArrowheads="1"/>
              </p:cNvSpPr>
              <p:nvPr/>
            </p:nvSpPr>
            <p:spPr bwMode="auto">
              <a:xfrm>
                <a:off x="377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1" name="Rectangle 237"/>
              <p:cNvSpPr>
                <a:spLocks noChangeArrowheads="1"/>
              </p:cNvSpPr>
              <p:nvPr/>
            </p:nvSpPr>
            <p:spPr bwMode="auto">
              <a:xfrm>
                <a:off x="375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2" name="Rectangle 238"/>
              <p:cNvSpPr>
                <a:spLocks noChangeArrowheads="1"/>
              </p:cNvSpPr>
              <p:nvPr/>
            </p:nvSpPr>
            <p:spPr bwMode="auto">
              <a:xfrm>
                <a:off x="374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3" name="Rectangle 239"/>
              <p:cNvSpPr>
                <a:spLocks noChangeArrowheads="1"/>
              </p:cNvSpPr>
              <p:nvPr/>
            </p:nvSpPr>
            <p:spPr bwMode="auto">
              <a:xfrm>
                <a:off x="3721"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4" name="Rectangle 240"/>
              <p:cNvSpPr>
                <a:spLocks noChangeArrowheads="1"/>
              </p:cNvSpPr>
              <p:nvPr/>
            </p:nvSpPr>
            <p:spPr bwMode="auto">
              <a:xfrm>
                <a:off x="370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5" name="Rectangle 241"/>
              <p:cNvSpPr>
                <a:spLocks noChangeArrowheads="1"/>
              </p:cNvSpPr>
              <p:nvPr/>
            </p:nvSpPr>
            <p:spPr bwMode="auto">
              <a:xfrm>
                <a:off x="368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6" name="Rectangle 242"/>
              <p:cNvSpPr>
                <a:spLocks noChangeArrowheads="1"/>
              </p:cNvSpPr>
              <p:nvPr/>
            </p:nvSpPr>
            <p:spPr bwMode="auto">
              <a:xfrm>
                <a:off x="366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7" name="Rectangle 243"/>
              <p:cNvSpPr>
                <a:spLocks noChangeArrowheads="1"/>
              </p:cNvSpPr>
              <p:nvPr/>
            </p:nvSpPr>
            <p:spPr bwMode="auto">
              <a:xfrm>
                <a:off x="364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8" name="Rectangle 244"/>
              <p:cNvSpPr>
                <a:spLocks noChangeArrowheads="1"/>
              </p:cNvSpPr>
              <p:nvPr/>
            </p:nvSpPr>
            <p:spPr bwMode="auto">
              <a:xfrm>
                <a:off x="3625"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099" name="Rectangle 245"/>
              <p:cNvSpPr>
                <a:spLocks noChangeArrowheads="1"/>
              </p:cNvSpPr>
              <p:nvPr/>
            </p:nvSpPr>
            <p:spPr bwMode="auto">
              <a:xfrm>
                <a:off x="360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0" name="Rectangle 246"/>
              <p:cNvSpPr>
                <a:spLocks noChangeArrowheads="1"/>
              </p:cNvSpPr>
              <p:nvPr/>
            </p:nvSpPr>
            <p:spPr bwMode="auto">
              <a:xfrm>
                <a:off x="358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1" name="Rectangle 247"/>
              <p:cNvSpPr>
                <a:spLocks noChangeArrowheads="1"/>
              </p:cNvSpPr>
              <p:nvPr/>
            </p:nvSpPr>
            <p:spPr bwMode="auto">
              <a:xfrm>
                <a:off x="356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2" name="Rectangle 248"/>
              <p:cNvSpPr>
                <a:spLocks noChangeArrowheads="1"/>
              </p:cNvSpPr>
              <p:nvPr/>
            </p:nvSpPr>
            <p:spPr bwMode="auto">
              <a:xfrm>
                <a:off x="354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3" name="Rectangle 249"/>
              <p:cNvSpPr>
                <a:spLocks noChangeArrowheads="1"/>
              </p:cNvSpPr>
              <p:nvPr/>
            </p:nvSpPr>
            <p:spPr bwMode="auto">
              <a:xfrm>
                <a:off x="352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4" name="Rectangle 250"/>
              <p:cNvSpPr>
                <a:spLocks noChangeArrowheads="1"/>
              </p:cNvSpPr>
              <p:nvPr/>
            </p:nvSpPr>
            <p:spPr bwMode="auto">
              <a:xfrm>
                <a:off x="350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5" name="Rectangle 251"/>
              <p:cNvSpPr>
                <a:spLocks noChangeArrowheads="1"/>
              </p:cNvSpPr>
              <p:nvPr/>
            </p:nvSpPr>
            <p:spPr bwMode="auto">
              <a:xfrm>
                <a:off x="349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6" name="Rectangle 252"/>
              <p:cNvSpPr>
                <a:spLocks noChangeArrowheads="1"/>
              </p:cNvSpPr>
              <p:nvPr/>
            </p:nvSpPr>
            <p:spPr bwMode="auto">
              <a:xfrm>
                <a:off x="347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7" name="Rectangle 253"/>
              <p:cNvSpPr>
                <a:spLocks noChangeArrowheads="1"/>
              </p:cNvSpPr>
              <p:nvPr/>
            </p:nvSpPr>
            <p:spPr bwMode="auto">
              <a:xfrm>
                <a:off x="345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8" name="Rectangle 254"/>
              <p:cNvSpPr>
                <a:spLocks noChangeArrowheads="1"/>
              </p:cNvSpPr>
              <p:nvPr/>
            </p:nvSpPr>
            <p:spPr bwMode="auto">
              <a:xfrm>
                <a:off x="343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09" name="Rectangle 255"/>
              <p:cNvSpPr>
                <a:spLocks noChangeArrowheads="1"/>
              </p:cNvSpPr>
              <p:nvPr/>
            </p:nvSpPr>
            <p:spPr bwMode="auto">
              <a:xfrm>
                <a:off x="341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0" name="Rectangle 256"/>
              <p:cNvSpPr>
                <a:spLocks noChangeArrowheads="1"/>
              </p:cNvSpPr>
              <p:nvPr/>
            </p:nvSpPr>
            <p:spPr bwMode="auto">
              <a:xfrm>
                <a:off x="339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1" name="Rectangle 257"/>
              <p:cNvSpPr>
                <a:spLocks noChangeArrowheads="1"/>
              </p:cNvSpPr>
              <p:nvPr/>
            </p:nvSpPr>
            <p:spPr bwMode="auto">
              <a:xfrm>
                <a:off x="337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2" name="Rectangle 258"/>
              <p:cNvSpPr>
                <a:spLocks noChangeArrowheads="1"/>
              </p:cNvSpPr>
              <p:nvPr/>
            </p:nvSpPr>
            <p:spPr bwMode="auto">
              <a:xfrm>
                <a:off x="335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3" name="Rectangle 259"/>
              <p:cNvSpPr>
                <a:spLocks noChangeArrowheads="1"/>
              </p:cNvSpPr>
              <p:nvPr/>
            </p:nvSpPr>
            <p:spPr bwMode="auto">
              <a:xfrm>
                <a:off x="333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4" name="Rectangle 260"/>
              <p:cNvSpPr>
                <a:spLocks noChangeArrowheads="1"/>
              </p:cNvSpPr>
              <p:nvPr/>
            </p:nvSpPr>
            <p:spPr bwMode="auto">
              <a:xfrm>
                <a:off x="331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5" name="Rectangle 261"/>
              <p:cNvSpPr>
                <a:spLocks noChangeArrowheads="1"/>
              </p:cNvSpPr>
              <p:nvPr/>
            </p:nvSpPr>
            <p:spPr bwMode="auto">
              <a:xfrm>
                <a:off x="329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116" name="Rectangle 262"/>
              <p:cNvSpPr>
                <a:spLocks noChangeArrowheads="1"/>
              </p:cNvSpPr>
              <p:nvPr/>
            </p:nvSpPr>
            <p:spPr bwMode="auto">
              <a:xfrm>
                <a:off x="327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grpSp>
        <p:grpSp>
          <p:nvGrpSpPr>
            <p:cNvPr id="37117" name="Group 263"/>
            <p:cNvGrpSpPr>
              <a:grpSpLocks/>
            </p:cNvGrpSpPr>
            <p:nvPr/>
          </p:nvGrpSpPr>
          <p:grpSpPr bwMode="auto">
            <a:xfrm>
              <a:off x="3273" y="3473"/>
              <a:ext cx="1085" cy="168"/>
              <a:chOff x="3273" y="3473"/>
              <a:chExt cx="1085" cy="168"/>
            </a:xfrm>
          </p:grpSpPr>
          <p:sp>
            <p:nvSpPr>
              <p:cNvPr id="37118" name="Freeform 264"/>
              <p:cNvSpPr>
                <a:spLocks noChangeArrowheads="1"/>
              </p:cNvSpPr>
              <p:nvPr/>
            </p:nvSpPr>
            <p:spPr bwMode="auto">
              <a:xfrm>
                <a:off x="3278" y="3478"/>
                <a:ext cx="1075" cy="158"/>
              </a:xfrm>
              <a:custGeom>
                <a:avLst/>
                <a:gdLst>
                  <a:gd name="T0" fmla="*/ 0 w 1075"/>
                  <a:gd name="T1" fmla="*/ 158 h 158"/>
                  <a:gd name="T2" fmla="*/ 888 w 1075"/>
                  <a:gd name="T3" fmla="*/ 158 h 158"/>
                  <a:gd name="T4" fmla="*/ 1075 w 1075"/>
                  <a:gd name="T5" fmla="*/ 0 h 158"/>
                  <a:gd name="T6" fmla="*/ 206 w 1075"/>
                  <a:gd name="T7" fmla="*/ 0 h 158"/>
                  <a:gd name="T8" fmla="*/ 0 w 1075"/>
                  <a:gd name="T9" fmla="*/ 150 h 158"/>
                  <a:gd name="T10" fmla="*/ 0 w 1075"/>
                  <a:gd name="T11" fmla="*/ 158 h 158"/>
                </a:gdLst>
                <a:ahLst/>
                <a:cxnLst>
                  <a:cxn ang="0">
                    <a:pos x="T0" y="T1"/>
                  </a:cxn>
                  <a:cxn ang="0">
                    <a:pos x="T2" y="T3"/>
                  </a:cxn>
                  <a:cxn ang="0">
                    <a:pos x="T4" y="T5"/>
                  </a:cxn>
                  <a:cxn ang="0">
                    <a:pos x="T6" y="T7"/>
                  </a:cxn>
                  <a:cxn ang="0">
                    <a:pos x="T8" y="T9"/>
                  </a:cxn>
                  <a:cxn ang="0">
                    <a:pos x="T10" y="T11"/>
                  </a:cxn>
                </a:cxnLst>
                <a:rect l="0" t="0" r="r" b="b"/>
                <a:pathLst>
                  <a:path w="1075" h="158">
                    <a:moveTo>
                      <a:pt x="0" y="158"/>
                    </a:moveTo>
                    <a:lnTo>
                      <a:pt x="888" y="158"/>
                    </a:lnTo>
                    <a:lnTo>
                      <a:pt x="1075" y="0"/>
                    </a:lnTo>
                    <a:lnTo>
                      <a:pt x="206" y="0"/>
                    </a:lnTo>
                    <a:lnTo>
                      <a:pt x="0" y="150"/>
                    </a:lnTo>
                    <a:lnTo>
                      <a:pt x="0" y="158"/>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19" name="Freeform 265"/>
              <p:cNvSpPr>
                <a:spLocks noChangeArrowheads="1"/>
              </p:cNvSpPr>
              <p:nvPr/>
            </p:nvSpPr>
            <p:spPr bwMode="auto">
              <a:xfrm>
                <a:off x="327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0" name="Freeform 266"/>
              <p:cNvSpPr>
                <a:spLocks noChangeArrowheads="1"/>
              </p:cNvSpPr>
              <p:nvPr/>
            </p:nvSpPr>
            <p:spPr bwMode="auto">
              <a:xfrm>
                <a:off x="329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1" name="Freeform 267"/>
              <p:cNvSpPr>
                <a:spLocks noChangeArrowheads="1"/>
              </p:cNvSpPr>
              <p:nvPr/>
            </p:nvSpPr>
            <p:spPr bwMode="auto">
              <a:xfrm>
                <a:off x="3311"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2" name="Freeform 268"/>
              <p:cNvSpPr>
                <a:spLocks noChangeArrowheads="1"/>
              </p:cNvSpPr>
              <p:nvPr/>
            </p:nvSpPr>
            <p:spPr bwMode="auto">
              <a:xfrm>
                <a:off x="3331"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3" name="Freeform 269"/>
              <p:cNvSpPr>
                <a:spLocks noChangeArrowheads="1"/>
              </p:cNvSpPr>
              <p:nvPr/>
            </p:nvSpPr>
            <p:spPr bwMode="auto">
              <a:xfrm>
                <a:off x="335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4" name="Freeform 270"/>
              <p:cNvSpPr>
                <a:spLocks noChangeArrowheads="1"/>
              </p:cNvSpPr>
              <p:nvPr/>
            </p:nvSpPr>
            <p:spPr bwMode="auto">
              <a:xfrm>
                <a:off x="336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5" name="Freeform 271"/>
              <p:cNvSpPr>
                <a:spLocks noChangeArrowheads="1"/>
              </p:cNvSpPr>
              <p:nvPr/>
            </p:nvSpPr>
            <p:spPr bwMode="auto">
              <a:xfrm>
                <a:off x="338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6" name="Freeform 272"/>
              <p:cNvSpPr>
                <a:spLocks noChangeArrowheads="1"/>
              </p:cNvSpPr>
              <p:nvPr/>
            </p:nvSpPr>
            <p:spPr bwMode="auto">
              <a:xfrm>
                <a:off x="340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7" name="Freeform 273"/>
              <p:cNvSpPr>
                <a:spLocks noChangeArrowheads="1"/>
              </p:cNvSpPr>
              <p:nvPr/>
            </p:nvSpPr>
            <p:spPr bwMode="auto">
              <a:xfrm>
                <a:off x="342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8" name="Freeform 274"/>
              <p:cNvSpPr>
                <a:spLocks noChangeArrowheads="1"/>
              </p:cNvSpPr>
              <p:nvPr/>
            </p:nvSpPr>
            <p:spPr bwMode="auto">
              <a:xfrm>
                <a:off x="3446"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29" name="Freeform 275"/>
              <p:cNvSpPr>
                <a:spLocks noChangeArrowheads="1"/>
              </p:cNvSpPr>
              <p:nvPr/>
            </p:nvSpPr>
            <p:spPr bwMode="auto">
              <a:xfrm>
                <a:off x="346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0" name="Freeform 276"/>
              <p:cNvSpPr>
                <a:spLocks noChangeArrowheads="1"/>
              </p:cNvSpPr>
              <p:nvPr/>
            </p:nvSpPr>
            <p:spPr bwMode="auto">
              <a:xfrm>
                <a:off x="348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1" name="Freeform 277"/>
              <p:cNvSpPr>
                <a:spLocks noChangeArrowheads="1"/>
              </p:cNvSpPr>
              <p:nvPr/>
            </p:nvSpPr>
            <p:spPr bwMode="auto">
              <a:xfrm>
                <a:off x="3503"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2" name="Freeform 278"/>
              <p:cNvSpPr>
                <a:spLocks noChangeArrowheads="1"/>
              </p:cNvSpPr>
              <p:nvPr/>
            </p:nvSpPr>
            <p:spPr bwMode="auto">
              <a:xfrm>
                <a:off x="352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3" name="Freeform 279"/>
              <p:cNvSpPr>
                <a:spLocks noChangeArrowheads="1"/>
              </p:cNvSpPr>
              <p:nvPr/>
            </p:nvSpPr>
            <p:spPr bwMode="auto">
              <a:xfrm>
                <a:off x="354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4" name="Freeform 280"/>
              <p:cNvSpPr>
                <a:spLocks noChangeArrowheads="1"/>
              </p:cNvSpPr>
              <p:nvPr/>
            </p:nvSpPr>
            <p:spPr bwMode="auto">
              <a:xfrm>
                <a:off x="356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5" name="Freeform 281"/>
              <p:cNvSpPr>
                <a:spLocks noChangeArrowheads="1"/>
              </p:cNvSpPr>
              <p:nvPr/>
            </p:nvSpPr>
            <p:spPr bwMode="auto">
              <a:xfrm>
                <a:off x="358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6" name="Freeform 282"/>
              <p:cNvSpPr>
                <a:spLocks noChangeArrowheads="1"/>
              </p:cNvSpPr>
              <p:nvPr/>
            </p:nvSpPr>
            <p:spPr bwMode="auto">
              <a:xfrm>
                <a:off x="3600"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7" name="Freeform 283"/>
              <p:cNvSpPr>
                <a:spLocks noChangeArrowheads="1"/>
              </p:cNvSpPr>
              <p:nvPr/>
            </p:nvSpPr>
            <p:spPr bwMode="auto">
              <a:xfrm>
                <a:off x="3619"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8" name="Freeform 284"/>
              <p:cNvSpPr>
                <a:spLocks noChangeArrowheads="1"/>
              </p:cNvSpPr>
              <p:nvPr/>
            </p:nvSpPr>
            <p:spPr bwMode="auto">
              <a:xfrm>
                <a:off x="363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39" name="Freeform 285"/>
              <p:cNvSpPr>
                <a:spLocks noChangeArrowheads="1"/>
              </p:cNvSpPr>
              <p:nvPr/>
            </p:nvSpPr>
            <p:spPr bwMode="auto">
              <a:xfrm>
                <a:off x="3657"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0" name="Freeform 286"/>
              <p:cNvSpPr>
                <a:spLocks noChangeArrowheads="1"/>
              </p:cNvSpPr>
              <p:nvPr/>
            </p:nvSpPr>
            <p:spPr bwMode="auto">
              <a:xfrm>
                <a:off x="3676"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1" name="Freeform 287"/>
              <p:cNvSpPr>
                <a:spLocks noChangeArrowheads="1"/>
              </p:cNvSpPr>
              <p:nvPr/>
            </p:nvSpPr>
            <p:spPr bwMode="auto">
              <a:xfrm>
                <a:off x="3696"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2" name="Freeform 288"/>
              <p:cNvSpPr>
                <a:spLocks noChangeArrowheads="1"/>
              </p:cNvSpPr>
              <p:nvPr/>
            </p:nvSpPr>
            <p:spPr bwMode="auto">
              <a:xfrm>
                <a:off x="3715"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3" name="Freeform 289"/>
              <p:cNvSpPr>
                <a:spLocks noChangeArrowheads="1"/>
              </p:cNvSpPr>
              <p:nvPr/>
            </p:nvSpPr>
            <p:spPr bwMode="auto">
              <a:xfrm>
                <a:off x="373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4" name="Freeform 290"/>
              <p:cNvSpPr>
                <a:spLocks noChangeArrowheads="1"/>
              </p:cNvSpPr>
              <p:nvPr/>
            </p:nvSpPr>
            <p:spPr bwMode="auto">
              <a:xfrm>
                <a:off x="375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5" name="Freeform 291"/>
              <p:cNvSpPr>
                <a:spLocks noChangeArrowheads="1"/>
              </p:cNvSpPr>
              <p:nvPr/>
            </p:nvSpPr>
            <p:spPr bwMode="auto">
              <a:xfrm>
                <a:off x="3772"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6" name="Freeform 292"/>
              <p:cNvSpPr>
                <a:spLocks noChangeArrowheads="1"/>
              </p:cNvSpPr>
              <p:nvPr/>
            </p:nvSpPr>
            <p:spPr bwMode="auto">
              <a:xfrm>
                <a:off x="3792"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7" name="Freeform 293"/>
              <p:cNvSpPr>
                <a:spLocks noChangeArrowheads="1"/>
              </p:cNvSpPr>
              <p:nvPr/>
            </p:nvSpPr>
            <p:spPr bwMode="auto">
              <a:xfrm>
                <a:off x="3811"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8" name="Freeform 294"/>
              <p:cNvSpPr>
                <a:spLocks noChangeArrowheads="1"/>
              </p:cNvSpPr>
              <p:nvPr/>
            </p:nvSpPr>
            <p:spPr bwMode="auto">
              <a:xfrm>
                <a:off x="3830"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49" name="Freeform 295"/>
              <p:cNvSpPr>
                <a:spLocks noChangeArrowheads="1"/>
              </p:cNvSpPr>
              <p:nvPr/>
            </p:nvSpPr>
            <p:spPr bwMode="auto">
              <a:xfrm>
                <a:off x="384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0" name="Freeform 296"/>
              <p:cNvSpPr>
                <a:spLocks noChangeArrowheads="1"/>
              </p:cNvSpPr>
              <p:nvPr/>
            </p:nvSpPr>
            <p:spPr bwMode="auto">
              <a:xfrm>
                <a:off x="3868"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1" name="Freeform 297"/>
              <p:cNvSpPr>
                <a:spLocks noChangeArrowheads="1"/>
              </p:cNvSpPr>
              <p:nvPr/>
            </p:nvSpPr>
            <p:spPr bwMode="auto">
              <a:xfrm>
                <a:off x="3888"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2" name="Freeform 298"/>
              <p:cNvSpPr>
                <a:spLocks noChangeArrowheads="1"/>
              </p:cNvSpPr>
              <p:nvPr/>
            </p:nvSpPr>
            <p:spPr bwMode="auto">
              <a:xfrm>
                <a:off x="3907"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3" name="Freeform 299"/>
              <p:cNvSpPr>
                <a:spLocks noChangeArrowheads="1"/>
              </p:cNvSpPr>
              <p:nvPr/>
            </p:nvSpPr>
            <p:spPr bwMode="auto">
              <a:xfrm>
                <a:off x="3926"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4" name="Freeform 300"/>
              <p:cNvSpPr>
                <a:spLocks noChangeArrowheads="1"/>
              </p:cNvSpPr>
              <p:nvPr/>
            </p:nvSpPr>
            <p:spPr bwMode="auto">
              <a:xfrm>
                <a:off x="394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5" name="Freeform 301"/>
              <p:cNvSpPr>
                <a:spLocks noChangeArrowheads="1"/>
              </p:cNvSpPr>
              <p:nvPr/>
            </p:nvSpPr>
            <p:spPr bwMode="auto">
              <a:xfrm>
                <a:off x="3964"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6" name="Freeform 302"/>
              <p:cNvSpPr>
                <a:spLocks noChangeArrowheads="1"/>
              </p:cNvSpPr>
              <p:nvPr/>
            </p:nvSpPr>
            <p:spPr bwMode="auto">
              <a:xfrm>
                <a:off x="3984"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7" name="Freeform 303"/>
              <p:cNvSpPr>
                <a:spLocks noChangeArrowheads="1"/>
              </p:cNvSpPr>
              <p:nvPr/>
            </p:nvSpPr>
            <p:spPr bwMode="auto">
              <a:xfrm>
                <a:off x="400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8" name="Freeform 304"/>
              <p:cNvSpPr>
                <a:spLocks noChangeArrowheads="1"/>
              </p:cNvSpPr>
              <p:nvPr/>
            </p:nvSpPr>
            <p:spPr bwMode="auto">
              <a:xfrm>
                <a:off x="402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59" name="Freeform 305"/>
              <p:cNvSpPr>
                <a:spLocks noChangeArrowheads="1"/>
              </p:cNvSpPr>
              <p:nvPr/>
            </p:nvSpPr>
            <p:spPr bwMode="auto">
              <a:xfrm>
                <a:off x="404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0" name="Freeform 306"/>
              <p:cNvSpPr>
                <a:spLocks noChangeArrowheads="1"/>
              </p:cNvSpPr>
              <p:nvPr/>
            </p:nvSpPr>
            <p:spPr bwMode="auto">
              <a:xfrm>
                <a:off x="406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1" name="Freeform 307"/>
              <p:cNvSpPr>
                <a:spLocks noChangeArrowheads="1"/>
              </p:cNvSpPr>
              <p:nvPr/>
            </p:nvSpPr>
            <p:spPr bwMode="auto">
              <a:xfrm>
                <a:off x="408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2" name="Freeform 308"/>
              <p:cNvSpPr>
                <a:spLocks noChangeArrowheads="1"/>
              </p:cNvSpPr>
              <p:nvPr/>
            </p:nvSpPr>
            <p:spPr bwMode="auto">
              <a:xfrm>
                <a:off x="409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3" name="Freeform 309"/>
              <p:cNvSpPr>
                <a:spLocks noChangeArrowheads="1"/>
              </p:cNvSpPr>
              <p:nvPr/>
            </p:nvSpPr>
            <p:spPr bwMode="auto">
              <a:xfrm>
                <a:off x="411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4" name="Freeform 310"/>
              <p:cNvSpPr>
                <a:spLocks noChangeArrowheads="1"/>
              </p:cNvSpPr>
              <p:nvPr/>
            </p:nvSpPr>
            <p:spPr bwMode="auto">
              <a:xfrm>
                <a:off x="413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5" name="Freeform 311"/>
              <p:cNvSpPr>
                <a:spLocks noChangeArrowheads="1"/>
              </p:cNvSpPr>
              <p:nvPr/>
            </p:nvSpPr>
            <p:spPr bwMode="auto">
              <a:xfrm>
                <a:off x="415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6" name="Freeform 312"/>
              <p:cNvSpPr>
                <a:spLocks noChangeArrowheads="1"/>
              </p:cNvSpPr>
              <p:nvPr/>
            </p:nvSpPr>
            <p:spPr bwMode="auto">
              <a:xfrm>
                <a:off x="4172" y="3622"/>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9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7" name="Freeform 313"/>
              <p:cNvSpPr>
                <a:spLocks noChangeArrowheads="1"/>
              </p:cNvSpPr>
              <p:nvPr/>
            </p:nvSpPr>
            <p:spPr bwMode="auto">
              <a:xfrm>
                <a:off x="4187" y="3610"/>
                <a:ext cx="9" cy="9"/>
              </a:xfrm>
              <a:custGeom>
                <a:avLst/>
                <a:gdLst>
                  <a:gd name="T0" fmla="*/ 1 w 9"/>
                  <a:gd name="T1" fmla="*/ 1 h 9"/>
                  <a:gd name="T2" fmla="*/ 0 w 9"/>
                  <a:gd name="T3" fmla="*/ 4 h 9"/>
                  <a:gd name="T4" fmla="*/ 1 w 9"/>
                  <a:gd name="T5" fmla="*/ 8 h 9"/>
                  <a:gd name="T6" fmla="*/ 4 w 9"/>
                  <a:gd name="T7" fmla="*/ 9 h 9"/>
                  <a:gd name="T8" fmla="*/ 8 w 9"/>
                  <a:gd name="T9" fmla="*/ 8 h 9"/>
                  <a:gd name="T10" fmla="*/ 8 w 9"/>
                  <a:gd name="T11" fmla="*/ 8 h 9"/>
                  <a:gd name="T12" fmla="*/ 9 w 9"/>
                  <a:gd name="T13" fmla="*/ 4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4" y="9"/>
                    </a:lnTo>
                    <a:lnTo>
                      <a:pt x="8" y="8"/>
                    </a:lnTo>
                    <a:lnTo>
                      <a:pt x="9" y="4"/>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8" name="Freeform 314"/>
              <p:cNvSpPr>
                <a:spLocks noChangeArrowheads="1"/>
              </p:cNvSpPr>
              <p:nvPr/>
            </p:nvSpPr>
            <p:spPr bwMode="auto">
              <a:xfrm>
                <a:off x="4202" y="3598"/>
                <a:ext cx="10" cy="9"/>
              </a:xfrm>
              <a:custGeom>
                <a:avLst/>
                <a:gdLst>
                  <a:gd name="T0" fmla="*/ 1 w 10"/>
                  <a:gd name="T1" fmla="*/ 1 h 9"/>
                  <a:gd name="T2" fmla="*/ 0 w 10"/>
                  <a:gd name="T3" fmla="*/ 4 h 9"/>
                  <a:gd name="T4" fmla="*/ 1 w 10"/>
                  <a:gd name="T5" fmla="*/ 7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7"/>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69" name="Freeform 315"/>
              <p:cNvSpPr>
                <a:spLocks noChangeArrowheads="1"/>
              </p:cNvSpPr>
              <p:nvPr/>
            </p:nvSpPr>
            <p:spPr bwMode="auto">
              <a:xfrm>
                <a:off x="4217" y="3584"/>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0" name="Freeform 316"/>
              <p:cNvSpPr>
                <a:spLocks noChangeArrowheads="1"/>
              </p:cNvSpPr>
              <p:nvPr/>
            </p:nvSpPr>
            <p:spPr bwMode="auto">
              <a:xfrm>
                <a:off x="4231" y="3572"/>
                <a:ext cx="10" cy="10"/>
              </a:xfrm>
              <a:custGeom>
                <a:avLst/>
                <a:gdLst>
                  <a:gd name="T0" fmla="*/ 1 w 10"/>
                  <a:gd name="T1" fmla="*/ 2 h 10"/>
                  <a:gd name="T2" fmla="*/ 0 w 10"/>
                  <a:gd name="T3" fmla="*/ 5 h 10"/>
                  <a:gd name="T4" fmla="*/ 1 w 10"/>
                  <a:gd name="T5" fmla="*/ 9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1" name="Freeform 317"/>
              <p:cNvSpPr>
                <a:spLocks noChangeArrowheads="1"/>
              </p:cNvSpPr>
              <p:nvPr/>
            </p:nvSpPr>
            <p:spPr bwMode="auto">
              <a:xfrm>
                <a:off x="4245" y="3560"/>
                <a:ext cx="10" cy="10"/>
              </a:xfrm>
              <a:custGeom>
                <a:avLst/>
                <a:gdLst>
                  <a:gd name="T0" fmla="*/ 2 w 10"/>
                  <a:gd name="T1" fmla="*/ 2 h 10"/>
                  <a:gd name="T2" fmla="*/ 0 w 10"/>
                  <a:gd name="T3" fmla="*/ 5 h 10"/>
                  <a:gd name="T4" fmla="*/ 2 w 10"/>
                  <a:gd name="T5" fmla="*/ 8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8"/>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2" name="Freeform 318"/>
              <p:cNvSpPr>
                <a:spLocks noChangeArrowheads="1"/>
              </p:cNvSpPr>
              <p:nvPr/>
            </p:nvSpPr>
            <p:spPr bwMode="auto">
              <a:xfrm>
                <a:off x="4260" y="3547"/>
                <a:ext cx="9" cy="10"/>
              </a:xfrm>
              <a:custGeom>
                <a:avLst/>
                <a:gdLst>
                  <a:gd name="T0" fmla="*/ 1 w 9"/>
                  <a:gd name="T1" fmla="*/ 1 h 10"/>
                  <a:gd name="T2" fmla="*/ 0 w 9"/>
                  <a:gd name="T3" fmla="*/ 5 h 10"/>
                  <a:gd name="T4" fmla="*/ 2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2"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3" name="Freeform 319"/>
              <p:cNvSpPr>
                <a:spLocks noChangeArrowheads="1"/>
              </p:cNvSpPr>
              <p:nvPr/>
            </p:nvSpPr>
            <p:spPr bwMode="auto">
              <a:xfrm>
                <a:off x="4275" y="3535"/>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4" name="Freeform 320"/>
              <p:cNvSpPr>
                <a:spLocks noChangeArrowheads="1"/>
              </p:cNvSpPr>
              <p:nvPr/>
            </p:nvSpPr>
            <p:spPr bwMode="auto">
              <a:xfrm>
                <a:off x="4290" y="3523"/>
                <a:ext cx="9" cy="10"/>
              </a:xfrm>
              <a:custGeom>
                <a:avLst/>
                <a:gdLst>
                  <a:gd name="T0" fmla="*/ 1 w 9"/>
                  <a:gd name="T1" fmla="*/ 1 h 10"/>
                  <a:gd name="T2" fmla="*/ 0 w 9"/>
                  <a:gd name="T3" fmla="*/ 5 h 10"/>
                  <a:gd name="T4" fmla="*/ 1 w 9"/>
                  <a:gd name="T5" fmla="*/ 7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7"/>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5" name="Freeform 321"/>
              <p:cNvSpPr>
                <a:spLocks noChangeArrowheads="1"/>
              </p:cNvSpPr>
              <p:nvPr/>
            </p:nvSpPr>
            <p:spPr bwMode="auto">
              <a:xfrm>
                <a:off x="4304" y="3510"/>
                <a:ext cx="10" cy="10"/>
              </a:xfrm>
              <a:custGeom>
                <a:avLst/>
                <a:gdLst>
                  <a:gd name="T0" fmla="*/ 1 w 10"/>
                  <a:gd name="T1" fmla="*/ 1 h 10"/>
                  <a:gd name="T2" fmla="*/ 0 w 10"/>
                  <a:gd name="T3" fmla="*/ 5 h 10"/>
                  <a:gd name="T4" fmla="*/ 1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6" name="Freeform 322"/>
              <p:cNvSpPr>
                <a:spLocks noChangeArrowheads="1"/>
              </p:cNvSpPr>
              <p:nvPr/>
            </p:nvSpPr>
            <p:spPr bwMode="auto">
              <a:xfrm>
                <a:off x="4319" y="3498"/>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7" name="Freeform 323"/>
              <p:cNvSpPr>
                <a:spLocks noChangeArrowheads="1"/>
              </p:cNvSpPr>
              <p:nvPr/>
            </p:nvSpPr>
            <p:spPr bwMode="auto">
              <a:xfrm>
                <a:off x="4334" y="3486"/>
                <a:ext cx="10" cy="10"/>
              </a:xfrm>
              <a:custGeom>
                <a:avLst/>
                <a:gdLst>
                  <a:gd name="T0" fmla="*/ 1 w 10"/>
                  <a:gd name="T1" fmla="*/ 1 h 10"/>
                  <a:gd name="T2" fmla="*/ 0 w 10"/>
                  <a:gd name="T3" fmla="*/ 5 h 10"/>
                  <a:gd name="T4" fmla="*/ 1 w 10"/>
                  <a:gd name="T5" fmla="*/ 7 h 10"/>
                  <a:gd name="T6" fmla="*/ 5 w 10"/>
                  <a:gd name="T7" fmla="*/ 10 h 10"/>
                  <a:gd name="T8" fmla="*/ 9 w 10"/>
                  <a:gd name="T9" fmla="*/ 8 h 10"/>
                  <a:gd name="T10" fmla="*/ 9 w 10"/>
                  <a:gd name="T11" fmla="*/ 8 h 10"/>
                  <a:gd name="T12" fmla="*/ 10 w 10"/>
                  <a:gd name="T13" fmla="*/ 5 h 10"/>
                  <a:gd name="T14" fmla="*/ 7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8"/>
                    </a:lnTo>
                    <a:lnTo>
                      <a:pt x="10" y="5"/>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8" name="Freeform 324"/>
              <p:cNvSpPr>
                <a:spLocks noChangeArrowheads="1"/>
              </p:cNvSpPr>
              <p:nvPr/>
            </p:nvSpPr>
            <p:spPr bwMode="auto">
              <a:xfrm>
                <a:off x="4349" y="3473"/>
                <a:ext cx="9" cy="9"/>
              </a:xfrm>
              <a:custGeom>
                <a:avLst/>
                <a:gdLst>
                  <a:gd name="T0" fmla="*/ 1 w 9"/>
                  <a:gd name="T1" fmla="*/ 1 h 9"/>
                  <a:gd name="T2" fmla="*/ 0 w 9"/>
                  <a:gd name="T3" fmla="*/ 5 h 9"/>
                  <a:gd name="T4" fmla="*/ 1 w 9"/>
                  <a:gd name="T5" fmla="*/ 8 h 9"/>
                  <a:gd name="T6" fmla="*/ 4 w 9"/>
                  <a:gd name="T7" fmla="*/ 9 h 9"/>
                  <a:gd name="T8" fmla="*/ 8 w 9"/>
                  <a:gd name="T9" fmla="*/ 8 h 9"/>
                  <a:gd name="T10" fmla="*/ 8 w 9"/>
                  <a:gd name="T11" fmla="*/ 8 h 9"/>
                  <a:gd name="T12" fmla="*/ 9 w 9"/>
                  <a:gd name="T13" fmla="*/ 5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5"/>
                    </a:lnTo>
                    <a:lnTo>
                      <a:pt x="1" y="8"/>
                    </a:lnTo>
                    <a:lnTo>
                      <a:pt x="4" y="9"/>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79" name="Freeform 325"/>
              <p:cNvSpPr>
                <a:spLocks noChangeArrowheads="1"/>
              </p:cNvSpPr>
              <p:nvPr/>
            </p:nvSpPr>
            <p:spPr bwMode="auto">
              <a:xfrm>
                <a:off x="432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0" name="Freeform 326"/>
              <p:cNvSpPr>
                <a:spLocks noChangeArrowheads="1"/>
              </p:cNvSpPr>
              <p:nvPr/>
            </p:nvSpPr>
            <p:spPr bwMode="auto">
              <a:xfrm>
                <a:off x="431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1" name="Freeform 327"/>
              <p:cNvSpPr>
                <a:spLocks noChangeArrowheads="1"/>
              </p:cNvSpPr>
              <p:nvPr/>
            </p:nvSpPr>
            <p:spPr bwMode="auto">
              <a:xfrm>
                <a:off x="4291"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2" name="Freeform 328"/>
              <p:cNvSpPr>
                <a:spLocks noChangeArrowheads="1"/>
              </p:cNvSpPr>
              <p:nvPr/>
            </p:nvSpPr>
            <p:spPr bwMode="auto">
              <a:xfrm>
                <a:off x="4272"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3" name="Freeform 329"/>
              <p:cNvSpPr>
                <a:spLocks noChangeArrowheads="1"/>
              </p:cNvSpPr>
              <p:nvPr/>
            </p:nvSpPr>
            <p:spPr bwMode="auto">
              <a:xfrm>
                <a:off x="4253"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4" name="Freeform 330"/>
              <p:cNvSpPr>
                <a:spLocks noChangeArrowheads="1"/>
              </p:cNvSpPr>
              <p:nvPr/>
            </p:nvSpPr>
            <p:spPr bwMode="auto">
              <a:xfrm>
                <a:off x="423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5" name="Freeform 331"/>
              <p:cNvSpPr>
                <a:spLocks noChangeArrowheads="1"/>
              </p:cNvSpPr>
              <p:nvPr/>
            </p:nvSpPr>
            <p:spPr bwMode="auto">
              <a:xfrm>
                <a:off x="421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6" name="Freeform 332"/>
              <p:cNvSpPr>
                <a:spLocks noChangeArrowheads="1"/>
              </p:cNvSpPr>
              <p:nvPr/>
            </p:nvSpPr>
            <p:spPr bwMode="auto">
              <a:xfrm>
                <a:off x="4195"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7" name="Freeform 333"/>
              <p:cNvSpPr>
                <a:spLocks noChangeArrowheads="1"/>
              </p:cNvSpPr>
              <p:nvPr/>
            </p:nvSpPr>
            <p:spPr bwMode="auto">
              <a:xfrm>
                <a:off x="4176"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8" name="Freeform 334"/>
              <p:cNvSpPr>
                <a:spLocks noChangeArrowheads="1"/>
              </p:cNvSpPr>
              <p:nvPr/>
            </p:nvSpPr>
            <p:spPr bwMode="auto">
              <a:xfrm>
                <a:off x="4157"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89" name="Freeform 335"/>
              <p:cNvSpPr>
                <a:spLocks noChangeArrowheads="1"/>
              </p:cNvSpPr>
              <p:nvPr/>
            </p:nvSpPr>
            <p:spPr bwMode="auto">
              <a:xfrm>
                <a:off x="413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0" name="Freeform 336"/>
              <p:cNvSpPr>
                <a:spLocks noChangeArrowheads="1"/>
              </p:cNvSpPr>
              <p:nvPr/>
            </p:nvSpPr>
            <p:spPr bwMode="auto">
              <a:xfrm>
                <a:off x="411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1" name="Freeform 337"/>
              <p:cNvSpPr>
                <a:spLocks noChangeArrowheads="1"/>
              </p:cNvSpPr>
              <p:nvPr/>
            </p:nvSpPr>
            <p:spPr bwMode="auto">
              <a:xfrm>
                <a:off x="4099"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2" name="Freeform 338"/>
              <p:cNvSpPr>
                <a:spLocks noChangeArrowheads="1"/>
              </p:cNvSpPr>
              <p:nvPr/>
            </p:nvSpPr>
            <p:spPr bwMode="auto">
              <a:xfrm>
                <a:off x="4080"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3" name="Freeform 339"/>
              <p:cNvSpPr>
                <a:spLocks noChangeArrowheads="1"/>
              </p:cNvSpPr>
              <p:nvPr/>
            </p:nvSpPr>
            <p:spPr bwMode="auto">
              <a:xfrm>
                <a:off x="406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4" name="Freeform 340"/>
              <p:cNvSpPr>
                <a:spLocks noChangeArrowheads="1"/>
              </p:cNvSpPr>
              <p:nvPr/>
            </p:nvSpPr>
            <p:spPr bwMode="auto">
              <a:xfrm>
                <a:off x="404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5" name="Freeform 341"/>
              <p:cNvSpPr>
                <a:spLocks noChangeArrowheads="1"/>
              </p:cNvSpPr>
              <p:nvPr/>
            </p:nvSpPr>
            <p:spPr bwMode="auto">
              <a:xfrm>
                <a:off x="402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6" name="Freeform 342"/>
              <p:cNvSpPr>
                <a:spLocks noChangeArrowheads="1"/>
              </p:cNvSpPr>
              <p:nvPr/>
            </p:nvSpPr>
            <p:spPr bwMode="auto">
              <a:xfrm>
                <a:off x="400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7" name="Freeform 343"/>
              <p:cNvSpPr>
                <a:spLocks noChangeArrowheads="1"/>
              </p:cNvSpPr>
              <p:nvPr/>
            </p:nvSpPr>
            <p:spPr bwMode="auto">
              <a:xfrm>
                <a:off x="3984"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8" name="Freeform 344"/>
              <p:cNvSpPr>
                <a:spLocks noChangeArrowheads="1"/>
              </p:cNvSpPr>
              <p:nvPr/>
            </p:nvSpPr>
            <p:spPr bwMode="auto">
              <a:xfrm>
                <a:off x="396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199" name="Freeform 345"/>
              <p:cNvSpPr>
                <a:spLocks noChangeArrowheads="1"/>
              </p:cNvSpPr>
              <p:nvPr/>
            </p:nvSpPr>
            <p:spPr bwMode="auto">
              <a:xfrm>
                <a:off x="3945"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0" name="Freeform 346"/>
              <p:cNvSpPr>
                <a:spLocks noChangeArrowheads="1"/>
              </p:cNvSpPr>
              <p:nvPr/>
            </p:nvSpPr>
            <p:spPr bwMode="auto">
              <a:xfrm>
                <a:off x="3926"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1" name="Freeform 347"/>
              <p:cNvSpPr>
                <a:spLocks noChangeArrowheads="1"/>
              </p:cNvSpPr>
              <p:nvPr/>
            </p:nvSpPr>
            <p:spPr bwMode="auto">
              <a:xfrm>
                <a:off x="3907"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2" name="Freeform 348"/>
              <p:cNvSpPr>
                <a:spLocks noChangeArrowheads="1"/>
              </p:cNvSpPr>
              <p:nvPr/>
            </p:nvSpPr>
            <p:spPr bwMode="auto">
              <a:xfrm>
                <a:off x="3888"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3" name="Freeform 349"/>
              <p:cNvSpPr>
                <a:spLocks noChangeArrowheads="1"/>
              </p:cNvSpPr>
              <p:nvPr/>
            </p:nvSpPr>
            <p:spPr bwMode="auto">
              <a:xfrm>
                <a:off x="386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4" name="Freeform 350"/>
              <p:cNvSpPr>
                <a:spLocks noChangeArrowheads="1"/>
              </p:cNvSpPr>
              <p:nvPr/>
            </p:nvSpPr>
            <p:spPr bwMode="auto">
              <a:xfrm>
                <a:off x="384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5" name="Freeform 351"/>
              <p:cNvSpPr>
                <a:spLocks noChangeArrowheads="1"/>
              </p:cNvSpPr>
              <p:nvPr/>
            </p:nvSpPr>
            <p:spPr bwMode="auto">
              <a:xfrm>
                <a:off x="3830"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6" name="Freeform 352"/>
              <p:cNvSpPr>
                <a:spLocks noChangeArrowheads="1"/>
              </p:cNvSpPr>
              <p:nvPr/>
            </p:nvSpPr>
            <p:spPr bwMode="auto">
              <a:xfrm>
                <a:off x="3811"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7" name="Freeform 353"/>
              <p:cNvSpPr>
                <a:spLocks noChangeArrowheads="1"/>
              </p:cNvSpPr>
              <p:nvPr/>
            </p:nvSpPr>
            <p:spPr bwMode="auto">
              <a:xfrm>
                <a:off x="3792"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8" name="Freeform 354"/>
              <p:cNvSpPr>
                <a:spLocks noChangeArrowheads="1"/>
              </p:cNvSpPr>
              <p:nvPr/>
            </p:nvSpPr>
            <p:spPr bwMode="auto">
              <a:xfrm>
                <a:off x="3772"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09" name="Freeform 355"/>
              <p:cNvSpPr>
                <a:spLocks noChangeArrowheads="1"/>
              </p:cNvSpPr>
              <p:nvPr/>
            </p:nvSpPr>
            <p:spPr bwMode="auto">
              <a:xfrm>
                <a:off x="375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0" name="Freeform 356"/>
              <p:cNvSpPr>
                <a:spLocks noChangeArrowheads="1"/>
              </p:cNvSpPr>
              <p:nvPr/>
            </p:nvSpPr>
            <p:spPr bwMode="auto">
              <a:xfrm>
                <a:off x="3734"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1" name="Freeform 357"/>
              <p:cNvSpPr>
                <a:spLocks noChangeArrowheads="1"/>
              </p:cNvSpPr>
              <p:nvPr/>
            </p:nvSpPr>
            <p:spPr bwMode="auto">
              <a:xfrm>
                <a:off x="3715"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2" name="Freeform 358"/>
              <p:cNvSpPr>
                <a:spLocks noChangeArrowheads="1"/>
              </p:cNvSpPr>
              <p:nvPr/>
            </p:nvSpPr>
            <p:spPr bwMode="auto">
              <a:xfrm>
                <a:off x="3696"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3" name="Freeform 359"/>
              <p:cNvSpPr>
                <a:spLocks noChangeArrowheads="1"/>
              </p:cNvSpPr>
              <p:nvPr/>
            </p:nvSpPr>
            <p:spPr bwMode="auto">
              <a:xfrm>
                <a:off x="3676"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4" name="Freeform 360"/>
              <p:cNvSpPr>
                <a:spLocks noChangeArrowheads="1"/>
              </p:cNvSpPr>
              <p:nvPr/>
            </p:nvSpPr>
            <p:spPr bwMode="auto">
              <a:xfrm>
                <a:off x="365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5" name="Freeform 361"/>
              <p:cNvSpPr>
                <a:spLocks noChangeArrowheads="1"/>
              </p:cNvSpPr>
              <p:nvPr/>
            </p:nvSpPr>
            <p:spPr bwMode="auto">
              <a:xfrm>
                <a:off x="3638"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6" name="Freeform 362"/>
              <p:cNvSpPr>
                <a:spLocks noChangeArrowheads="1"/>
              </p:cNvSpPr>
              <p:nvPr/>
            </p:nvSpPr>
            <p:spPr bwMode="auto">
              <a:xfrm>
                <a:off x="3619"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7" name="Freeform 363"/>
              <p:cNvSpPr>
                <a:spLocks noChangeArrowheads="1"/>
              </p:cNvSpPr>
              <p:nvPr/>
            </p:nvSpPr>
            <p:spPr bwMode="auto">
              <a:xfrm>
                <a:off x="3600"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8" name="Freeform 364"/>
              <p:cNvSpPr>
                <a:spLocks noChangeArrowheads="1"/>
              </p:cNvSpPr>
              <p:nvPr/>
            </p:nvSpPr>
            <p:spPr bwMode="auto">
              <a:xfrm>
                <a:off x="358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19" name="Freeform 365"/>
              <p:cNvSpPr>
                <a:spLocks noChangeArrowheads="1"/>
              </p:cNvSpPr>
              <p:nvPr/>
            </p:nvSpPr>
            <p:spPr bwMode="auto">
              <a:xfrm>
                <a:off x="356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0" name="Freeform 366"/>
              <p:cNvSpPr>
                <a:spLocks noChangeArrowheads="1"/>
              </p:cNvSpPr>
              <p:nvPr/>
            </p:nvSpPr>
            <p:spPr bwMode="auto">
              <a:xfrm>
                <a:off x="354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1" name="Freeform 367"/>
              <p:cNvSpPr>
                <a:spLocks noChangeArrowheads="1"/>
              </p:cNvSpPr>
              <p:nvPr/>
            </p:nvSpPr>
            <p:spPr bwMode="auto">
              <a:xfrm>
                <a:off x="352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2" name="Freeform 368"/>
              <p:cNvSpPr>
                <a:spLocks noChangeArrowheads="1"/>
              </p:cNvSpPr>
              <p:nvPr/>
            </p:nvSpPr>
            <p:spPr bwMode="auto">
              <a:xfrm>
                <a:off x="350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3" name="Freeform 369"/>
              <p:cNvSpPr>
                <a:spLocks noChangeArrowheads="1"/>
              </p:cNvSpPr>
              <p:nvPr/>
            </p:nvSpPr>
            <p:spPr bwMode="auto">
              <a:xfrm>
                <a:off x="348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4" name="Freeform 370"/>
              <p:cNvSpPr>
                <a:spLocks noChangeArrowheads="1"/>
              </p:cNvSpPr>
              <p:nvPr/>
            </p:nvSpPr>
            <p:spPr bwMode="auto">
              <a:xfrm>
                <a:off x="3469" y="3481"/>
                <a:ext cx="9" cy="10"/>
              </a:xfrm>
              <a:custGeom>
                <a:avLst/>
                <a:gdLst>
                  <a:gd name="T0" fmla="*/ 8 w 9"/>
                  <a:gd name="T1" fmla="*/ 9 h 10"/>
                  <a:gd name="T2" fmla="*/ 9 w 9"/>
                  <a:gd name="T3" fmla="*/ 5 h 10"/>
                  <a:gd name="T4" fmla="*/ 7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7"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5" name="Freeform 371"/>
              <p:cNvSpPr>
                <a:spLocks noChangeArrowheads="1"/>
              </p:cNvSpPr>
              <p:nvPr/>
            </p:nvSpPr>
            <p:spPr bwMode="auto">
              <a:xfrm>
                <a:off x="3453" y="3492"/>
                <a:ext cx="10" cy="10"/>
              </a:xfrm>
              <a:custGeom>
                <a:avLst/>
                <a:gdLst>
                  <a:gd name="T0" fmla="*/ 8 w 10"/>
                  <a:gd name="T1" fmla="*/ 8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8 h 10"/>
                  <a:gd name="T16" fmla="*/ 5 w 10"/>
                  <a:gd name="T17" fmla="*/ 10 h 10"/>
                  <a:gd name="T18" fmla="*/ 8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8"/>
                    </a:moveTo>
                    <a:lnTo>
                      <a:pt x="10" y="5"/>
                    </a:lnTo>
                    <a:lnTo>
                      <a:pt x="8" y="1"/>
                    </a:lnTo>
                    <a:lnTo>
                      <a:pt x="5" y="0"/>
                    </a:lnTo>
                    <a:lnTo>
                      <a:pt x="1" y="1"/>
                    </a:lnTo>
                    <a:lnTo>
                      <a:pt x="0" y="5"/>
                    </a:lnTo>
                    <a:lnTo>
                      <a:pt x="1"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6" name="Freeform 372"/>
              <p:cNvSpPr>
                <a:spLocks noChangeArrowheads="1"/>
              </p:cNvSpPr>
              <p:nvPr/>
            </p:nvSpPr>
            <p:spPr bwMode="auto">
              <a:xfrm>
                <a:off x="3437" y="350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7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7"/>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7" name="Freeform 373"/>
              <p:cNvSpPr>
                <a:spLocks noChangeArrowheads="1"/>
              </p:cNvSpPr>
              <p:nvPr/>
            </p:nvSpPr>
            <p:spPr bwMode="auto">
              <a:xfrm>
                <a:off x="3422" y="3515"/>
                <a:ext cx="9" cy="9"/>
              </a:xfrm>
              <a:custGeom>
                <a:avLst/>
                <a:gdLst>
                  <a:gd name="T0" fmla="*/ 8 w 9"/>
                  <a:gd name="T1" fmla="*/ 8 h 9"/>
                  <a:gd name="T2" fmla="*/ 9 w 9"/>
                  <a:gd name="T3" fmla="*/ 5 h 9"/>
                  <a:gd name="T4" fmla="*/ 8 w 9"/>
                  <a:gd name="T5" fmla="*/ 1 h 9"/>
                  <a:gd name="T6" fmla="*/ 5 w 9"/>
                  <a:gd name="T7" fmla="*/ 0 h 9"/>
                  <a:gd name="T8" fmla="*/ 1 w 9"/>
                  <a:gd name="T9" fmla="*/ 1 h 9"/>
                  <a:gd name="T10" fmla="*/ 1 w 9"/>
                  <a:gd name="T11" fmla="*/ 1 h 9"/>
                  <a:gd name="T12" fmla="*/ 0 w 9"/>
                  <a:gd name="T13" fmla="*/ 5 h 9"/>
                  <a:gd name="T14" fmla="*/ 1 w 9"/>
                  <a:gd name="T15" fmla="*/ 8 h 9"/>
                  <a:gd name="T16" fmla="*/ 5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5"/>
                    </a:lnTo>
                    <a:lnTo>
                      <a:pt x="8" y="1"/>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8" name="Freeform 374"/>
              <p:cNvSpPr>
                <a:spLocks noChangeArrowheads="1"/>
              </p:cNvSpPr>
              <p:nvPr/>
            </p:nvSpPr>
            <p:spPr bwMode="auto">
              <a:xfrm>
                <a:off x="3406" y="3526"/>
                <a:ext cx="10" cy="9"/>
              </a:xfrm>
              <a:custGeom>
                <a:avLst/>
                <a:gdLst>
                  <a:gd name="T0" fmla="*/ 9 w 10"/>
                  <a:gd name="T1" fmla="*/ 8 h 9"/>
                  <a:gd name="T2" fmla="*/ 10 w 10"/>
                  <a:gd name="T3" fmla="*/ 4 h 9"/>
                  <a:gd name="T4" fmla="*/ 9 w 10"/>
                  <a:gd name="T5" fmla="*/ 2 h 9"/>
                  <a:gd name="T6" fmla="*/ 5 w 10"/>
                  <a:gd name="T7" fmla="*/ 0 h 9"/>
                  <a:gd name="T8" fmla="*/ 1 w 10"/>
                  <a:gd name="T9" fmla="*/ 1 h 9"/>
                  <a:gd name="T10" fmla="*/ 1 w 10"/>
                  <a:gd name="T11" fmla="*/ 1 h 9"/>
                  <a:gd name="T12" fmla="*/ 0 w 10"/>
                  <a:gd name="T13" fmla="*/ 4 h 9"/>
                  <a:gd name="T14" fmla="*/ 1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4"/>
                    </a:lnTo>
                    <a:lnTo>
                      <a:pt x="9" y="2"/>
                    </a:lnTo>
                    <a:lnTo>
                      <a:pt x="5" y="0"/>
                    </a:lnTo>
                    <a:lnTo>
                      <a:pt x="1" y="1"/>
                    </a:lnTo>
                    <a:lnTo>
                      <a:pt x="0" y="4"/>
                    </a:lnTo>
                    <a:lnTo>
                      <a:pt x="1"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29" name="Freeform 375"/>
              <p:cNvSpPr>
                <a:spLocks noChangeArrowheads="1"/>
              </p:cNvSpPr>
              <p:nvPr/>
            </p:nvSpPr>
            <p:spPr bwMode="auto">
              <a:xfrm>
                <a:off x="3391" y="3538"/>
                <a:ext cx="9" cy="9"/>
              </a:xfrm>
              <a:custGeom>
                <a:avLst/>
                <a:gdLst>
                  <a:gd name="T0" fmla="*/ 8 w 9"/>
                  <a:gd name="T1" fmla="*/ 8 h 9"/>
                  <a:gd name="T2" fmla="*/ 9 w 9"/>
                  <a:gd name="T3" fmla="*/ 4 h 9"/>
                  <a:gd name="T4" fmla="*/ 8 w 9"/>
                  <a:gd name="T5" fmla="*/ 1 h 9"/>
                  <a:gd name="T6" fmla="*/ 4 w 9"/>
                  <a:gd name="T7" fmla="*/ 0 h 9"/>
                  <a:gd name="T8" fmla="*/ 1 w 9"/>
                  <a:gd name="T9" fmla="*/ 1 h 9"/>
                  <a:gd name="T10" fmla="*/ 1 w 9"/>
                  <a:gd name="T11" fmla="*/ 1 h 9"/>
                  <a:gd name="T12" fmla="*/ 0 w 9"/>
                  <a:gd name="T13" fmla="*/ 4 h 9"/>
                  <a:gd name="T14" fmla="*/ 1 w 9"/>
                  <a:gd name="T15" fmla="*/ 8 h 9"/>
                  <a:gd name="T16" fmla="*/ 4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4"/>
                    </a:lnTo>
                    <a:lnTo>
                      <a:pt x="8" y="1"/>
                    </a:lnTo>
                    <a:lnTo>
                      <a:pt x="4" y="0"/>
                    </a:lnTo>
                    <a:lnTo>
                      <a:pt x="1" y="1"/>
                    </a:lnTo>
                    <a:lnTo>
                      <a:pt x="0" y="4"/>
                    </a:lnTo>
                    <a:lnTo>
                      <a:pt x="1" y="8"/>
                    </a:lnTo>
                    <a:lnTo>
                      <a:pt x="4"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0" name="Freeform 376"/>
              <p:cNvSpPr>
                <a:spLocks noChangeArrowheads="1"/>
              </p:cNvSpPr>
              <p:nvPr/>
            </p:nvSpPr>
            <p:spPr bwMode="auto">
              <a:xfrm>
                <a:off x="3375" y="3548"/>
                <a:ext cx="10" cy="10"/>
              </a:xfrm>
              <a:custGeom>
                <a:avLst/>
                <a:gdLst>
                  <a:gd name="T0" fmla="*/ 8 w 10"/>
                  <a:gd name="T1" fmla="*/ 9 h 10"/>
                  <a:gd name="T2" fmla="*/ 10 w 10"/>
                  <a:gd name="T3" fmla="*/ 5 h 10"/>
                  <a:gd name="T4" fmla="*/ 8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2"/>
                    </a:lnTo>
                    <a:lnTo>
                      <a:pt x="5" y="0"/>
                    </a:lnTo>
                    <a:lnTo>
                      <a:pt x="1" y="2"/>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1" name="Freeform 377"/>
              <p:cNvSpPr>
                <a:spLocks noChangeArrowheads="1"/>
              </p:cNvSpPr>
              <p:nvPr/>
            </p:nvSpPr>
            <p:spPr bwMode="auto">
              <a:xfrm>
                <a:off x="3359" y="3560"/>
                <a:ext cx="10" cy="10"/>
              </a:xfrm>
              <a:custGeom>
                <a:avLst/>
                <a:gdLst>
                  <a:gd name="T0" fmla="*/ 9 w 10"/>
                  <a:gd name="T1" fmla="*/ 9 h 10"/>
                  <a:gd name="T2" fmla="*/ 10 w 10"/>
                  <a:gd name="T3" fmla="*/ 5 h 10"/>
                  <a:gd name="T4" fmla="*/ 9 w 10"/>
                  <a:gd name="T5" fmla="*/ 2 h 10"/>
                  <a:gd name="T6" fmla="*/ 5 w 10"/>
                  <a:gd name="T7" fmla="*/ 0 h 10"/>
                  <a:gd name="T8" fmla="*/ 2 w 10"/>
                  <a:gd name="T9" fmla="*/ 2 h 10"/>
                  <a:gd name="T10" fmla="*/ 2 w 10"/>
                  <a:gd name="T11" fmla="*/ 2 h 10"/>
                  <a:gd name="T12" fmla="*/ 0 w 10"/>
                  <a:gd name="T13" fmla="*/ 5 h 10"/>
                  <a:gd name="T14" fmla="*/ 2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2" y="2"/>
                    </a:lnTo>
                    <a:lnTo>
                      <a:pt x="0" y="5"/>
                    </a:lnTo>
                    <a:lnTo>
                      <a:pt x="2"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2" name="Freeform 378"/>
              <p:cNvSpPr>
                <a:spLocks noChangeArrowheads="1"/>
              </p:cNvSpPr>
              <p:nvPr/>
            </p:nvSpPr>
            <p:spPr bwMode="auto">
              <a:xfrm>
                <a:off x="3344" y="3571"/>
                <a:ext cx="9" cy="10"/>
              </a:xfrm>
              <a:custGeom>
                <a:avLst/>
                <a:gdLst>
                  <a:gd name="T0" fmla="*/ 8 w 9"/>
                  <a:gd name="T1" fmla="*/ 9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1 w 9"/>
                  <a:gd name="T15" fmla="*/ 9 h 10"/>
                  <a:gd name="T16" fmla="*/ 5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3" name="Freeform 379"/>
              <p:cNvSpPr>
                <a:spLocks noChangeArrowheads="1"/>
              </p:cNvSpPr>
              <p:nvPr/>
            </p:nvSpPr>
            <p:spPr bwMode="auto">
              <a:xfrm>
                <a:off x="3328" y="3583"/>
                <a:ext cx="10" cy="10"/>
              </a:xfrm>
              <a:custGeom>
                <a:avLst/>
                <a:gdLst>
                  <a:gd name="T0" fmla="*/ 9 w 10"/>
                  <a:gd name="T1" fmla="*/ 9 h 10"/>
                  <a:gd name="T2" fmla="*/ 10 w 10"/>
                  <a:gd name="T3" fmla="*/ 5 h 10"/>
                  <a:gd name="T4" fmla="*/ 9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1" y="1"/>
                    </a:lnTo>
                    <a:lnTo>
                      <a:pt x="0" y="5"/>
                    </a:lnTo>
                    <a:lnTo>
                      <a:pt x="1" y="7"/>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4" name="Freeform 380"/>
              <p:cNvSpPr>
                <a:spLocks noChangeArrowheads="1"/>
              </p:cNvSpPr>
              <p:nvPr/>
            </p:nvSpPr>
            <p:spPr bwMode="auto">
              <a:xfrm>
                <a:off x="3313" y="3594"/>
                <a:ext cx="9" cy="10"/>
              </a:xfrm>
              <a:custGeom>
                <a:avLst/>
                <a:gdLst>
                  <a:gd name="T0" fmla="*/ 8 w 9"/>
                  <a:gd name="T1" fmla="*/ 8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8 h 10"/>
                  <a:gd name="T16" fmla="*/ 4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4" y="0"/>
                    </a:lnTo>
                    <a:lnTo>
                      <a:pt x="1" y="1"/>
                    </a:lnTo>
                    <a:lnTo>
                      <a:pt x="0" y="5"/>
                    </a:lnTo>
                    <a:lnTo>
                      <a:pt x="1" y="8"/>
                    </a:lnTo>
                    <a:lnTo>
                      <a:pt x="4"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5" name="Freeform 381"/>
              <p:cNvSpPr>
                <a:spLocks noChangeArrowheads="1"/>
              </p:cNvSpPr>
              <p:nvPr/>
            </p:nvSpPr>
            <p:spPr bwMode="auto">
              <a:xfrm>
                <a:off x="3297" y="3605"/>
                <a:ext cx="10" cy="9"/>
              </a:xfrm>
              <a:custGeom>
                <a:avLst/>
                <a:gdLst>
                  <a:gd name="T0" fmla="*/ 8 w 10"/>
                  <a:gd name="T1" fmla="*/ 8 h 9"/>
                  <a:gd name="T2" fmla="*/ 10 w 10"/>
                  <a:gd name="T3" fmla="*/ 5 h 9"/>
                  <a:gd name="T4" fmla="*/ 8 w 10"/>
                  <a:gd name="T5" fmla="*/ 2 h 9"/>
                  <a:gd name="T6" fmla="*/ 5 w 10"/>
                  <a:gd name="T7" fmla="*/ 0 h 9"/>
                  <a:gd name="T8" fmla="*/ 1 w 10"/>
                  <a:gd name="T9" fmla="*/ 1 h 9"/>
                  <a:gd name="T10" fmla="*/ 1 w 10"/>
                  <a:gd name="T11" fmla="*/ 1 h 9"/>
                  <a:gd name="T12" fmla="*/ 0 w 10"/>
                  <a:gd name="T13" fmla="*/ 5 h 9"/>
                  <a:gd name="T14" fmla="*/ 1 w 10"/>
                  <a:gd name="T15" fmla="*/ 8 h 9"/>
                  <a:gd name="T16" fmla="*/ 5 w 10"/>
                  <a:gd name="T17" fmla="*/ 9 h 9"/>
                  <a:gd name="T18" fmla="*/ 8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8" y="8"/>
                    </a:moveTo>
                    <a:lnTo>
                      <a:pt x="10" y="5"/>
                    </a:lnTo>
                    <a:lnTo>
                      <a:pt x="8" y="2"/>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6" name="Freeform 382"/>
              <p:cNvSpPr>
                <a:spLocks noChangeArrowheads="1"/>
              </p:cNvSpPr>
              <p:nvPr/>
            </p:nvSpPr>
            <p:spPr bwMode="auto">
              <a:xfrm>
                <a:off x="3281" y="3617"/>
                <a:ext cx="10" cy="9"/>
              </a:xfrm>
              <a:custGeom>
                <a:avLst/>
                <a:gdLst>
                  <a:gd name="T0" fmla="*/ 9 w 10"/>
                  <a:gd name="T1" fmla="*/ 8 h 9"/>
                  <a:gd name="T2" fmla="*/ 10 w 10"/>
                  <a:gd name="T3" fmla="*/ 5 h 9"/>
                  <a:gd name="T4" fmla="*/ 9 w 10"/>
                  <a:gd name="T5" fmla="*/ 1 h 9"/>
                  <a:gd name="T6" fmla="*/ 5 w 10"/>
                  <a:gd name="T7" fmla="*/ 0 h 9"/>
                  <a:gd name="T8" fmla="*/ 2 w 10"/>
                  <a:gd name="T9" fmla="*/ 1 h 9"/>
                  <a:gd name="T10" fmla="*/ 2 w 10"/>
                  <a:gd name="T11" fmla="*/ 1 h 9"/>
                  <a:gd name="T12" fmla="*/ 0 w 10"/>
                  <a:gd name="T13" fmla="*/ 5 h 9"/>
                  <a:gd name="T14" fmla="*/ 2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5"/>
                    </a:lnTo>
                    <a:lnTo>
                      <a:pt x="9" y="1"/>
                    </a:lnTo>
                    <a:lnTo>
                      <a:pt x="5" y="0"/>
                    </a:lnTo>
                    <a:lnTo>
                      <a:pt x="2" y="1"/>
                    </a:lnTo>
                    <a:lnTo>
                      <a:pt x="0" y="5"/>
                    </a:lnTo>
                    <a:lnTo>
                      <a:pt x="2"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grpSp>
          <p:nvGrpSpPr>
            <p:cNvPr id="37237" name="Group 383"/>
            <p:cNvGrpSpPr>
              <a:grpSpLocks/>
            </p:cNvGrpSpPr>
            <p:nvPr/>
          </p:nvGrpSpPr>
          <p:grpSpPr bwMode="auto">
            <a:xfrm>
              <a:off x="4160" y="3474"/>
              <a:ext cx="198" cy="535"/>
              <a:chOff x="4160" y="3474"/>
              <a:chExt cx="198" cy="535"/>
            </a:xfrm>
          </p:grpSpPr>
          <p:sp>
            <p:nvSpPr>
              <p:cNvPr id="37238" name="Freeform 384"/>
              <p:cNvSpPr>
                <a:spLocks noChangeArrowheads="1"/>
              </p:cNvSpPr>
              <p:nvPr/>
            </p:nvSpPr>
            <p:spPr bwMode="auto">
              <a:xfrm>
                <a:off x="4165" y="3478"/>
                <a:ext cx="188" cy="531"/>
              </a:xfrm>
              <a:custGeom>
                <a:avLst/>
                <a:gdLst>
                  <a:gd name="T0" fmla="*/ 0 w 188"/>
                  <a:gd name="T1" fmla="*/ 156 h 531"/>
                  <a:gd name="T2" fmla="*/ 0 w 188"/>
                  <a:gd name="T3" fmla="*/ 531 h 531"/>
                  <a:gd name="T4" fmla="*/ 188 w 188"/>
                  <a:gd name="T5" fmla="*/ 313 h 531"/>
                  <a:gd name="T6" fmla="*/ 188 w 188"/>
                  <a:gd name="T7" fmla="*/ 0 h 531"/>
                  <a:gd name="T8" fmla="*/ 0 w 188"/>
                  <a:gd name="T9" fmla="*/ 156 h 531"/>
                </a:gdLst>
                <a:ahLst/>
                <a:cxnLst>
                  <a:cxn ang="0">
                    <a:pos x="T0" y="T1"/>
                  </a:cxn>
                  <a:cxn ang="0">
                    <a:pos x="T2" y="T3"/>
                  </a:cxn>
                  <a:cxn ang="0">
                    <a:pos x="T4" y="T5"/>
                  </a:cxn>
                  <a:cxn ang="0">
                    <a:pos x="T6" y="T7"/>
                  </a:cxn>
                  <a:cxn ang="0">
                    <a:pos x="T8" y="T9"/>
                  </a:cxn>
                </a:cxnLst>
                <a:rect l="0" t="0" r="r" b="b"/>
                <a:pathLst>
                  <a:path w="188" h="531">
                    <a:moveTo>
                      <a:pt x="0" y="156"/>
                    </a:moveTo>
                    <a:lnTo>
                      <a:pt x="0" y="531"/>
                    </a:lnTo>
                    <a:lnTo>
                      <a:pt x="188" y="313"/>
                    </a:lnTo>
                    <a:lnTo>
                      <a:pt x="188" y="0"/>
                    </a:lnTo>
                    <a:lnTo>
                      <a:pt x="0" y="156"/>
                    </a:lnTo>
                    <a:close/>
                  </a:path>
                </a:pathLst>
              </a:custGeom>
              <a:solidFill>
                <a:srgbClr val="6767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39" name="Freeform 385"/>
              <p:cNvSpPr>
                <a:spLocks noChangeArrowheads="1"/>
              </p:cNvSpPr>
              <p:nvPr/>
            </p:nvSpPr>
            <p:spPr bwMode="auto">
              <a:xfrm>
                <a:off x="4160" y="3629"/>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0" name="Freeform 386"/>
              <p:cNvSpPr>
                <a:spLocks noChangeArrowheads="1"/>
              </p:cNvSpPr>
              <p:nvPr/>
            </p:nvSpPr>
            <p:spPr bwMode="auto">
              <a:xfrm>
                <a:off x="4160" y="3648"/>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1" name="Freeform 387"/>
              <p:cNvSpPr>
                <a:spLocks noChangeArrowheads="1"/>
              </p:cNvSpPr>
              <p:nvPr/>
            </p:nvSpPr>
            <p:spPr bwMode="auto">
              <a:xfrm>
                <a:off x="4160" y="366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2" name="Freeform 388"/>
              <p:cNvSpPr>
                <a:spLocks noChangeArrowheads="1"/>
              </p:cNvSpPr>
              <p:nvPr/>
            </p:nvSpPr>
            <p:spPr bwMode="auto">
              <a:xfrm>
                <a:off x="4160" y="3686"/>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3" name="Freeform 389"/>
              <p:cNvSpPr>
                <a:spLocks noChangeArrowheads="1"/>
              </p:cNvSpPr>
              <p:nvPr/>
            </p:nvSpPr>
            <p:spPr bwMode="auto">
              <a:xfrm>
                <a:off x="4160" y="3706"/>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4" name="Freeform 390"/>
              <p:cNvSpPr>
                <a:spLocks noChangeArrowheads="1"/>
              </p:cNvSpPr>
              <p:nvPr/>
            </p:nvSpPr>
            <p:spPr bwMode="auto">
              <a:xfrm>
                <a:off x="4160" y="3725"/>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5" name="Freeform 391"/>
              <p:cNvSpPr>
                <a:spLocks noChangeArrowheads="1"/>
              </p:cNvSpPr>
              <p:nvPr/>
            </p:nvSpPr>
            <p:spPr bwMode="auto">
              <a:xfrm>
                <a:off x="4160" y="3744"/>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6" name="Freeform 392"/>
              <p:cNvSpPr>
                <a:spLocks noChangeArrowheads="1"/>
              </p:cNvSpPr>
              <p:nvPr/>
            </p:nvSpPr>
            <p:spPr bwMode="auto">
              <a:xfrm>
                <a:off x="4160" y="3763"/>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7" name="Freeform 393"/>
              <p:cNvSpPr>
                <a:spLocks noChangeArrowheads="1"/>
              </p:cNvSpPr>
              <p:nvPr/>
            </p:nvSpPr>
            <p:spPr bwMode="auto">
              <a:xfrm>
                <a:off x="4160" y="3782"/>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8" name="Freeform 394"/>
              <p:cNvSpPr>
                <a:spLocks noChangeArrowheads="1"/>
              </p:cNvSpPr>
              <p:nvPr/>
            </p:nvSpPr>
            <p:spPr bwMode="auto">
              <a:xfrm>
                <a:off x="4160" y="3802"/>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49" name="Freeform 395"/>
              <p:cNvSpPr>
                <a:spLocks noChangeArrowheads="1"/>
              </p:cNvSpPr>
              <p:nvPr/>
            </p:nvSpPr>
            <p:spPr bwMode="auto">
              <a:xfrm>
                <a:off x="4160" y="3821"/>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0" name="Freeform 396"/>
              <p:cNvSpPr>
                <a:spLocks noChangeArrowheads="1"/>
              </p:cNvSpPr>
              <p:nvPr/>
            </p:nvSpPr>
            <p:spPr bwMode="auto">
              <a:xfrm>
                <a:off x="4160" y="3840"/>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1" name="Freeform 397"/>
              <p:cNvSpPr>
                <a:spLocks noChangeArrowheads="1"/>
              </p:cNvSpPr>
              <p:nvPr/>
            </p:nvSpPr>
            <p:spPr bwMode="auto">
              <a:xfrm>
                <a:off x="4160" y="3859"/>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2" name="Freeform 398"/>
              <p:cNvSpPr>
                <a:spLocks noChangeArrowheads="1"/>
              </p:cNvSpPr>
              <p:nvPr/>
            </p:nvSpPr>
            <p:spPr bwMode="auto">
              <a:xfrm>
                <a:off x="4160" y="3879"/>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3" name="Freeform 399"/>
              <p:cNvSpPr>
                <a:spLocks noChangeArrowheads="1"/>
              </p:cNvSpPr>
              <p:nvPr/>
            </p:nvSpPr>
            <p:spPr bwMode="auto">
              <a:xfrm>
                <a:off x="4160" y="3898"/>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4" name="Freeform 400"/>
              <p:cNvSpPr>
                <a:spLocks noChangeArrowheads="1"/>
              </p:cNvSpPr>
              <p:nvPr/>
            </p:nvSpPr>
            <p:spPr bwMode="auto">
              <a:xfrm>
                <a:off x="4160" y="391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5" name="Freeform 401"/>
              <p:cNvSpPr>
                <a:spLocks noChangeArrowheads="1"/>
              </p:cNvSpPr>
              <p:nvPr/>
            </p:nvSpPr>
            <p:spPr bwMode="auto">
              <a:xfrm>
                <a:off x="4160" y="3936"/>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6" name="Freeform 402"/>
              <p:cNvSpPr>
                <a:spLocks noChangeArrowheads="1"/>
              </p:cNvSpPr>
              <p:nvPr/>
            </p:nvSpPr>
            <p:spPr bwMode="auto">
              <a:xfrm>
                <a:off x="4160" y="3955"/>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7" name="Freeform 403"/>
              <p:cNvSpPr>
                <a:spLocks noChangeArrowheads="1"/>
              </p:cNvSpPr>
              <p:nvPr/>
            </p:nvSpPr>
            <p:spPr bwMode="auto">
              <a:xfrm>
                <a:off x="4160" y="3975"/>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8" name="Freeform 404"/>
              <p:cNvSpPr>
                <a:spLocks noChangeArrowheads="1"/>
              </p:cNvSpPr>
              <p:nvPr/>
            </p:nvSpPr>
            <p:spPr bwMode="auto">
              <a:xfrm>
                <a:off x="4160" y="3994"/>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59" name="Freeform 405"/>
              <p:cNvSpPr>
                <a:spLocks noChangeArrowheads="1"/>
              </p:cNvSpPr>
              <p:nvPr/>
            </p:nvSpPr>
            <p:spPr bwMode="auto">
              <a:xfrm>
                <a:off x="4166" y="3999"/>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0" name="Freeform 406"/>
              <p:cNvSpPr>
                <a:spLocks noChangeArrowheads="1"/>
              </p:cNvSpPr>
              <p:nvPr/>
            </p:nvSpPr>
            <p:spPr bwMode="auto">
              <a:xfrm>
                <a:off x="4178" y="3984"/>
                <a:ext cx="10" cy="10"/>
              </a:xfrm>
              <a:custGeom>
                <a:avLst/>
                <a:gdLst>
                  <a:gd name="T0" fmla="*/ 1 w 10"/>
                  <a:gd name="T1" fmla="*/ 1 h 10"/>
                  <a:gd name="T2" fmla="*/ 0 w 10"/>
                  <a:gd name="T3" fmla="*/ 5 h 10"/>
                  <a:gd name="T4" fmla="*/ 1 w 10"/>
                  <a:gd name="T5" fmla="*/ 7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9"/>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1" name="Freeform 407"/>
              <p:cNvSpPr>
                <a:spLocks noChangeArrowheads="1"/>
              </p:cNvSpPr>
              <p:nvPr/>
            </p:nvSpPr>
            <p:spPr bwMode="auto">
              <a:xfrm>
                <a:off x="4190" y="3969"/>
                <a:ext cx="10" cy="9"/>
              </a:xfrm>
              <a:custGeom>
                <a:avLst/>
                <a:gdLst>
                  <a:gd name="T0" fmla="*/ 1 w 10"/>
                  <a:gd name="T1" fmla="*/ 1 h 9"/>
                  <a:gd name="T2" fmla="*/ 0 w 10"/>
                  <a:gd name="T3" fmla="*/ 4 h 9"/>
                  <a:gd name="T4" fmla="*/ 3 w 10"/>
                  <a:gd name="T5" fmla="*/ 8 h 9"/>
                  <a:gd name="T6" fmla="*/ 5 w 10"/>
                  <a:gd name="T7" fmla="*/ 9 h 9"/>
                  <a:gd name="T8" fmla="*/ 9 w 10"/>
                  <a:gd name="T9" fmla="*/ 8 h 9"/>
                  <a:gd name="T10" fmla="*/ 9 w 10"/>
                  <a:gd name="T11" fmla="*/ 8 h 9"/>
                  <a:gd name="T12" fmla="*/ 10 w 10"/>
                  <a:gd name="T13" fmla="*/ 4 h 9"/>
                  <a:gd name="T14" fmla="*/ 9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3" y="8"/>
                    </a:lnTo>
                    <a:lnTo>
                      <a:pt x="5" y="9"/>
                    </a:lnTo>
                    <a:lnTo>
                      <a:pt x="9" y="8"/>
                    </a:lnTo>
                    <a:lnTo>
                      <a:pt x="10" y="4"/>
                    </a:lnTo>
                    <a:lnTo>
                      <a:pt x="9"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2" name="Freeform 408"/>
              <p:cNvSpPr>
                <a:spLocks noChangeArrowheads="1"/>
              </p:cNvSpPr>
              <p:nvPr/>
            </p:nvSpPr>
            <p:spPr bwMode="auto">
              <a:xfrm>
                <a:off x="4203" y="3954"/>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3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3"/>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3" name="Freeform 409"/>
              <p:cNvSpPr>
                <a:spLocks noChangeArrowheads="1"/>
              </p:cNvSpPr>
              <p:nvPr/>
            </p:nvSpPr>
            <p:spPr bwMode="auto">
              <a:xfrm>
                <a:off x="4215" y="3940"/>
                <a:ext cx="10" cy="9"/>
              </a:xfrm>
              <a:custGeom>
                <a:avLst/>
                <a:gdLst>
                  <a:gd name="T0" fmla="*/ 2 w 10"/>
                  <a:gd name="T1" fmla="*/ 1 h 9"/>
                  <a:gd name="T2" fmla="*/ 0 w 10"/>
                  <a:gd name="T3" fmla="*/ 5 h 9"/>
                  <a:gd name="T4" fmla="*/ 3 w 10"/>
                  <a:gd name="T5" fmla="*/ 8 h 9"/>
                  <a:gd name="T6" fmla="*/ 5 w 10"/>
                  <a:gd name="T7" fmla="*/ 9 h 9"/>
                  <a:gd name="T8" fmla="*/ 9 w 10"/>
                  <a:gd name="T9" fmla="*/ 8 h 9"/>
                  <a:gd name="T10" fmla="*/ 9 w 10"/>
                  <a:gd name="T11" fmla="*/ 8 h 9"/>
                  <a:gd name="T12" fmla="*/ 10 w 10"/>
                  <a:gd name="T13" fmla="*/ 5 h 9"/>
                  <a:gd name="T14" fmla="*/ 9 w 10"/>
                  <a:gd name="T15" fmla="*/ 1 h 9"/>
                  <a:gd name="T16" fmla="*/ 5 w 10"/>
                  <a:gd name="T17" fmla="*/ 0 h 9"/>
                  <a:gd name="T18" fmla="*/ 2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2" y="1"/>
                    </a:moveTo>
                    <a:lnTo>
                      <a:pt x="0" y="5"/>
                    </a:lnTo>
                    <a:lnTo>
                      <a:pt x="3" y="8"/>
                    </a:lnTo>
                    <a:lnTo>
                      <a:pt x="5" y="9"/>
                    </a:lnTo>
                    <a:lnTo>
                      <a:pt x="9" y="8"/>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4" name="Freeform 410"/>
              <p:cNvSpPr>
                <a:spLocks noChangeArrowheads="1"/>
              </p:cNvSpPr>
              <p:nvPr/>
            </p:nvSpPr>
            <p:spPr bwMode="auto">
              <a:xfrm>
                <a:off x="4229" y="3925"/>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5" name="Freeform 411"/>
              <p:cNvSpPr>
                <a:spLocks noChangeArrowheads="1"/>
              </p:cNvSpPr>
              <p:nvPr/>
            </p:nvSpPr>
            <p:spPr bwMode="auto">
              <a:xfrm>
                <a:off x="4241" y="3911"/>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6" name="Freeform 412"/>
              <p:cNvSpPr>
                <a:spLocks noChangeArrowheads="1"/>
              </p:cNvSpPr>
              <p:nvPr/>
            </p:nvSpPr>
            <p:spPr bwMode="auto">
              <a:xfrm>
                <a:off x="4254" y="3897"/>
                <a:ext cx="9" cy="9"/>
              </a:xfrm>
              <a:custGeom>
                <a:avLst/>
                <a:gdLst>
                  <a:gd name="T0" fmla="*/ 1 w 9"/>
                  <a:gd name="T1" fmla="*/ 1 h 9"/>
                  <a:gd name="T2" fmla="*/ 0 w 9"/>
                  <a:gd name="T3" fmla="*/ 4 h 9"/>
                  <a:gd name="T4" fmla="*/ 1 w 9"/>
                  <a:gd name="T5" fmla="*/ 8 h 9"/>
                  <a:gd name="T6" fmla="*/ 5 w 9"/>
                  <a:gd name="T7" fmla="*/ 9 h 9"/>
                  <a:gd name="T8" fmla="*/ 8 w 9"/>
                  <a:gd name="T9" fmla="*/ 8 h 9"/>
                  <a:gd name="T10" fmla="*/ 8 w 9"/>
                  <a:gd name="T11" fmla="*/ 8 h 9"/>
                  <a:gd name="T12" fmla="*/ 9 w 9"/>
                  <a:gd name="T13" fmla="*/ 4 h 9"/>
                  <a:gd name="T14" fmla="*/ 8 w 9"/>
                  <a:gd name="T15" fmla="*/ 1 h 9"/>
                  <a:gd name="T16" fmla="*/ 5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5" y="9"/>
                    </a:lnTo>
                    <a:lnTo>
                      <a:pt x="8" y="8"/>
                    </a:lnTo>
                    <a:lnTo>
                      <a:pt x="9" y="4"/>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7" name="Freeform 413"/>
              <p:cNvSpPr>
                <a:spLocks noChangeArrowheads="1"/>
              </p:cNvSpPr>
              <p:nvPr/>
            </p:nvSpPr>
            <p:spPr bwMode="auto">
              <a:xfrm>
                <a:off x="4266" y="3882"/>
                <a:ext cx="9" cy="10"/>
              </a:xfrm>
              <a:custGeom>
                <a:avLst/>
                <a:gdLst>
                  <a:gd name="T0" fmla="*/ 1 w 9"/>
                  <a:gd name="T1" fmla="*/ 1 h 10"/>
                  <a:gd name="T2" fmla="*/ 0 w 9"/>
                  <a:gd name="T3" fmla="*/ 5 h 10"/>
                  <a:gd name="T4" fmla="*/ 1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8" name="Freeform 414"/>
              <p:cNvSpPr>
                <a:spLocks noChangeArrowheads="1"/>
              </p:cNvSpPr>
              <p:nvPr/>
            </p:nvSpPr>
            <p:spPr bwMode="auto">
              <a:xfrm>
                <a:off x="4279" y="3868"/>
                <a:ext cx="10" cy="9"/>
              </a:xfrm>
              <a:custGeom>
                <a:avLst/>
                <a:gdLst>
                  <a:gd name="T0" fmla="*/ 1 w 10"/>
                  <a:gd name="T1" fmla="*/ 1 h 9"/>
                  <a:gd name="T2" fmla="*/ 0 w 10"/>
                  <a:gd name="T3" fmla="*/ 5 h 9"/>
                  <a:gd name="T4" fmla="*/ 1 w 10"/>
                  <a:gd name="T5" fmla="*/ 7 h 9"/>
                  <a:gd name="T6" fmla="*/ 5 w 10"/>
                  <a:gd name="T7" fmla="*/ 9 h 9"/>
                  <a:gd name="T8" fmla="*/ 8 w 10"/>
                  <a:gd name="T9" fmla="*/ 8 h 9"/>
                  <a:gd name="T10" fmla="*/ 8 w 10"/>
                  <a:gd name="T11" fmla="*/ 8 h 9"/>
                  <a:gd name="T12" fmla="*/ 10 w 10"/>
                  <a:gd name="T13" fmla="*/ 5 h 9"/>
                  <a:gd name="T14" fmla="*/ 8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7"/>
                    </a:lnTo>
                    <a:lnTo>
                      <a:pt x="5" y="9"/>
                    </a:lnTo>
                    <a:lnTo>
                      <a:pt x="8" y="8"/>
                    </a:lnTo>
                    <a:lnTo>
                      <a:pt x="10"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69" name="Freeform 415"/>
              <p:cNvSpPr>
                <a:spLocks noChangeArrowheads="1"/>
              </p:cNvSpPr>
              <p:nvPr/>
            </p:nvSpPr>
            <p:spPr bwMode="auto">
              <a:xfrm>
                <a:off x="4291" y="3853"/>
                <a:ext cx="10" cy="10"/>
              </a:xfrm>
              <a:custGeom>
                <a:avLst/>
                <a:gdLst>
                  <a:gd name="T0" fmla="*/ 1 w 10"/>
                  <a:gd name="T1" fmla="*/ 2 h 10"/>
                  <a:gd name="T2" fmla="*/ 0 w 10"/>
                  <a:gd name="T3" fmla="*/ 5 h 10"/>
                  <a:gd name="T4" fmla="*/ 1 w 10"/>
                  <a:gd name="T5" fmla="*/ 8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8"/>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0" name="Freeform 416"/>
              <p:cNvSpPr>
                <a:spLocks noChangeArrowheads="1"/>
              </p:cNvSpPr>
              <p:nvPr/>
            </p:nvSpPr>
            <p:spPr bwMode="auto">
              <a:xfrm>
                <a:off x="4304" y="3838"/>
                <a:ext cx="10" cy="9"/>
              </a:xfrm>
              <a:custGeom>
                <a:avLst/>
                <a:gdLst>
                  <a:gd name="T0" fmla="*/ 1 w 10"/>
                  <a:gd name="T1" fmla="*/ 1 h 9"/>
                  <a:gd name="T2" fmla="*/ 0 w 10"/>
                  <a:gd name="T3" fmla="*/ 5 h 9"/>
                  <a:gd name="T4" fmla="*/ 1 w 10"/>
                  <a:gd name="T5" fmla="*/ 8 h 9"/>
                  <a:gd name="T6" fmla="*/ 5 w 10"/>
                  <a:gd name="T7" fmla="*/ 9 h 9"/>
                  <a:gd name="T8" fmla="*/ 9 w 10"/>
                  <a:gd name="T9" fmla="*/ 8 h 9"/>
                  <a:gd name="T10" fmla="*/ 9 w 10"/>
                  <a:gd name="T11" fmla="*/ 8 h 9"/>
                  <a:gd name="T12" fmla="*/ 10 w 10"/>
                  <a:gd name="T13" fmla="*/ 5 h 9"/>
                  <a:gd name="T14" fmla="*/ 7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8"/>
                    </a:lnTo>
                    <a:lnTo>
                      <a:pt x="5" y="9"/>
                    </a:lnTo>
                    <a:lnTo>
                      <a:pt x="9" y="8"/>
                    </a:lnTo>
                    <a:lnTo>
                      <a:pt x="10" y="5"/>
                    </a:lnTo>
                    <a:lnTo>
                      <a:pt x="7"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1" name="Freeform 417"/>
              <p:cNvSpPr>
                <a:spLocks noChangeArrowheads="1"/>
              </p:cNvSpPr>
              <p:nvPr/>
            </p:nvSpPr>
            <p:spPr bwMode="auto">
              <a:xfrm>
                <a:off x="4316" y="3823"/>
                <a:ext cx="10" cy="10"/>
              </a:xfrm>
              <a:custGeom>
                <a:avLst/>
                <a:gdLst>
                  <a:gd name="T0" fmla="*/ 1 w 10"/>
                  <a:gd name="T1" fmla="*/ 2 h 10"/>
                  <a:gd name="T2" fmla="*/ 0 w 10"/>
                  <a:gd name="T3" fmla="*/ 5 h 10"/>
                  <a:gd name="T4" fmla="*/ 1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9" y="9"/>
                    </a:lnTo>
                    <a:lnTo>
                      <a:pt x="10" y="5"/>
                    </a:lnTo>
                    <a:lnTo>
                      <a:pt x="9"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2" name="Freeform 418"/>
              <p:cNvSpPr>
                <a:spLocks noChangeArrowheads="1"/>
              </p:cNvSpPr>
              <p:nvPr/>
            </p:nvSpPr>
            <p:spPr bwMode="auto">
              <a:xfrm>
                <a:off x="4328" y="3809"/>
                <a:ext cx="10" cy="10"/>
              </a:xfrm>
              <a:custGeom>
                <a:avLst/>
                <a:gdLst>
                  <a:gd name="T0" fmla="*/ 1 w 10"/>
                  <a:gd name="T1" fmla="*/ 1 h 10"/>
                  <a:gd name="T2" fmla="*/ 0 w 10"/>
                  <a:gd name="T3" fmla="*/ 5 h 10"/>
                  <a:gd name="T4" fmla="*/ 3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3"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3" name="Freeform 419"/>
              <p:cNvSpPr>
                <a:spLocks noChangeArrowheads="1"/>
              </p:cNvSpPr>
              <p:nvPr/>
            </p:nvSpPr>
            <p:spPr bwMode="auto">
              <a:xfrm>
                <a:off x="4341" y="3794"/>
                <a:ext cx="10" cy="10"/>
              </a:xfrm>
              <a:custGeom>
                <a:avLst/>
                <a:gdLst>
                  <a:gd name="T0" fmla="*/ 2 w 10"/>
                  <a:gd name="T1" fmla="*/ 2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9"/>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4" name="Freeform 420"/>
              <p:cNvSpPr>
                <a:spLocks noChangeArrowheads="1"/>
              </p:cNvSpPr>
              <p:nvPr/>
            </p:nvSpPr>
            <p:spPr bwMode="auto">
              <a:xfrm>
                <a:off x="4349" y="3778"/>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5" name="Freeform 421"/>
              <p:cNvSpPr>
                <a:spLocks noChangeArrowheads="1"/>
              </p:cNvSpPr>
              <p:nvPr/>
            </p:nvSpPr>
            <p:spPr bwMode="auto">
              <a:xfrm>
                <a:off x="4349" y="3758"/>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6" name="Freeform 422"/>
              <p:cNvSpPr>
                <a:spLocks noChangeArrowheads="1"/>
              </p:cNvSpPr>
              <p:nvPr/>
            </p:nvSpPr>
            <p:spPr bwMode="auto">
              <a:xfrm>
                <a:off x="4349" y="3739"/>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7" name="Freeform 423"/>
              <p:cNvSpPr>
                <a:spLocks noChangeArrowheads="1"/>
              </p:cNvSpPr>
              <p:nvPr/>
            </p:nvSpPr>
            <p:spPr bwMode="auto">
              <a:xfrm>
                <a:off x="4349" y="3720"/>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8" name="Freeform 424"/>
              <p:cNvSpPr>
                <a:spLocks noChangeArrowheads="1"/>
              </p:cNvSpPr>
              <p:nvPr/>
            </p:nvSpPr>
            <p:spPr bwMode="auto">
              <a:xfrm>
                <a:off x="4349" y="3701"/>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79" name="Freeform 425"/>
              <p:cNvSpPr>
                <a:spLocks noChangeArrowheads="1"/>
              </p:cNvSpPr>
              <p:nvPr/>
            </p:nvSpPr>
            <p:spPr bwMode="auto">
              <a:xfrm>
                <a:off x="4349" y="3682"/>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0" name="Freeform 426"/>
              <p:cNvSpPr>
                <a:spLocks noChangeArrowheads="1"/>
              </p:cNvSpPr>
              <p:nvPr/>
            </p:nvSpPr>
            <p:spPr bwMode="auto">
              <a:xfrm>
                <a:off x="4349" y="3662"/>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1" name="Freeform 427"/>
              <p:cNvSpPr>
                <a:spLocks noChangeArrowheads="1"/>
              </p:cNvSpPr>
              <p:nvPr/>
            </p:nvSpPr>
            <p:spPr bwMode="auto">
              <a:xfrm>
                <a:off x="4349" y="3643"/>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2" name="Freeform 428"/>
              <p:cNvSpPr>
                <a:spLocks noChangeArrowheads="1"/>
              </p:cNvSpPr>
              <p:nvPr/>
            </p:nvSpPr>
            <p:spPr bwMode="auto">
              <a:xfrm>
                <a:off x="4349" y="3624"/>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3" name="Freeform 429"/>
              <p:cNvSpPr>
                <a:spLocks noChangeArrowheads="1"/>
              </p:cNvSpPr>
              <p:nvPr/>
            </p:nvSpPr>
            <p:spPr bwMode="auto">
              <a:xfrm>
                <a:off x="4349" y="3605"/>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4" name="Freeform 430"/>
              <p:cNvSpPr>
                <a:spLocks noChangeArrowheads="1"/>
              </p:cNvSpPr>
              <p:nvPr/>
            </p:nvSpPr>
            <p:spPr bwMode="auto">
              <a:xfrm>
                <a:off x="4349" y="3586"/>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5" name="Freeform 431"/>
              <p:cNvSpPr>
                <a:spLocks noChangeArrowheads="1"/>
              </p:cNvSpPr>
              <p:nvPr/>
            </p:nvSpPr>
            <p:spPr bwMode="auto">
              <a:xfrm>
                <a:off x="4349" y="3566"/>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6" name="Freeform 432"/>
              <p:cNvSpPr>
                <a:spLocks noChangeArrowheads="1"/>
              </p:cNvSpPr>
              <p:nvPr/>
            </p:nvSpPr>
            <p:spPr bwMode="auto">
              <a:xfrm>
                <a:off x="4349" y="3547"/>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7" name="Freeform 433"/>
              <p:cNvSpPr>
                <a:spLocks noChangeArrowheads="1"/>
              </p:cNvSpPr>
              <p:nvPr/>
            </p:nvSpPr>
            <p:spPr bwMode="auto">
              <a:xfrm>
                <a:off x="4349" y="3528"/>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8" name="Freeform 434"/>
              <p:cNvSpPr>
                <a:spLocks noChangeArrowheads="1"/>
              </p:cNvSpPr>
              <p:nvPr/>
            </p:nvSpPr>
            <p:spPr bwMode="auto">
              <a:xfrm>
                <a:off x="4349" y="3509"/>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89" name="Freeform 435"/>
              <p:cNvSpPr>
                <a:spLocks noChangeArrowheads="1"/>
              </p:cNvSpPr>
              <p:nvPr/>
            </p:nvSpPr>
            <p:spPr bwMode="auto">
              <a:xfrm>
                <a:off x="4349" y="3490"/>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0" name="Freeform 436"/>
              <p:cNvSpPr>
                <a:spLocks noChangeArrowheads="1"/>
              </p:cNvSpPr>
              <p:nvPr/>
            </p:nvSpPr>
            <p:spPr bwMode="auto">
              <a:xfrm>
                <a:off x="4347" y="347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1" name="Freeform 437"/>
              <p:cNvSpPr>
                <a:spLocks noChangeArrowheads="1"/>
              </p:cNvSpPr>
              <p:nvPr/>
            </p:nvSpPr>
            <p:spPr bwMode="auto">
              <a:xfrm>
                <a:off x="4332" y="3486"/>
                <a:ext cx="9" cy="10"/>
              </a:xfrm>
              <a:custGeom>
                <a:avLst/>
                <a:gdLst>
                  <a:gd name="T0" fmla="*/ 8 w 9"/>
                  <a:gd name="T1" fmla="*/ 8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2 w 9"/>
                  <a:gd name="T15" fmla="*/ 8 h 10"/>
                  <a:gd name="T16" fmla="*/ 5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5" y="0"/>
                    </a:lnTo>
                    <a:lnTo>
                      <a:pt x="1" y="1"/>
                    </a:lnTo>
                    <a:lnTo>
                      <a:pt x="0" y="5"/>
                    </a:lnTo>
                    <a:lnTo>
                      <a:pt x="2"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2" name="Freeform 438"/>
              <p:cNvSpPr>
                <a:spLocks noChangeArrowheads="1"/>
              </p:cNvSpPr>
              <p:nvPr/>
            </p:nvSpPr>
            <p:spPr bwMode="auto">
              <a:xfrm>
                <a:off x="4317" y="3498"/>
                <a:ext cx="10" cy="10"/>
              </a:xfrm>
              <a:custGeom>
                <a:avLst/>
                <a:gdLst>
                  <a:gd name="T0" fmla="*/ 9 w 10"/>
                  <a:gd name="T1" fmla="*/ 8 h 10"/>
                  <a:gd name="T2" fmla="*/ 10 w 10"/>
                  <a:gd name="T3" fmla="*/ 5 h 10"/>
                  <a:gd name="T4" fmla="*/ 9 w 10"/>
                  <a:gd name="T5" fmla="*/ 2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2"/>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3" name="Freeform 439"/>
              <p:cNvSpPr>
                <a:spLocks noChangeArrowheads="1"/>
              </p:cNvSpPr>
              <p:nvPr/>
            </p:nvSpPr>
            <p:spPr bwMode="auto">
              <a:xfrm>
                <a:off x="4303" y="3511"/>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7"/>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4" name="Freeform 440"/>
              <p:cNvSpPr>
                <a:spLocks noChangeArrowheads="1"/>
              </p:cNvSpPr>
              <p:nvPr/>
            </p:nvSpPr>
            <p:spPr bwMode="auto">
              <a:xfrm>
                <a:off x="4287" y="3523"/>
                <a:ext cx="10" cy="10"/>
              </a:xfrm>
              <a:custGeom>
                <a:avLst/>
                <a:gdLst>
                  <a:gd name="T0" fmla="*/ 9 w 10"/>
                  <a:gd name="T1" fmla="*/ 9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3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2" y="1"/>
                    </a:lnTo>
                    <a:lnTo>
                      <a:pt x="0" y="5"/>
                    </a:lnTo>
                    <a:lnTo>
                      <a:pt x="3"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5" name="Freeform 441"/>
              <p:cNvSpPr>
                <a:spLocks noChangeArrowheads="1"/>
              </p:cNvSpPr>
              <p:nvPr/>
            </p:nvSpPr>
            <p:spPr bwMode="auto">
              <a:xfrm>
                <a:off x="4273" y="3535"/>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6" name="Freeform 442"/>
              <p:cNvSpPr>
                <a:spLocks noChangeArrowheads="1"/>
              </p:cNvSpPr>
              <p:nvPr/>
            </p:nvSpPr>
            <p:spPr bwMode="auto">
              <a:xfrm>
                <a:off x="4259" y="3547"/>
                <a:ext cx="9" cy="10"/>
              </a:xfrm>
              <a:custGeom>
                <a:avLst/>
                <a:gdLst>
                  <a:gd name="T0" fmla="*/ 8 w 9"/>
                  <a:gd name="T1" fmla="*/ 9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7" name="Freeform 443"/>
              <p:cNvSpPr>
                <a:spLocks noChangeArrowheads="1"/>
              </p:cNvSpPr>
              <p:nvPr/>
            </p:nvSpPr>
            <p:spPr bwMode="auto">
              <a:xfrm>
                <a:off x="4243" y="3559"/>
                <a:ext cx="10" cy="10"/>
              </a:xfrm>
              <a:custGeom>
                <a:avLst/>
                <a:gdLst>
                  <a:gd name="T0" fmla="*/ 8 w 10"/>
                  <a:gd name="T1" fmla="*/ 9 h 10"/>
                  <a:gd name="T2" fmla="*/ 10 w 10"/>
                  <a:gd name="T3" fmla="*/ 5 h 10"/>
                  <a:gd name="T4" fmla="*/ 8 w 10"/>
                  <a:gd name="T5" fmla="*/ 3 h 10"/>
                  <a:gd name="T6" fmla="*/ 5 w 10"/>
                  <a:gd name="T7" fmla="*/ 0 h 10"/>
                  <a:gd name="T8" fmla="*/ 1 w 10"/>
                  <a:gd name="T9" fmla="*/ 1 h 10"/>
                  <a:gd name="T10" fmla="*/ 1 w 10"/>
                  <a:gd name="T11" fmla="*/ 1 h 10"/>
                  <a:gd name="T12" fmla="*/ 0 w 10"/>
                  <a:gd name="T13" fmla="*/ 5 h 10"/>
                  <a:gd name="T14" fmla="*/ 2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3"/>
                    </a:lnTo>
                    <a:lnTo>
                      <a:pt x="5" y="0"/>
                    </a:lnTo>
                    <a:lnTo>
                      <a:pt x="1" y="1"/>
                    </a:lnTo>
                    <a:lnTo>
                      <a:pt x="0" y="5"/>
                    </a:lnTo>
                    <a:lnTo>
                      <a:pt x="2"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8" name="Freeform 444"/>
              <p:cNvSpPr>
                <a:spLocks noChangeArrowheads="1"/>
              </p:cNvSpPr>
              <p:nvPr/>
            </p:nvSpPr>
            <p:spPr bwMode="auto">
              <a:xfrm>
                <a:off x="4229" y="3572"/>
                <a:ext cx="9" cy="10"/>
              </a:xfrm>
              <a:custGeom>
                <a:avLst/>
                <a:gdLst>
                  <a:gd name="T0" fmla="*/ 8 w 9"/>
                  <a:gd name="T1" fmla="*/ 9 h 10"/>
                  <a:gd name="T2" fmla="*/ 9 w 9"/>
                  <a:gd name="T3" fmla="*/ 5 h 10"/>
                  <a:gd name="T4" fmla="*/ 8 w 9"/>
                  <a:gd name="T5" fmla="*/ 2 h 10"/>
                  <a:gd name="T6" fmla="*/ 4 w 9"/>
                  <a:gd name="T7" fmla="*/ 0 h 10"/>
                  <a:gd name="T8" fmla="*/ 1 w 9"/>
                  <a:gd name="T9" fmla="*/ 2 h 10"/>
                  <a:gd name="T10" fmla="*/ 1 w 9"/>
                  <a:gd name="T11" fmla="*/ 2 h 10"/>
                  <a:gd name="T12" fmla="*/ 0 w 9"/>
                  <a:gd name="T13" fmla="*/ 5 h 10"/>
                  <a:gd name="T14" fmla="*/ 1 w 9"/>
                  <a:gd name="T15" fmla="*/ 8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2"/>
                    </a:lnTo>
                    <a:lnTo>
                      <a:pt x="4" y="0"/>
                    </a:lnTo>
                    <a:lnTo>
                      <a:pt x="1" y="2"/>
                    </a:lnTo>
                    <a:lnTo>
                      <a:pt x="0" y="5"/>
                    </a:lnTo>
                    <a:lnTo>
                      <a:pt x="1" y="8"/>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299" name="Freeform 445"/>
              <p:cNvSpPr>
                <a:spLocks noChangeArrowheads="1"/>
              </p:cNvSpPr>
              <p:nvPr/>
            </p:nvSpPr>
            <p:spPr bwMode="auto">
              <a:xfrm>
                <a:off x="4214" y="3584"/>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00" name="Freeform 446"/>
              <p:cNvSpPr>
                <a:spLocks noChangeArrowheads="1"/>
              </p:cNvSpPr>
              <p:nvPr/>
            </p:nvSpPr>
            <p:spPr bwMode="auto">
              <a:xfrm>
                <a:off x="4199" y="3596"/>
                <a:ext cx="10" cy="10"/>
              </a:xfrm>
              <a:custGeom>
                <a:avLst/>
                <a:gdLst>
                  <a:gd name="T0" fmla="*/ 9 w 10"/>
                  <a:gd name="T1" fmla="*/ 9 h 10"/>
                  <a:gd name="T2" fmla="*/ 10 w 10"/>
                  <a:gd name="T3" fmla="*/ 5 h 10"/>
                  <a:gd name="T4" fmla="*/ 8 w 10"/>
                  <a:gd name="T5" fmla="*/ 2 h 10"/>
                  <a:gd name="T6" fmla="*/ 6 w 10"/>
                  <a:gd name="T7" fmla="*/ 0 h 10"/>
                  <a:gd name="T8" fmla="*/ 2 w 10"/>
                  <a:gd name="T9" fmla="*/ 2 h 10"/>
                  <a:gd name="T10" fmla="*/ 1 w 10"/>
                  <a:gd name="T11" fmla="*/ 2 h 10"/>
                  <a:gd name="T12" fmla="*/ 0 w 10"/>
                  <a:gd name="T13" fmla="*/ 5 h 10"/>
                  <a:gd name="T14" fmla="*/ 2 w 10"/>
                  <a:gd name="T15" fmla="*/ 9 h 10"/>
                  <a:gd name="T16" fmla="*/ 4 w 10"/>
                  <a:gd name="T17" fmla="*/ 10 h 10"/>
                  <a:gd name="T18" fmla="*/ 8 w 10"/>
                  <a:gd name="T19" fmla="*/ 9 h 10"/>
                  <a:gd name="T20" fmla="*/ 9 w 10"/>
                  <a:gd name="T2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0">
                    <a:moveTo>
                      <a:pt x="9" y="9"/>
                    </a:moveTo>
                    <a:lnTo>
                      <a:pt x="10" y="5"/>
                    </a:lnTo>
                    <a:lnTo>
                      <a:pt x="8" y="2"/>
                    </a:lnTo>
                    <a:lnTo>
                      <a:pt x="6" y="0"/>
                    </a:lnTo>
                    <a:lnTo>
                      <a:pt x="2" y="2"/>
                    </a:lnTo>
                    <a:lnTo>
                      <a:pt x="1" y="2"/>
                    </a:lnTo>
                    <a:lnTo>
                      <a:pt x="0" y="5"/>
                    </a:lnTo>
                    <a:lnTo>
                      <a:pt x="2" y="9"/>
                    </a:lnTo>
                    <a:lnTo>
                      <a:pt x="4" y="10"/>
                    </a:lnTo>
                    <a:lnTo>
                      <a:pt x="8" y="9"/>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01" name="Freeform 447"/>
              <p:cNvSpPr>
                <a:spLocks noChangeArrowheads="1"/>
              </p:cNvSpPr>
              <p:nvPr/>
            </p:nvSpPr>
            <p:spPr bwMode="auto">
              <a:xfrm>
                <a:off x="4184" y="3608"/>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02" name="Freeform 448"/>
              <p:cNvSpPr>
                <a:spLocks noChangeArrowheads="1"/>
              </p:cNvSpPr>
              <p:nvPr/>
            </p:nvSpPr>
            <p:spPr bwMode="auto">
              <a:xfrm>
                <a:off x="4170" y="3620"/>
                <a:ext cx="9" cy="11"/>
              </a:xfrm>
              <a:custGeom>
                <a:avLst/>
                <a:gdLst>
                  <a:gd name="T0" fmla="*/ 8 w 9"/>
                  <a:gd name="T1" fmla="*/ 9 h 11"/>
                  <a:gd name="T2" fmla="*/ 9 w 9"/>
                  <a:gd name="T3" fmla="*/ 5 h 11"/>
                  <a:gd name="T4" fmla="*/ 8 w 9"/>
                  <a:gd name="T5" fmla="*/ 3 h 11"/>
                  <a:gd name="T6" fmla="*/ 5 w 9"/>
                  <a:gd name="T7" fmla="*/ 0 h 11"/>
                  <a:gd name="T8" fmla="*/ 1 w 9"/>
                  <a:gd name="T9" fmla="*/ 2 h 11"/>
                  <a:gd name="T10" fmla="*/ 1 w 9"/>
                  <a:gd name="T11" fmla="*/ 3 h 11"/>
                  <a:gd name="T12" fmla="*/ 0 w 9"/>
                  <a:gd name="T13" fmla="*/ 6 h 11"/>
                  <a:gd name="T14" fmla="*/ 1 w 9"/>
                  <a:gd name="T15" fmla="*/ 9 h 11"/>
                  <a:gd name="T16" fmla="*/ 5 w 9"/>
                  <a:gd name="T17" fmla="*/ 11 h 11"/>
                  <a:gd name="T18" fmla="*/ 8 w 9"/>
                  <a:gd name="T19" fmla="*/ 10 h 11"/>
                  <a:gd name="T20" fmla="*/ 8 w 9"/>
                  <a:gd name="T2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8" y="9"/>
                    </a:moveTo>
                    <a:lnTo>
                      <a:pt x="9" y="5"/>
                    </a:lnTo>
                    <a:lnTo>
                      <a:pt x="8" y="3"/>
                    </a:lnTo>
                    <a:lnTo>
                      <a:pt x="5" y="0"/>
                    </a:lnTo>
                    <a:lnTo>
                      <a:pt x="1" y="2"/>
                    </a:lnTo>
                    <a:lnTo>
                      <a:pt x="1" y="3"/>
                    </a:lnTo>
                    <a:lnTo>
                      <a:pt x="0" y="6"/>
                    </a:lnTo>
                    <a:lnTo>
                      <a:pt x="1" y="9"/>
                    </a:lnTo>
                    <a:lnTo>
                      <a:pt x="5" y="11"/>
                    </a:lnTo>
                    <a:lnTo>
                      <a:pt x="8"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sp>
          <p:nvSpPr>
            <p:cNvPr id="37303" name="Oval 449"/>
            <p:cNvSpPr>
              <a:spLocks noChangeArrowheads="1"/>
            </p:cNvSpPr>
            <p:nvPr/>
          </p:nvSpPr>
          <p:spPr bwMode="auto">
            <a:xfrm>
              <a:off x="3907" y="3958"/>
              <a:ext cx="2"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04" name="Oval 450"/>
            <p:cNvSpPr>
              <a:spLocks noChangeArrowheads="1"/>
            </p:cNvSpPr>
            <p:nvPr/>
          </p:nvSpPr>
          <p:spPr bwMode="auto">
            <a:xfrm>
              <a:off x="3949"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05" name="Oval 451"/>
            <p:cNvSpPr>
              <a:spLocks noChangeArrowheads="1"/>
            </p:cNvSpPr>
            <p:nvPr/>
          </p:nvSpPr>
          <p:spPr bwMode="auto">
            <a:xfrm>
              <a:off x="3967"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06" name="Rectangle 452"/>
            <p:cNvSpPr>
              <a:spLocks noChangeArrowheads="1"/>
            </p:cNvSpPr>
            <p:nvPr/>
          </p:nvSpPr>
          <p:spPr bwMode="auto">
            <a:xfrm>
              <a:off x="3294" y="3677"/>
              <a:ext cx="819" cy="3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7307" name="Line 453"/>
            <p:cNvSpPr>
              <a:spLocks noChangeShapeType="1"/>
            </p:cNvSpPr>
            <p:nvPr/>
          </p:nvSpPr>
          <p:spPr bwMode="auto">
            <a:xfrm>
              <a:off x="4076"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308" name="Line 454"/>
            <p:cNvSpPr>
              <a:spLocks noChangeShapeType="1"/>
            </p:cNvSpPr>
            <p:nvPr/>
          </p:nvSpPr>
          <p:spPr bwMode="auto">
            <a:xfrm>
              <a:off x="401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309" name="Line 455"/>
            <p:cNvSpPr>
              <a:spLocks noChangeShapeType="1"/>
            </p:cNvSpPr>
            <p:nvPr/>
          </p:nvSpPr>
          <p:spPr bwMode="auto">
            <a:xfrm>
              <a:off x="329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310" name="Line 456"/>
            <p:cNvSpPr>
              <a:spLocks noChangeShapeType="1"/>
            </p:cNvSpPr>
            <p:nvPr/>
          </p:nvSpPr>
          <p:spPr bwMode="auto">
            <a:xfrm flipH="1">
              <a:off x="3278" y="3947"/>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311" name="Rectangle 457"/>
            <p:cNvSpPr>
              <a:spLocks noChangeArrowheads="1"/>
            </p:cNvSpPr>
            <p:nvPr/>
          </p:nvSpPr>
          <p:spPr bwMode="auto">
            <a:xfrm>
              <a:off x="3349" y="3894"/>
              <a:ext cx="8"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2" name="Rectangle 458"/>
            <p:cNvSpPr>
              <a:spLocks noChangeArrowheads="1"/>
            </p:cNvSpPr>
            <p:nvPr/>
          </p:nvSpPr>
          <p:spPr bwMode="auto">
            <a:xfrm>
              <a:off x="3362" y="3889"/>
              <a:ext cx="9" cy="3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3" name="Rectangle 459"/>
            <p:cNvSpPr>
              <a:spLocks noChangeArrowheads="1"/>
            </p:cNvSpPr>
            <p:nvPr/>
          </p:nvSpPr>
          <p:spPr bwMode="auto">
            <a:xfrm>
              <a:off x="3415"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4" name="Rectangle 460"/>
            <p:cNvSpPr>
              <a:spLocks noChangeArrowheads="1"/>
            </p:cNvSpPr>
            <p:nvPr/>
          </p:nvSpPr>
          <p:spPr bwMode="auto">
            <a:xfrm>
              <a:off x="3426"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5" name="Rectangle 461"/>
            <p:cNvSpPr>
              <a:spLocks noChangeArrowheads="1"/>
            </p:cNvSpPr>
            <p:nvPr/>
          </p:nvSpPr>
          <p:spPr bwMode="auto">
            <a:xfrm>
              <a:off x="3446" y="3894"/>
              <a:ext cx="4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6" name="Rectangle 462"/>
            <p:cNvSpPr>
              <a:spLocks noChangeArrowheads="1"/>
            </p:cNvSpPr>
            <p:nvPr/>
          </p:nvSpPr>
          <p:spPr bwMode="auto">
            <a:xfrm>
              <a:off x="3495"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7" name="Rectangle 463"/>
            <p:cNvSpPr>
              <a:spLocks noChangeArrowheads="1"/>
            </p:cNvSpPr>
            <p:nvPr/>
          </p:nvSpPr>
          <p:spPr bwMode="auto">
            <a:xfrm>
              <a:off x="3514" y="3894"/>
              <a:ext cx="1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8" name="Rectangle 464"/>
            <p:cNvSpPr>
              <a:spLocks noChangeArrowheads="1"/>
            </p:cNvSpPr>
            <p:nvPr/>
          </p:nvSpPr>
          <p:spPr bwMode="auto">
            <a:xfrm>
              <a:off x="3545" y="3894"/>
              <a:ext cx="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19" name="Rectangle 465"/>
            <p:cNvSpPr>
              <a:spLocks noChangeArrowheads="1"/>
            </p:cNvSpPr>
            <p:nvPr/>
          </p:nvSpPr>
          <p:spPr bwMode="auto">
            <a:xfrm>
              <a:off x="3573" y="3894"/>
              <a:ext cx="4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20" name="Rectangle 466"/>
            <p:cNvSpPr>
              <a:spLocks noChangeArrowheads="1"/>
            </p:cNvSpPr>
            <p:nvPr/>
          </p:nvSpPr>
          <p:spPr bwMode="auto">
            <a:xfrm>
              <a:off x="3631"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21" name="Rectangle 467"/>
            <p:cNvSpPr>
              <a:spLocks noChangeArrowheads="1"/>
            </p:cNvSpPr>
            <p:nvPr/>
          </p:nvSpPr>
          <p:spPr bwMode="auto">
            <a:xfrm>
              <a:off x="3672" y="3894"/>
              <a:ext cx="1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22" name="Rectangle 468"/>
            <p:cNvSpPr>
              <a:spLocks noChangeArrowheads="1"/>
            </p:cNvSpPr>
            <p:nvPr/>
          </p:nvSpPr>
          <p:spPr bwMode="auto">
            <a:xfrm>
              <a:off x="3693"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23" name="Oval 469"/>
            <p:cNvSpPr>
              <a:spLocks noChangeArrowheads="1"/>
            </p:cNvSpPr>
            <p:nvPr/>
          </p:nvSpPr>
          <p:spPr bwMode="auto">
            <a:xfrm>
              <a:off x="3344"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24" name="Oval 470"/>
            <p:cNvSpPr>
              <a:spLocks noChangeArrowheads="1"/>
            </p:cNvSpPr>
            <p:nvPr/>
          </p:nvSpPr>
          <p:spPr bwMode="auto">
            <a:xfrm>
              <a:off x="3362" y="3881"/>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7325" name="Oval 471"/>
            <p:cNvSpPr>
              <a:spLocks noChangeArrowheads="1"/>
            </p:cNvSpPr>
            <p:nvPr/>
          </p:nvSpPr>
          <p:spPr bwMode="auto">
            <a:xfrm>
              <a:off x="3405" y="3876"/>
              <a:ext cx="20"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26" name="Oval 472"/>
            <p:cNvSpPr>
              <a:spLocks noChangeArrowheads="1"/>
            </p:cNvSpPr>
            <p:nvPr/>
          </p:nvSpPr>
          <p:spPr bwMode="auto">
            <a:xfrm>
              <a:off x="3421"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27" name="Oval 473"/>
            <p:cNvSpPr>
              <a:spLocks noChangeArrowheads="1"/>
            </p:cNvSpPr>
            <p:nvPr/>
          </p:nvSpPr>
          <p:spPr bwMode="auto">
            <a:xfrm>
              <a:off x="3446" y="3886"/>
              <a:ext cx="3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28" name="Oval 474"/>
            <p:cNvSpPr>
              <a:spLocks noChangeArrowheads="1"/>
            </p:cNvSpPr>
            <p:nvPr/>
          </p:nvSpPr>
          <p:spPr bwMode="auto">
            <a:xfrm>
              <a:off x="3495"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29" name="Oval 475"/>
            <p:cNvSpPr>
              <a:spLocks noChangeArrowheads="1"/>
            </p:cNvSpPr>
            <p:nvPr/>
          </p:nvSpPr>
          <p:spPr bwMode="auto">
            <a:xfrm>
              <a:off x="3514" y="3886"/>
              <a:ext cx="11"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30" name="Oval 476"/>
            <p:cNvSpPr>
              <a:spLocks noChangeArrowheads="1"/>
            </p:cNvSpPr>
            <p:nvPr/>
          </p:nvSpPr>
          <p:spPr bwMode="auto">
            <a:xfrm>
              <a:off x="3540"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31" name="Oval 477"/>
            <p:cNvSpPr>
              <a:spLocks noChangeArrowheads="1"/>
            </p:cNvSpPr>
            <p:nvPr/>
          </p:nvSpPr>
          <p:spPr bwMode="auto">
            <a:xfrm>
              <a:off x="3619"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32" name="Oval 478"/>
            <p:cNvSpPr>
              <a:spLocks noChangeArrowheads="1"/>
            </p:cNvSpPr>
            <p:nvPr/>
          </p:nvSpPr>
          <p:spPr bwMode="auto">
            <a:xfrm>
              <a:off x="3631"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33" name="Oval 479"/>
            <p:cNvSpPr>
              <a:spLocks noChangeArrowheads="1"/>
            </p:cNvSpPr>
            <p:nvPr/>
          </p:nvSpPr>
          <p:spPr bwMode="auto">
            <a:xfrm>
              <a:off x="3682" y="3876"/>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34" name="Oval 480"/>
            <p:cNvSpPr>
              <a:spLocks noChangeArrowheads="1"/>
            </p:cNvSpPr>
            <p:nvPr/>
          </p:nvSpPr>
          <p:spPr bwMode="auto">
            <a:xfrm>
              <a:off x="3693"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35" name="Line 481"/>
            <p:cNvSpPr>
              <a:spLocks noChangeShapeType="1"/>
            </p:cNvSpPr>
            <p:nvPr/>
          </p:nvSpPr>
          <p:spPr bwMode="auto">
            <a:xfrm>
              <a:off x="3278" y="384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7336" name="Group 482"/>
            <p:cNvGrpSpPr>
              <a:grpSpLocks/>
            </p:cNvGrpSpPr>
            <p:nvPr/>
          </p:nvGrpSpPr>
          <p:grpSpPr bwMode="auto">
            <a:xfrm>
              <a:off x="3349" y="3796"/>
              <a:ext cx="345" cy="20"/>
              <a:chOff x="3349" y="3796"/>
              <a:chExt cx="345" cy="20"/>
            </a:xfrm>
          </p:grpSpPr>
          <p:sp>
            <p:nvSpPr>
              <p:cNvPr id="37337" name="Rectangle 483"/>
              <p:cNvSpPr>
                <a:spLocks noChangeArrowheads="1"/>
              </p:cNvSpPr>
              <p:nvPr/>
            </p:nvSpPr>
            <p:spPr bwMode="auto">
              <a:xfrm>
                <a:off x="3349" y="3801"/>
                <a:ext cx="8"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38" name="Rectangle 484"/>
              <p:cNvSpPr>
                <a:spLocks noChangeArrowheads="1"/>
              </p:cNvSpPr>
              <p:nvPr/>
            </p:nvSpPr>
            <p:spPr bwMode="auto">
              <a:xfrm>
                <a:off x="3362" y="3796"/>
                <a:ext cx="8" cy="2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39" name="Rectangle 485"/>
              <p:cNvSpPr>
                <a:spLocks noChangeArrowheads="1"/>
              </p:cNvSpPr>
              <p:nvPr/>
            </p:nvSpPr>
            <p:spPr bwMode="auto">
              <a:xfrm>
                <a:off x="3415"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0" name="Rectangle 486"/>
              <p:cNvSpPr>
                <a:spLocks noChangeArrowheads="1"/>
              </p:cNvSpPr>
              <p:nvPr/>
            </p:nvSpPr>
            <p:spPr bwMode="auto">
              <a:xfrm>
                <a:off x="3426"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1" name="Rectangle 487"/>
              <p:cNvSpPr>
                <a:spLocks noChangeArrowheads="1"/>
              </p:cNvSpPr>
              <p:nvPr/>
            </p:nvSpPr>
            <p:spPr bwMode="auto">
              <a:xfrm>
                <a:off x="3446" y="3801"/>
                <a:ext cx="4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2" name="Rectangle 488"/>
              <p:cNvSpPr>
                <a:spLocks noChangeArrowheads="1"/>
              </p:cNvSpPr>
              <p:nvPr/>
            </p:nvSpPr>
            <p:spPr bwMode="auto">
              <a:xfrm>
                <a:off x="3495"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3" name="Rectangle 489"/>
              <p:cNvSpPr>
                <a:spLocks noChangeArrowheads="1"/>
              </p:cNvSpPr>
              <p:nvPr/>
            </p:nvSpPr>
            <p:spPr bwMode="auto">
              <a:xfrm>
                <a:off x="3514" y="3801"/>
                <a:ext cx="1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4" name="Rectangle 490"/>
              <p:cNvSpPr>
                <a:spLocks noChangeArrowheads="1"/>
              </p:cNvSpPr>
              <p:nvPr/>
            </p:nvSpPr>
            <p:spPr bwMode="auto">
              <a:xfrm>
                <a:off x="3545" y="3801"/>
                <a:ext cx="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5" name="Rectangle 491"/>
              <p:cNvSpPr>
                <a:spLocks noChangeArrowheads="1"/>
              </p:cNvSpPr>
              <p:nvPr/>
            </p:nvSpPr>
            <p:spPr bwMode="auto">
              <a:xfrm>
                <a:off x="3573" y="3801"/>
                <a:ext cx="4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6" name="Rectangle 492"/>
              <p:cNvSpPr>
                <a:spLocks noChangeArrowheads="1"/>
              </p:cNvSpPr>
              <p:nvPr/>
            </p:nvSpPr>
            <p:spPr bwMode="auto">
              <a:xfrm>
                <a:off x="3631"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7" name="Rectangle 493"/>
              <p:cNvSpPr>
                <a:spLocks noChangeArrowheads="1"/>
              </p:cNvSpPr>
              <p:nvPr/>
            </p:nvSpPr>
            <p:spPr bwMode="auto">
              <a:xfrm>
                <a:off x="3672" y="3801"/>
                <a:ext cx="1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48" name="Rectangle 494"/>
              <p:cNvSpPr>
                <a:spLocks noChangeArrowheads="1"/>
              </p:cNvSpPr>
              <p:nvPr/>
            </p:nvSpPr>
            <p:spPr bwMode="auto">
              <a:xfrm>
                <a:off x="3693"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7349" name="Oval 495"/>
            <p:cNvSpPr>
              <a:spLocks noChangeArrowheads="1"/>
            </p:cNvSpPr>
            <p:nvPr/>
          </p:nvSpPr>
          <p:spPr bwMode="auto">
            <a:xfrm>
              <a:off x="3344"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50" name="Oval 496"/>
            <p:cNvSpPr>
              <a:spLocks noChangeArrowheads="1"/>
            </p:cNvSpPr>
            <p:nvPr/>
          </p:nvSpPr>
          <p:spPr bwMode="auto">
            <a:xfrm>
              <a:off x="3362"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51" name="Oval 497"/>
            <p:cNvSpPr>
              <a:spLocks noChangeArrowheads="1"/>
            </p:cNvSpPr>
            <p:nvPr/>
          </p:nvSpPr>
          <p:spPr bwMode="auto">
            <a:xfrm>
              <a:off x="341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52" name="Oval 498"/>
            <p:cNvSpPr>
              <a:spLocks noChangeArrowheads="1"/>
            </p:cNvSpPr>
            <p:nvPr/>
          </p:nvSpPr>
          <p:spPr bwMode="auto">
            <a:xfrm>
              <a:off x="3421"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53" name="Oval 499"/>
            <p:cNvSpPr>
              <a:spLocks noChangeArrowheads="1"/>
            </p:cNvSpPr>
            <p:nvPr/>
          </p:nvSpPr>
          <p:spPr bwMode="auto">
            <a:xfrm>
              <a:off x="3436" y="3768"/>
              <a:ext cx="49"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54" name="Oval 500"/>
            <p:cNvSpPr>
              <a:spLocks noChangeArrowheads="1"/>
            </p:cNvSpPr>
            <p:nvPr/>
          </p:nvSpPr>
          <p:spPr bwMode="auto">
            <a:xfrm>
              <a:off x="3484" y="3768"/>
              <a:ext cx="22"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55" name="Oval 501"/>
            <p:cNvSpPr>
              <a:spLocks noChangeArrowheads="1"/>
            </p:cNvSpPr>
            <p:nvPr/>
          </p:nvSpPr>
          <p:spPr bwMode="auto">
            <a:xfrm>
              <a:off x="3505" y="3768"/>
              <a:ext cx="31"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56" name="Oval 502"/>
            <p:cNvSpPr>
              <a:spLocks noChangeArrowheads="1"/>
            </p:cNvSpPr>
            <p:nvPr/>
          </p:nvSpPr>
          <p:spPr bwMode="auto">
            <a:xfrm>
              <a:off x="354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57" name="Oval 503"/>
            <p:cNvSpPr>
              <a:spLocks noChangeArrowheads="1"/>
            </p:cNvSpPr>
            <p:nvPr/>
          </p:nvSpPr>
          <p:spPr bwMode="auto">
            <a:xfrm>
              <a:off x="3619" y="3773"/>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7358" name="Oval 504"/>
            <p:cNvSpPr>
              <a:spLocks noChangeArrowheads="1"/>
            </p:cNvSpPr>
            <p:nvPr/>
          </p:nvSpPr>
          <p:spPr bwMode="auto">
            <a:xfrm>
              <a:off x="3631"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59" name="Oval 505"/>
            <p:cNvSpPr>
              <a:spLocks noChangeArrowheads="1"/>
            </p:cNvSpPr>
            <p:nvPr/>
          </p:nvSpPr>
          <p:spPr bwMode="auto">
            <a:xfrm>
              <a:off x="3682" y="3768"/>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60" name="Oval 506"/>
            <p:cNvSpPr>
              <a:spLocks noChangeArrowheads="1"/>
            </p:cNvSpPr>
            <p:nvPr/>
          </p:nvSpPr>
          <p:spPr bwMode="auto">
            <a:xfrm>
              <a:off x="3693"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61" name="Line 507"/>
            <p:cNvSpPr>
              <a:spLocks noChangeShapeType="1"/>
            </p:cNvSpPr>
            <p:nvPr/>
          </p:nvSpPr>
          <p:spPr bwMode="auto">
            <a:xfrm>
              <a:off x="3278" y="3768"/>
              <a:ext cx="798" cy="1"/>
            </a:xfrm>
            <a:prstGeom prst="line">
              <a:avLst/>
            </a:prstGeom>
            <a:noFill/>
            <a:ln w="15875">
              <a:solidFill>
                <a:srgbClr val="0054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7362" name="Group 508"/>
            <p:cNvGrpSpPr>
              <a:grpSpLocks/>
            </p:cNvGrpSpPr>
            <p:nvPr/>
          </p:nvGrpSpPr>
          <p:grpSpPr bwMode="auto">
            <a:xfrm>
              <a:off x="3349" y="3725"/>
              <a:ext cx="345" cy="14"/>
              <a:chOff x="3349" y="3725"/>
              <a:chExt cx="345" cy="14"/>
            </a:xfrm>
          </p:grpSpPr>
          <p:sp>
            <p:nvSpPr>
              <p:cNvPr id="37363" name="Rectangle 509"/>
              <p:cNvSpPr>
                <a:spLocks noChangeArrowheads="1"/>
              </p:cNvSpPr>
              <p:nvPr/>
            </p:nvSpPr>
            <p:spPr bwMode="auto">
              <a:xfrm>
                <a:off x="3349" y="3730"/>
                <a:ext cx="8"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64" name="Rectangle 510"/>
              <p:cNvSpPr>
                <a:spLocks noChangeArrowheads="1"/>
              </p:cNvSpPr>
              <p:nvPr/>
            </p:nvSpPr>
            <p:spPr bwMode="auto">
              <a:xfrm>
                <a:off x="3362" y="3725"/>
                <a:ext cx="8" cy="1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65" name="Rectangle 511"/>
              <p:cNvSpPr>
                <a:spLocks noChangeArrowheads="1"/>
              </p:cNvSpPr>
              <p:nvPr/>
            </p:nvSpPr>
            <p:spPr bwMode="auto">
              <a:xfrm>
                <a:off x="3415"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66" name="Rectangle 512"/>
              <p:cNvSpPr>
                <a:spLocks noChangeArrowheads="1"/>
              </p:cNvSpPr>
              <p:nvPr/>
            </p:nvSpPr>
            <p:spPr bwMode="auto">
              <a:xfrm>
                <a:off x="3426"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67" name="Rectangle 513"/>
              <p:cNvSpPr>
                <a:spLocks noChangeArrowheads="1"/>
              </p:cNvSpPr>
              <p:nvPr/>
            </p:nvSpPr>
            <p:spPr bwMode="auto">
              <a:xfrm>
                <a:off x="3446" y="3730"/>
                <a:ext cx="4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68" name="Rectangle 514"/>
              <p:cNvSpPr>
                <a:spLocks noChangeArrowheads="1"/>
              </p:cNvSpPr>
              <p:nvPr/>
            </p:nvSpPr>
            <p:spPr bwMode="auto">
              <a:xfrm>
                <a:off x="3495"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69" name="Rectangle 515"/>
              <p:cNvSpPr>
                <a:spLocks noChangeArrowheads="1"/>
              </p:cNvSpPr>
              <p:nvPr/>
            </p:nvSpPr>
            <p:spPr bwMode="auto">
              <a:xfrm>
                <a:off x="3514" y="3730"/>
                <a:ext cx="1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70" name="Rectangle 516"/>
              <p:cNvSpPr>
                <a:spLocks noChangeArrowheads="1"/>
              </p:cNvSpPr>
              <p:nvPr/>
            </p:nvSpPr>
            <p:spPr bwMode="auto">
              <a:xfrm>
                <a:off x="3545" y="3730"/>
                <a:ext cx="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71" name="Rectangle 517"/>
              <p:cNvSpPr>
                <a:spLocks noChangeArrowheads="1"/>
              </p:cNvSpPr>
              <p:nvPr/>
            </p:nvSpPr>
            <p:spPr bwMode="auto">
              <a:xfrm>
                <a:off x="3573" y="3730"/>
                <a:ext cx="4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72" name="Rectangle 518"/>
              <p:cNvSpPr>
                <a:spLocks noChangeArrowheads="1"/>
              </p:cNvSpPr>
              <p:nvPr/>
            </p:nvSpPr>
            <p:spPr bwMode="auto">
              <a:xfrm>
                <a:off x="3631"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73" name="Rectangle 519"/>
              <p:cNvSpPr>
                <a:spLocks noChangeArrowheads="1"/>
              </p:cNvSpPr>
              <p:nvPr/>
            </p:nvSpPr>
            <p:spPr bwMode="auto">
              <a:xfrm>
                <a:off x="3672" y="3730"/>
                <a:ext cx="1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74" name="Rectangle 520"/>
              <p:cNvSpPr>
                <a:spLocks noChangeArrowheads="1"/>
              </p:cNvSpPr>
              <p:nvPr/>
            </p:nvSpPr>
            <p:spPr bwMode="auto">
              <a:xfrm>
                <a:off x="3693"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7375" name="Oval 521"/>
            <p:cNvSpPr>
              <a:spLocks noChangeArrowheads="1"/>
            </p:cNvSpPr>
            <p:nvPr/>
          </p:nvSpPr>
          <p:spPr bwMode="auto">
            <a:xfrm>
              <a:off x="3344"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76" name="Oval 522"/>
            <p:cNvSpPr>
              <a:spLocks noChangeArrowheads="1"/>
            </p:cNvSpPr>
            <p:nvPr/>
          </p:nvSpPr>
          <p:spPr bwMode="auto">
            <a:xfrm>
              <a:off x="3362"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77" name="Oval 523"/>
            <p:cNvSpPr>
              <a:spLocks noChangeArrowheads="1"/>
            </p:cNvSpPr>
            <p:nvPr/>
          </p:nvSpPr>
          <p:spPr bwMode="auto">
            <a:xfrm>
              <a:off x="341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78" name="Oval 524"/>
            <p:cNvSpPr>
              <a:spLocks noChangeArrowheads="1"/>
            </p:cNvSpPr>
            <p:nvPr/>
          </p:nvSpPr>
          <p:spPr bwMode="auto">
            <a:xfrm>
              <a:off x="3421"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79" name="Oval 525"/>
            <p:cNvSpPr>
              <a:spLocks noChangeArrowheads="1"/>
            </p:cNvSpPr>
            <p:nvPr/>
          </p:nvSpPr>
          <p:spPr bwMode="auto">
            <a:xfrm>
              <a:off x="3446" y="3677"/>
              <a:ext cx="3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80" name="Oval 526"/>
            <p:cNvSpPr>
              <a:spLocks noChangeArrowheads="1"/>
            </p:cNvSpPr>
            <p:nvPr/>
          </p:nvSpPr>
          <p:spPr bwMode="auto">
            <a:xfrm>
              <a:off x="3495"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81" name="Oval 527"/>
            <p:cNvSpPr>
              <a:spLocks noChangeArrowheads="1"/>
            </p:cNvSpPr>
            <p:nvPr/>
          </p:nvSpPr>
          <p:spPr bwMode="auto">
            <a:xfrm>
              <a:off x="3505" y="3666"/>
              <a:ext cx="31" cy="49"/>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82" name="Oval 528"/>
            <p:cNvSpPr>
              <a:spLocks noChangeArrowheads="1"/>
            </p:cNvSpPr>
            <p:nvPr/>
          </p:nvSpPr>
          <p:spPr bwMode="auto">
            <a:xfrm>
              <a:off x="354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83" name="Oval 529"/>
            <p:cNvSpPr>
              <a:spLocks noChangeArrowheads="1"/>
            </p:cNvSpPr>
            <p:nvPr/>
          </p:nvSpPr>
          <p:spPr bwMode="auto">
            <a:xfrm>
              <a:off x="3619"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84" name="Oval 530"/>
            <p:cNvSpPr>
              <a:spLocks noChangeArrowheads="1"/>
            </p:cNvSpPr>
            <p:nvPr/>
          </p:nvSpPr>
          <p:spPr bwMode="auto">
            <a:xfrm>
              <a:off x="3631"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85" name="Oval 531"/>
            <p:cNvSpPr>
              <a:spLocks noChangeArrowheads="1"/>
            </p:cNvSpPr>
            <p:nvPr/>
          </p:nvSpPr>
          <p:spPr bwMode="auto">
            <a:xfrm>
              <a:off x="3682" y="3666"/>
              <a:ext cx="21" cy="49"/>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386" name="Oval 532"/>
            <p:cNvSpPr>
              <a:spLocks noChangeArrowheads="1"/>
            </p:cNvSpPr>
            <p:nvPr/>
          </p:nvSpPr>
          <p:spPr bwMode="auto">
            <a:xfrm>
              <a:off x="3693"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87" name="Line 533"/>
            <p:cNvSpPr>
              <a:spLocks noChangeShapeType="1"/>
            </p:cNvSpPr>
            <p:nvPr/>
          </p:nvSpPr>
          <p:spPr bwMode="auto">
            <a:xfrm>
              <a:off x="3278" y="366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388" name="Rectangle 534"/>
            <p:cNvSpPr>
              <a:spLocks noChangeArrowheads="1"/>
            </p:cNvSpPr>
            <p:nvPr/>
          </p:nvSpPr>
          <p:spPr bwMode="auto">
            <a:xfrm>
              <a:off x="4028" y="3691"/>
              <a:ext cx="30"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389" name="Rectangle 535"/>
            <p:cNvSpPr>
              <a:spLocks noChangeArrowheads="1"/>
            </p:cNvSpPr>
            <p:nvPr/>
          </p:nvSpPr>
          <p:spPr bwMode="auto">
            <a:xfrm>
              <a:off x="4028" y="3778"/>
              <a:ext cx="30" cy="11"/>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390" name="Rectangle 536"/>
            <p:cNvSpPr>
              <a:spLocks noChangeArrowheads="1"/>
            </p:cNvSpPr>
            <p:nvPr/>
          </p:nvSpPr>
          <p:spPr bwMode="auto">
            <a:xfrm>
              <a:off x="4028" y="3894"/>
              <a:ext cx="30"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391" name="Rectangle 537"/>
            <p:cNvSpPr>
              <a:spLocks noChangeArrowheads="1"/>
            </p:cNvSpPr>
            <p:nvPr/>
          </p:nvSpPr>
          <p:spPr bwMode="auto">
            <a:xfrm>
              <a:off x="3307" y="3691"/>
              <a:ext cx="22"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392" name="Rectangle 538"/>
            <p:cNvSpPr>
              <a:spLocks noChangeArrowheads="1"/>
            </p:cNvSpPr>
            <p:nvPr/>
          </p:nvSpPr>
          <p:spPr bwMode="auto">
            <a:xfrm>
              <a:off x="3307" y="3778"/>
              <a:ext cx="22" cy="3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393" name="Rectangle 539"/>
            <p:cNvSpPr>
              <a:spLocks noChangeArrowheads="1"/>
            </p:cNvSpPr>
            <p:nvPr/>
          </p:nvSpPr>
          <p:spPr bwMode="auto">
            <a:xfrm>
              <a:off x="3307" y="3894"/>
              <a:ext cx="22"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394" name="Rectangle 540"/>
            <p:cNvSpPr>
              <a:spLocks noChangeArrowheads="1"/>
            </p:cNvSpPr>
            <p:nvPr/>
          </p:nvSpPr>
          <p:spPr bwMode="auto">
            <a:xfrm>
              <a:off x="3362" y="3953"/>
              <a:ext cx="9" cy="4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95" name="Rectangle 541"/>
            <p:cNvSpPr>
              <a:spLocks noChangeArrowheads="1"/>
            </p:cNvSpPr>
            <p:nvPr/>
          </p:nvSpPr>
          <p:spPr bwMode="auto">
            <a:xfrm>
              <a:off x="3475" y="3958"/>
              <a:ext cx="11" cy="3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396" name="Oval 542"/>
            <p:cNvSpPr>
              <a:spLocks noChangeArrowheads="1"/>
            </p:cNvSpPr>
            <p:nvPr/>
          </p:nvSpPr>
          <p:spPr bwMode="auto">
            <a:xfrm>
              <a:off x="3410" y="3953"/>
              <a:ext cx="9" cy="3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397" name="Oval 543"/>
            <p:cNvSpPr>
              <a:spLocks noChangeArrowheads="1"/>
            </p:cNvSpPr>
            <p:nvPr/>
          </p:nvSpPr>
          <p:spPr bwMode="auto">
            <a:xfrm>
              <a:off x="3495" y="3958"/>
              <a:ext cx="0" cy="2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grpSp>
      <p:grpSp>
        <p:nvGrpSpPr>
          <p:cNvPr id="37398" name="Group 544"/>
          <p:cNvGrpSpPr>
            <a:grpSpLocks/>
          </p:cNvGrpSpPr>
          <p:nvPr/>
        </p:nvGrpSpPr>
        <p:grpSpPr bwMode="auto">
          <a:xfrm>
            <a:off x="5867400" y="5257800"/>
            <a:ext cx="685800" cy="338138"/>
            <a:chOff x="3272" y="3473"/>
            <a:chExt cx="1086" cy="536"/>
          </a:xfrm>
        </p:grpSpPr>
        <p:grpSp>
          <p:nvGrpSpPr>
            <p:cNvPr id="37399" name="Group 545"/>
            <p:cNvGrpSpPr>
              <a:grpSpLocks/>
            </p:cNvGrpSpPr>
            <p:nvPr/>
          </p:nvGrpSpPr>
          <p:grpSpPr bwMode="auto">
            <a:xfrm>
              <a:off x="3272" y="3628"/>
              <a:ext cx="903" cy="380"/>
              <a:chOff x="3272" y="3628"/>
              <a:chExt cx="903" cy="380"/>
            </a:xfrm>
          </p:grpSpPr>
          <p:sp>
            <p:nvSpPr>
              <p:cNvPr id="37400" name="Rectangle 546"/>
              <p:cNvSpPr>
                <a:spLocks noChangeArrowheads="1"/>
              </p:cNvSpPr>
              <p:nvPr/>
            </p:nvSpPr>
            <p:spPr bwMode="auto">
              <a:xfrm>
                <a:off x="3277" y="3632"/>
                <a:ext cx="893" cy="371"/>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1" name="Rectangle 547"/>
              <p:cNvSpPr>
                <a:spLocks noChangeArrowheads="1"/>
              </p:cNvSpPr>
              <p:nvPr/>
            </p:nvSpPr>
            <p:spPr bwMode="auto">
              <a:xfrm>
                <a:off x="3272" y="363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2" name="Rectangle 548"/>
              <p:cNvSpPr>
                <a:spLocks noChangeArrowheads="1"/>
              </p:cNvSpPr>
              <p:nvPr/>
            </p:nvSpPr>
            <p:spPr bwMode="auto">
              <a:xfrm>
                <a:off x="3272" y="3652"/>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3" name="Rectangle 549"/>
              <p:cNvSpPr>
                <a:spLocks noChangeArrowheads="1"/>
              </p:cNvSpPr>
              <p:nvPr/>
            </p:nvSpPr>
            <p:spPr bwMode="auto">
              <a:xfrm>
                <a:off x="3272" y="367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4" name="Rectangle 550"/>
              <p:cNvSpPr>
                <a:spLocks noChangeArrowheads="1"/>
              </p:cNvSpPr>
              <p:nvPr/>
            </p:nvSpPr>
            <p:spPr bwMode="auto">
              <a:xfrm>
                <a:off x="3272" y="3690"/>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5" name="Rectangle 551"/>
              <p:cNvSpPr>
                <a:spLocks noChangeArrowheads="1"/>
              </p:cNvSpPr>
              <p:nvPr/>
            </p:nvSpPr>
            <p:spPr bwMode="auto">
              <a:xfrm>
                <a:off x="3272" y="370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6" name="Rectangle 552"/>
              <p:cNvSpPr>
                <a:spLocks noChangeArrowheads="1"/>
              </p:cNvSpPr>
              <p:nvPr/>
            </p:nvSpPr>
            <p:spPr bwMode="auto">
              <a:xfrm>
                <a:off x="3272" y="372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7" name="Rectangle 553"/>
              <p:cNvSpPr>
                <a:spLocks noChangeArrowheads="1"/>
              </p:cNvSpPr>
              <p:nvPr/>
            </p:nvSpPr>
            <p:spPr bwMode="auto">
              <a:xfrm>
                <a:off x="3272" y="374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8" name="Rectangle 554"/>
              <p:cNvSpPr>
                <a:spLocks noChangeArrowheads="1"/>
              </p:cNvSpPr>
              <p:nvPr/>
            </p:nvSpPr>
            <p:spPr bwMode="auto">
              <a:xfrm>
                <a:off x="3272" y="3767"/>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09" name="Rectangle 555"/>
              <p:cNvSpPr>
                <a:spLocks noChangeArrowheads="1"/>
              </p:cNvSpPr>
              <p:nvPr/>
            </p:nvSpPr>
            <p:spPr bwMode="auto">
              <a:xfrm>
                <a:off x="3272" y="3786"/>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0" name="Rectangle 556"/>
              <p:cNvSpPr>
                <a:spLocks noChangeArrowheads="1"/>
              </p:cNvSpPr>
              <p:nvPr/>
            </p:nvSpPr>
            <p:spPr bwMode="auto">
              <a:xfrm>
                <a:off x="3272" y="3805"/>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1" name="Rectangle 557"/>
              <p:cNvSpPr>
                <a:spLocks noChangeArrowheads="1"/>
              </p:cNvSpPr>
              <p:nvPr/>
            </p:nvSpPr>
            <p:spPr bwMode="auto">
              <a:xfrm>
                <a:off x="3272" y="382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2" name="Rectangle 558"/>
              <p:cNvSpPr>
                <a:spLocks noChangeArrowheads="1"/>
              </p:cNvSpPr>
              <p:nvPr/>
            </p:nvSpPr>
            <p:spPr bwMode="auto">
              <a:xfrm>
                <a:off x="3272" y="384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3" name="Rectangle 559"/>
              <p:cNvSpPr>
                <a:spLocks noChangeArrowheads="1"/>
              </p:cNvSpPr>
              <p:nvPr/>
            </p:nvSpPr>
            <p:spPr bwMode="auto">
              <a:xfrm>
                <a:off x="3272" y="3863"/>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4" name="Rectangle 560"/>
              <p:cNvSpPr>
                <a:spLocks noChangeArrowheads="1"/>
              </p:cNvSpPr>
              <p:nvPr/>
            </p:nvSpPr>
            <p:spPr bwMode="auto">
              <a:xfrm>
                <a:off x="3272" y="3882"/>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5" name="Rectangle 561"/>
              <p:cNvSpPr>
                <a:spLocks noChangeArrowheads="1"/>
              </p:cNvSpPr>
              <p:nvPr/>
            </p:nvSpPr>
            <p:spPr bwMode="auto">
              <a:xfrm>
                <a:off x="3272" y="3901"/>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6" name="Rectangle 562"/>
              <p:cNvSpPr>
                <a:spLocks noChangeArrowheads="1"/>
              </p:cNvSpPr>
              <p:nvPr/>
            </p:nvSpPr>
            <p:spPr bwMode="auto">
              <a:xfrm>
                <a:off x="3272" y="3921"/>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7" name="Rectangle 563"/>
              <p:cNvSpPr>
                <a:spLocks noChangeArrowheads="1"/>
              </p:cNvSpPr>
              <p:nvPr/>
            </p:nvSpPr>
            <p:spPr bwMode="auto">
              <a:xfrm>
                <a:off x="3272" y="3940"/>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8" name="Rectangle 564"/>
              <p:cNvSpPr>
                <a:spLocks noChangeArrowheads="1"/>
              </p:cNvSpPr>
              <p:nvPr/>
            </p:nvSpPr>
            <p:spPr bwMode="auto">
              <a:xfrm>
                <a:off x="3272" y="3959"/>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19" name="Rectangle 565"/>
              <p:cNvSpPr>
                <a:spLocks noChangeArrowheads="1"/>
              </p:cNvSpPr>
              <p:nvPr/>
            </p:nvSpPr>
            <p:spPr bwMode="auto">
              <a:xfrm>
                <a:off x="3272" y="3978"/>
                <a:ext cx="9"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0" name="Freeform 566"/>
              <p:cNvSpPr>
                <a:spLocks noChangeArrowheads="1"/>
              </p:cNvSpPr>
              <p:nvPr/>
            </p:nvSpPr>
            <p:spPr bwMode="auto">
              <a:xfrm>
                <a:off x="3272" y="3997"/>
                <a:ext cx="9" cy="11"/>
              </a:xfrm>
              <a:custGeom>
                <a:avLst/>
                <a:gdLst>
                  <a:gd name="T0" fmla="*/ 9 w 9"/>
                  <a:gd name="T1" fmla="*/ 0 h 11"/>
                  <a:gd name="T2" fmla="*/ 0 w 9"/>
                  <a:gd name="T3" fmla="*/ 0 h 11"/>
                  <a:gd name="T4" fmla="*/ 0 w 9"/>
                  <a:gd name="T5" fmla="*/ 6 h 11"/>
                  <a:gd name="T6" fmla="*/ 0 w 9"/>
                  <a:gd name="T7" fmla="*/ 11 h 11"/>
                  <a:gd name="T8" fmla="*/ 5 w 9"/>
                  <a:gd name="T9" fmla="*/ 11 h 11"/>
                  <a:gd name="T10" fmla="*/ 8 w 9"/>
                  <a:gd name="T11" fmla="*/ 11 h 11"/>
                  <a:gd name="T12" fmla="*/ 8 w 9"/>
                  <a:gd name="T13" fmla="*/ 2 h 11"/>
                  <a:gd name="T14" fmla="*/ 5 w 9"/>
                  <a:gd name="T15" fmla="*/ 2 h 11"/>
                  <a:gd name="T16" fmla="*/ 5 w 9"/>
                  <a:gd name="T17" fmla="*/ 6 h 11"/>
                  <a:gd name="T18" fmla="*/ 9 w 9"/>
                  <a:gd name="T19" fmla="*/ 6 h 11"/>
                  <a:gd name="T20" fmla="*/ 9 w 9"/>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9" y="0"/>
                    </a:moveTo>
                    <a:lnTo>
                      <a:pt x="0" y="0"/>
                    </a:lnTo>
                    <a:lnTo>
                      <a:pt x="0" y="6"/>
                    </a:lnTo>
                    <a:lnTo>
                      <a:pt x="0" y="11"/>
                    </a:lnTo>
                    <a:lnTo>
                      <a:pt x="5" y="11"/>
                    </a:lnTo>
                    <a:lnTo>
                      <a:pt x="8" y="11"/>
                    </a:lnTo>
                    <a:lnTo>
                      <a:pt x="8" y="2"/>
                    </a:lnTo>
                    <a:lnTo>
                      <a:pt x="5" y="2"/>
                    </a:lnTo>
                    <a:lnTo>
                      <a:pt x="5" y="6"/>
                    </a:lnTo>
                    <a:lnTo>
                      <a:pt x="9"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421" name="Rectangle 567"/>
              <p:cNvSpPr>
                <a:spLocks noChangeArrowheads="1"/>
              </p:cNvSpPr>
              <p:nvPr/>
            </p:nvSpPr>
            <p:spPr bwMode="auto">
              <a:xfrm>
                <a:off x="329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2" name="Rectangle 568"/>
              <p:cNvSpPr>
                <a:spLocks noChangeArrowheads="1"/>
              </p:cNvSpPr>
              <p:nvPr/>
            </p:nvSpPr>
            <p:spPr bwMode="auto">
              <a:xfrm>
                <a:off x="330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3" name="Rectangle 569"/>
              <p:cNvSpPr>
                <a:spLocks noChangeArrowheads="1"/>
              </p:cNvSpPr>
              <p:nvPr/>
            </p:nvSpPr>
            <p:spPr bwMode="auto">
              <a:xfrm>
                <a:off x="332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4" name="Rectangle 570"/>
              <p:cNvSpPr>
                <a:spLocks noChangeArrowheads="1"/>
              </p:cNvSpPr>
              <p:nvPr/>
            </p:nvSpPr>
            <p:spPr bwMode="auto">
              <a:xfrm>
                <a:off x="334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5" name="Rectangle 571"/>
              <p:cNvSpPr>
                <a:spLocks noChangeArrowheads="1"/>
              </p:cNvSpPr>
              <p:nvPr/>
            </p:nvSpPr>
            <p:spPr bwMode="auto">
              <a:xfrm>
                <a:off x="336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6" name="Rectangle 572"/>
              <p:cNvSpPr>
                <a:spLocks noChangeArrowheads="1"/>
              </p:cNvSpPr>
              <p:nvPr/>
            </p:nvSpPr>
            <p:spPr bwMode="auto">
              <a:xfrm>
                <a:off x="338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7" name="Rectangle 573"/>
              <p:cNvSpPr>
                <a:spLocks noChangeArrowheads="1"/>
              </p:cNvSpPr>
              <p:nvPr/>
            </p:nvSpPr>
            <p:spPr bwMode="auto">
              <a:xfrm>
                <a:off x="340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8" name="Rectangle 574"/>
              <p:cNvSpPr>
                <a:spLocks noChangeArrowheads="1"/>
              </p:cNvSpPr>
              <p:nvPr/>
            </p:nvSpPr>
            <p:spPr bwMode="auto">
              <a:xfrm>
                <a:off x="342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29" name="Rectangle 575"/>
              <p:cNvSpPr>
                <a:spLocks noChangeArrowheads="1"/>
              </p:cNvSpPr>
              <p:nvPr/>
            </p:nvSpPr>
            <p:spPr bwMode="auto">
              <a:xfrm>
                <a:off x="344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0" name="Rectangle 576"/>
              <p:cNvSpPr>
                <a:spLocks noChangeArrowheads="1"/>
              </p:cNvSpPr>
              <p:nvPr/>
            </p:nvSpPr>
            <p:spPr bwMode="auto">
              <a:xfrm>
                <a:off x="346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1" name="Rectangle 577"/>
              <p:cNvSpPr>
                <a:spLocks noChangeArrowheads="1"/>
              </p:cNvSpPr>
              <p:nvPr/>
            </p:nvSpPr>
            <p:spPr bwMode="auto">
              <a:xfrm>
                <a:off x="348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2" name="Rectangle 578"/>
              <p:cNvSpPr>
                <a:spLocks noChangeArrowheads="1"/>
              </p:cNvSpPr>
              <p:nvPr/>
            </p:nvSpPr>
            <p:spPr bwMode="auto">
              <a:xfrm>
                <a:off x="350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3" name="Rectangle 579"/>
              <p:cNvSpPr>
                <a:spLocks noChangeArrowheads="1"/>
              </p:cNvSpPr>
              <p:nvPr/>
            </p:nvSpPr>
            <p:spPr bwMode="auto">
              <a:xfrm>
                <a:off x="352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4" name="Rectangle 580"/>
              <p:cNvSpPr>
                <a:spLocks noChangeArrowheads="1"/>
              </p:cNvSpPr>
              <p:nvPr/>
            </p:nvSpPr>
            <p:spPr bwMode="auto">
              <a:xfrm>
                <a:off x="354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5" name="Rectangle 581"/>
              <p:cNvSpPr>
                <a:spLocks noChangeArrowheads="1"/>
              </p:cNvSpPr>
              <p:nvPr/>
            </p:nvSpPr>
            <p:spPr bwMode="auto">
              <a:xfrm>
                <a:off x="355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6" name="Rectangle 582"/>
              <p:cNvSpPr>
                <a:spLocks noChangeArrowheads="1"/>
              </p:cNvSpPr>
              <p:nvPr/>
            </p:nvSpPr>
            <p:spPr bwMode="auto">
              <a:xfrm>
                <a:off x="357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7" name="Rectangle 583"/>
              <p:cNvSpPr>
                <a:spLocks noChangeArrowheads="1"/>
              </p:cNvSpPr>
              <p:nvPr/>
            </p:nvSpPr>
            <p:spPr bwMode="auto">
              <a:xfrm>
                <a:off x="359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8" name="Rectangle 584"/>
              <p:cNvSpPr>
                <a:spLocks noChangeArrowheads="1"/>
              </p:cNvSpPr>
              <p:nvPr/>
            </p:nvSpPr>
            <p:spPr bwMode="auto">
              <a:xfrm>
                <a:off x="361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39" name="Rectangle 585"/>
              <p:cNvSpPr>
                <a:spLocks noChangeArrowheads="1"/>
              </p:cNvSpPr>
              <p:nvPr/>
            </p:nvSpPr>
            <p:spPr bwMode="auto">
              <a:xfrm>
                <a:off x="363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0" name="Rectangle 586"/>
              <p:cNvSpPr>
                <a:spLocks noChangeArrowheads="1"/>
              </p:cNvSpPr>
              <p:nvPr/>
            </p:nvSpPr>
            <p:spPr bwMode="auto">
              <a:xfrm>
                <a:off x="3655"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1" name="Rectangle 587"/>
              <p:cNvSpPr>
                <a:spLocks noChangeArrowheads="1"/>
              </p:cNvSpPr>
              <p:nvPr/>
            </p:nvSpPr>
            <p:spPr bwMode="auto">
              <a:xfrm>
                <a:off x="367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2" name="Rectangle 588"/>
              <p:cNvSpPr>
                <a:spLocks noChangeArrowheads="1"/>
              </p:cNvSpPr>
              <p:nvPr/>
            </p:nvSpPr>
            <p:spPr bwMode="auto">
              <a:xfrm>
                <a:off x="3693"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3" name="Rectangle 589"/>
              <p:cNvSpPr>
                <a:spLocks noChangeArrowheads="1"/>
              </p:cNvSpPr>
              <p:nvPr/>
            </p:nvSpPr>
            <p:spPr bwMode="auto">
              <a:xfrm>
                <a:off x="371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4" name="Rectangle 590"/>
              <p:cNvSpPr>
                <a:spLocks noChangeArrowheads="1"/>
              </p:cNvSpPr>
              <p:nvPr/>
            </p:nvSpPr>
            <p:spPr bwMode="auto">
              <a:xfrm>
                <a:off x="3732"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5" name="Rectangle 591"/>
              <p:cNvSpPr>
                <a:spLocks noChangeArrowheads="1"/>
              </p:cNvSpPr>
              <p:nvPr/>
            </p:nvSpPr>
            <p:spPr bwMode="auto">
              <a:xfrm>
                <a:off x="3751"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6" name="Rectangle 592"/>
              <p:cNvSpPr>
                <a:spLocks noChangeArrowheads="1"/>
              </p:cNvSpPr>
              <p:nvPr/>
            </p:nvSpPr>
            <p:spPr bwMode="auto">
              <a:xfrm>
                <a:off x="377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7" name="Rectangle 593"/>
              <p:cNvSpPr>
                <a:spLocks noChangeArrowheads="1"/>
              </p:cNvSpPr>
              <p:nvPr/>
            </p:nvSpPr>
            <p:spPr bwMode="auto">
              <a:xfrm>
                <a:off x="3789"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8" name="Rectangle 594"/>
              <p:cNvSpPr>
                <a:spLocks noChangeArrowheads="1"/>
              </p:cNvSpPr>
              <p:nvPr/>
            </p:nvSpPr>
            <p:spPr bwMode="auto">
              <a:xfrm>
                <a:off x="380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49" name="Rectangle 595"/>
              <p:cNvSpPr>
                <a:spLocks noChangeArrowheads="1"/>
              </p:cNvSpPr>
              <p:nvPr/>
            </p:nvSpPr>
            <p:spPr bwMode="auto">
              <a:xfrm>
                <a:off x="3828"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0" name="Rectangle 596"/>
              <p:cNvSpPr>
                <a:spLocks noChangeArrowheads="1"/>
              </p:cNvSpPr>
              <p:nvPr/>
            </p:nvSpPr>
            <p:spPr bwMode="auto">
              <a:xfrm>
                <a:off x="384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1" name="Rectangle 597"/>
              <p:cNvSpPr>
                <a:spLocks noChangeArrowheads="1"/>
              </p:cNvSpPr>
              <p:nvPr/>
            </p:nvSpPr>
            <p:spPr bwMode="auto">
              <a:xfrm>
                <a:off x="3866"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2" name="Rectangle 598"/>
              <p:cNvSpPr>
                <a:spLocks noChangeArrowheads="1"/>
              </p:cNvSpPr>
              <p:nvPr/>
            </p:nvSpPr>
            <p:spPr bwMode="auto">
              <a:xfrm>
                <a:off x="388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3" name="Rectangle 599"/>
              <p:cNvSpPr>
                <a:spLocks noChangeArrowheads="1"/>
              </p:cNvSpPr>
              <p:nvPr/>
            </p:nvSpPr>
            <p:spPr bwMode="auto">
              <a:xfrm>
                <a:off x="390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4" name="Rectangle 600"/>
              <p:cNvSpPr>
                <a:spLocks noChangeArrowheads="1"/>
              </p:cNvSpPr>
              <p:nvPr/>
            </p:nvSpPr>
            <p:spPr bwMode="auto">
              <a:xfrm>
                <a:off x="3924"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5" name="Rectangle 601"/>
              <p:cNvSpPr>
                <a:spLocks noChangeArrowheads="1"/>
              </p:cNvSpPr>
              <p:nvPr/>
            </p:nvSpPr>
            <p:spPr bwMode="auto">
              <a:xfrm>
                <a:off x="3943"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6" name="Rectangle 602"/>
              <p:cNvSpPr>
                <a:spLocks noChangeArrowheads="1"/>
              </p:cNvSpPr>
              <p:nvPr/>
            </p:nvSpPr>
            <p:spPr bwMode="auto">
              <a:xfrm>
                <a:off x="3962"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7" name="Rectangle 603"/>
              <p:cNvSpPr>
                <a:spLocks noChangeArrowheads="1"/>
              </p:cNvSpPr>
              <p:nvPr/>
            </p:nvSpPr>
            <p:spPr bwMode="auto">
              <a:xfrm>
                <a:off x="3981"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8" name="Rectangle 604"/>
              <p:cNvSpPr>
                <a:spLocks noChangeArrowheads="1"/>
              </p:cNvSpPr>
              <p:nvPr/>
            </p:nvSpPr>
            <p:spPr bwMode="auto">
              <a:xfrm>
                <a:off x="4000"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59" name="Rectangle 605"/>
              <p:cNvSpPr>
                <a:spLocks noChangeArrowheads="1"/>
              </p:cNvSpPr>
              <p:nvPr/>
            </p:nvSpPr>
            <p:spPr bwMode="auto">
              <a:xfrm>
                <a:off x="4020"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0" name="Rectangle 606"/>
              <p:cNvSpPr>
                <a:spLocks noChangeArrowheads="1"/>
              </p:cNvSpPr>
              <p:nvPr/>
            </p:nvSpPr>
            <p:spPr bwMode="auto">
              <a:xfrm>
                <a:off x="4039"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1" name="Rectangle 607"/>
              <p:cNvSpPr>
                <a:spLocks noChangeArrowheads="1"/>
              </p:cNvSpPr>
              <p:nvPr/>
            </p:nvSpPr>
            <p:spPr bwMode="auto">
              <a:xfrm>
                <a:off x="4058"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2" name="Rectangle 608"/>
              <p:cNvSpPr>
                <a:spLocks noChangeArrowheads="1"/>
              </p:cNvSpPr>
              <p:nvPr/>
            </p:nvSpPr>
            <p:spPr bwMode="auto">
              <a:xfrm>
                <a:off x="4077"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3" name="Rectangle 609"/>
              <p:cNvSpPr>
                <a:spLocks noChangeArrowheads="1"/>
              </p:cNvSpPr>
              <p:nvPr/>
            </p:nvSpPr>
            <p:spPr bwMode="auto">
              <a:xfrm>
                <a:off x="4097"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4" name="Rectangle 610"/>
              <p:cNvSpPr>
                <a:spLocks noChangeArrowheads="1"/>
              </p:cNvSpPr>
              <p:nvPr/>
            </p:nvSpPr>
            <p:spPr bwMode="auto">
              <a:xfrm>
                <a:off x="4116" y="39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5" name="Rectangle 611"/>
              <p:cNvSpPr>
                <a:spLocks noChangeArrowheads="1"/>
              </p:cNvSpPr>
              <p:nvPr/>
            </p:nvSpPr>
            <p:spPr bwMode="auto">
              <a:xfrm>
                <a:off x="4135"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6" name="Rectangle 612"/>
              <p:cNvSpPr>
                <a:spLocks noChangeArrowheads="1"/>
              </p:cNvSpPr>
              <p:nvPr/>
            </p:nvSpPr>
            <p:spPr bwMode="auto">
              <a:xfrm>
                <a:off x="4154" y="39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7" name="Rectangle 613"/>
              <p:cNvSpPr>
                <a:spLocks noChangeArrowheads="1"/>
              </p:cNvSpPr>
              <p:nvPr/>
            </p:nvSpPr>
            <p:spPr bwMode="auto">
              <a:xfrm>
                <a:off x="4165" y="399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8" name="Rectangle 614"/>
              <p:cNvSpPr>
                <a:spLocks noChangeArrowheads="1"/>
              </p:cNvSpPr>
              <p:nvPr/>
            </p:nvSpPr>
            <p:spPr bwMode="auto">
              <a:xfrm>
                <a:off x="4165" y="397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69" name="Rectangle 615"/>
              <p:cNvSpPr>
                <a:spLocks noChangeArrowheads="1"/>
              </p:cNvSpPr>
              <p:nvPr/>
            </p:nvSpPr>
            <p:spPr bwMode="auto">
              <a:xfrm>
                <a:off x="4165" y="3952"/>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0" name="Rectangle 616"/>
              <p:cNvSpPr>
                <a:spLocks noChangeArrowheads="1"/>
              </p:cNvSpPr>
              <p:nvPr/>
            </p:nvSpPr>
            <p:spPr bwMode="auto">
              <a:xfrm>
                <a:off x="4165" y="39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1" name="Rectangle 617"/>
              <p:cNvSpPr>
                <a:spLocks noChangeArrowheads="1"/>
              </p:cNvSpPr>
              <p:nvPr/>
            </p:nvSpPr>
            <p:spPr bwMode="auto">
              <a:xfrm>
                <a:off x="4165" y="3913"/>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2" name="Rectangle 618"/>
              <p:cNvSpPr>
                <a:spLocks noChangeArrowheads="1"/>
              </p:cNvSpPr>
              <p:nvPr/>
            </p:nvSpPr>
            <p:spPr bwMode="auto">
              <a:xfrm>
                <a:off x="4165" y="389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3" name="Rectangle 619"/>
              <p:cNvSpPr>
                <a:spLocks noChangeArrowheads="1"/>
              </p:cNvSpPr>
              <p:nvPr/>
            </p:nvSpPr>
            <p:spPr bwMode="auto">
              <a:xfrm>
                <a:off x="4165" y="387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4" name="Rectangle 620"/>
              <p:cNvSpPr>
                <a:spLocks noChangeArrowheads="1"/>
              </p:cNvSpPr>
              <p:nvPr/>
            </p:nvSpPr>
            <p:spPr bwMode="auto">
              <a:xfrm>
                <a:off x="4165" y="385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5" name="Rectangle 621"/>
              <p:cNvSpPr>
                <a:spLocks noChangeArrowheads="1"/>
              </p:cNvSpPr>
              <p:nvPr/>
            </p:nvSpPr>
            <p:spPr bwMode="auto">
              <a:xfrm>
                <a:off x="4165" y="3837"/>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6" name="Rectangle 622"/>
              <p:cNvSpPr>
                <a:spLocks noChangeArrowheads="1"/>
              </p:cNvSpPr>
              <p:nvPr/>
            </p:nvSpPr>
            <p:spPr bwMode="auto">
              <a:xfrm>
                <a:off x="4165" y="3817"/>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7" name="Rectangle 623"/>
              <p:cNvSpPr>
                <a:spLocks noChangeArrowheads="1"/>
              </p:cNvSpPr>
              <p:nvPr/>
            </p:nvSpPr>
            <p:spPr bwMode="auto">
              <a:xfrm>
                <a:off x="4165" y="3798"/>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8" name="Rectangle 624"/>
              <p:cNvSpPr>
                <a:spLocks noChangeArrowheads="1"/>
              </p:cNvSpPr>
              <p:nvPr/>
            </p:nvSpPr>
            <p:spPr bwMode="auto">
              <a:xfrm>
                <a:off x="4165" y="377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79" name="Rectangle 625"/>
              <p:cNvSpPr>
                <a:spLocks noChangeArrowheads="1"/>
              </p:cNvSpPr>
              <p:nvPr/>
            </p:nvSpPr>
            <p:spPr bwMode="auto">
              <a:xfrm>
                <a:off x="4165" y="3760"/>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0" name="Rectangle 626"/>
              <p:cNvSpPr>
                <a:spLocks noChangeArrowheads="1"/>
              </p:cNvSpPr>
              <p:nvPr/>
            </p:nvSpPr>
            <p:spPr bwMode="auto">
              <a:xfrm>
                <a:off x="4165" y="3740"/>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1" name="Rectangle 627"/>
              <p:cNvSpPr>
                <a:spLocks noChangeArrowheads="1"/>
              </p:cNvSpPr>
              <p:nvPr/>
            </p:nvSpPr>
            <p:spPr bwMode="auto">
              <a:xfrm>
                <a:off x="4165" y="3721"/>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2" name="Rectangle 628"/>
              <p:cNvSpPr>
                <a:spLocks noChangeArrowheads="1"/>
              </p:cNvSpPr>
              <p:nvPr/>
            </p:nvSpPr>
            <p:spPr bwMode="auto">
              <a:xfrm>
                <a:off x="4165" y="3702"/>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3" name="Rectangle 629"/>
              <p:cNvSpPr>
                <a:spLocks noChangeArrowheads="1"/>
              </p:cNvSpPr>
              <p:nvPr/>
            </p:nvSpPr>
            <p:spPr bwMode="auto">
              <a:xfrm>
                <a:off x="4165" y="368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4" name="Rectangle 630"/>
              <p:cNvSpPr>
                <a:spLocks noChangeArrowheads="1"/>
              </p:cNvSpPr>
              <p:nvPr/>
            </p:nvSpPr>
            <p:spPr bwMode="auto">
              <a:xfrm>
                <a:off x="4165" y="366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5" name="Rectangle 631"/>
              <p:cNvSpPr>
                <a:spLocks noChangeArrowheads="1"/>
              </p:cNvSpPr>
              <p:nvPr/>
            </p:nvSpPr>
            <p:spPr bwMode="auto">
              <a:xfrm>
                <a:off x="4165" y="3644"/>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6" name="Freeform 632"/>
              <p:cNvSpPr>
                <a:spLocks noChangeArrowheads="1"/>
              </p:cNvSpPr>
              <p:nvPr/>
            </p:nvSpPr>
            <p:spPr bwMode="auto">
              <a:xfrm>
                <a:off x="4163" y="3628"/>
                <a:ext cx="12" cy="9"/>
              </a:xfrm>
              <a:custGeom>
                <a:avLst/>
                <a:gdLst>
                  <a:gd name="T0" fmla="*/ 2 w 12"/>
                  <a:gd name="T1" fmla="*/ 7 h 9"/>
                  <a:gd name="T2" fmla="*/ 12 w 12"/>
                  <a:gd name="T3" fmla="*/ 7 h 9"/>
                  <a:gd name="T4" fmla="*/ 12 w 12"/>
                  <a:gd name="T5" fmla="*/ 4 h 9"/>
                  <a:gd name="T6" fmla="*/ 12 w 12"/>
                  <a:gd name="T7" fmla="*/ 0 h 9"/>
                  <a:gd name="T8" fmla="*/ 7 w 12"/>
                  <a:gd name="T9" fmla="*/ 0 h 9"/>
                  <a:gd name="T10" fmla="*/ 0 w 12"/>
                  <a:gd name="T11" fmla="*/ 0 h 9"/>
                  <a:gd name="T12" fmla="*/ 0 w 12"/>
                  <a:gd name="T13" fmla="*/ 9 h 9"/>
                  <a:gd name="T14" fmla="*/ 7 w 12"/>
                  <a:gd name="T15" fmla="*/ 9 h 9"/>
                  <a:gd name="T16" fmla="*/ 7 w 12"/>
                  <a:gd name="T17" fmla="*/ 4 h 9"/>
                  <a:gd name="T18" fmla="*/ 2 w 12"/>
                  <a:gd name="T19" fmla="*/ 4 h 9"/>
                  <a:gd name="T20" fmla="*/ 2 w 12"/>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9">
                    <a:moveTo>
                      <a:pt x="2" y="7"/>
                    </a:moveTo>
                    <a:lnTo>
                      <a:pt x="12" y="7"/>
                    </a:lnTo>
                    <a:lnTo>
                      <a:pt x="12" y="4"/>
                    </a:lnTo>
                    <a:lnTo>
                      <a:pt x="12" y="0"/>
                    </a:lnTo>
                    <a:lnTo>
                      <a:pt x="7" y="0"/>
                    </a:lnTo>
                    <a:lnTo>
                      <a:pt x="0" y="0"/>
                    </a:lnTo>
                    <a:lnTo>
                      <a:pt x="0" y="9"/>
                    </a:lnTo>
                    <a:lnTo>
                      <a:pt x="7" y="9"/>
                    </a:lnTo>
                    <a:lnTo>
                      <a:pt x="7" y="4"/>
                    </a:lnTo>
                    <a:lnTo>
                      <a:pt x="2" y="4"/>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487" name="Rectangle 633"/>
              <p:cNvSpPr>
                <a:spLocks noChangeArrowheads="1"/>
              </p:cNvSpPr>
              <p:nvPr/>
            </p:nvSpPr>
            <p:spPr bwMode="auto">
              <a:xfrm>
                <a:off x="414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8" name="Rectangle 634"/>
              <p:cNvSpPr>
                <a:spLocks noChangeArrowheads="1"/>
              </p:cNvSpPr>
              <p:nvPr/>
            </p:nvSpPr>
            <p:spPr bwMode="auto">
              <a:xfrm>
                <a:off x="412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89" name="Rectangle 635"/>
              <p:cNvSpPr>
                <a:spLocks noChangeArrowheads="1"/>
              </p:cNvSpPr>
              <p:nvPr/>
            </p:nvSpPr>
            <p:spPr bwMode="auto">
              <a:xfrm>
                <a:off x="410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0" name="Rectangle 636"/>
              <p:cNvSpPr>
                <a:spLocks noChangeArrowheads="1"/>
              </p:cNvSpPr>
              <p:nvPr/>
            </p:nvSpPr>
            <p:spPr bwMode="auto">
              <a:xfrm>
                <a:off x="408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1" name="Rectangle 637"/>
              <p:cNvSpPr>
                <a:spLocks noChangeArrowheads="1"/>
              </p:cNvSpPr>
              <p:nvPr/>
            </p:nvSpPr>
            <p:spPr bwMode="auto">
              <a:xfrm>
                <a:off x="406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2" name="Rectangle 638"/>
              <p:cNvSpPr>
                <a:spLocks noChangeArrowheads="1"/>
              </p:cNvSpPr>
              <p:nvPr/>
            </p:nvSpPr>
            <p:spPr bwMode="auto">
              <a:xfrm>
                <a:off x="404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3" name="Rectangle 639"/>
              <p:cNvSpPr>
                <a:spLocks noChangeArrowheads="1"/>
              </p:cNvSpPr>
              <p:nvPr/>
            </p:nvSpPr>
            <p:spPr bwMode="auto">
              <a:xfrm>
                <a:off x="402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4" name="Rectangle 640"/>
              <p:cNvSpPr>
                <a:spLocks noChangeArrowheads="1"/>
              </p:cNvSpPr>
              <p:nvPr/>
            </p:nvSpPr>
            <p:spPr bwMode="auto">
              <a:xfrm>
                <a:off x="400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5" name="Rectangle 641"/>
              <p:cNvSpPr>
                <a:spLocks noChangeArrowheads="1"/>
              </p:cNvSpPr>
              <p:nvPr/>
            </p:nvSpPr>
            <p:spPr bwMode="auto">
              <a:xfrm>
                <a:off x="3990"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6" name="Rectangle 642"/>
              <p:cNvSpPr>
                <a:spLocks noChangeArrowheads="1"/>
              </p:cNvSpPr>
              <p:nvPr/>
            </p:nvSpPr>
            <p:spPr bwMode="auto">
              <a:xfrm>
                <a:off x="397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7" name="Rectangle 643"/>
              <p:cNvSpPr>
                <a:spLocks noChangeArrowheads="1"/>
              </p:cNvSpPr>
              <p:nvPr/>
            </p:nvSpPr>
            <p:spPr bwMode="auto">
              <a:xfrm>
                <a:off x="395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8" name="Rectangle 644"/>
              <p:cNvSpPr>
                <a:spLocks noChangeArrowheads="1"/>
              </p:cNvSpPr>
              <p:nvPr/>
            </p:nvSpPr>
            <p:spPr bwMode="auto">
              <a:xfrm>
                <a:off x="393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499" name="Rectangle 645"/>
              <p:cNvSpPr>
                <a:spLocks noChangeArrowheads="1"/>
              </p:cNvSpPr>
              <p:nvPr/>
            </p:nvSpPr>
            <p:spPr bwMode="auto">
              <a:xfrm>
                <a:off x="391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0" name="Rectangle 646"/>
              <p:cNvSpPr>
                <a:spLocks noChangeArrowheads="1"/>
              </p:cNvSpPr>
              <p:nvPr/>
            </p:nvSpPr>
            <p:spPr bwMode="auto">
              <a:xfrm>
                <a:off x="3894"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1" name="Rectangle 647"/>
              <p:cNvSpPr>
                <a:spLocks noChangeArrowheads="1"/>
              </p:cNvSpPr>
              <p:nvPr/>
            </p:nvSpPr>
            <p:spPr bwMode="auto">
              <a:xfrm>
                <a:off x="387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2" name="Rectangle 648"/>
              <p:cNvSpPr>
                <a:spLocks noChangeArrowheads="1"/>
              </p:cNvSpPr>
              <p:nvPr/>
            </p:nvSpPr>
            <p:spPr bwMode="auto">
              <a:xfrm>
                <a:off x="385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3" name="Rectangle 649"/>
              <p:cNvSpPr>
                <a:spLocks noChangeArrowheads="1"/>
              </p:cNvSpPr>
              <p:nvPr/>
            </p:nvSpPr>
            <p:spPr bwMode="auto">
              <a:xfrm>
                <a:off x="383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4" name="Rectangle 650"/>
              <p:cNvSpPr>
                <a:spLocks noChangeArrowheads="1"/>
              </p:cNvSpPr>
              <p:nvPr/>
            </p:nvSpPr>
            <p:spPr bwMode="auto">
              <a:xfrm>
                <a:off x="381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5" name="Rectangle 651"/>
              <p:cNvSpPr>
                <a:spLocks noChangeArrowheads="1"/>
              </p:cNvSpPr>
              <p:nvPr/>
            </p:nvSpPr>
            <p:spPr bwMode="auto">
              <a:xfrm>
                <a:off x="3798"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6" name="Rectangle 652"/>
              <p:cNvSpPr>
                <a:spLocks noChangeArrowheads="1"/>
              </p:cNvSpPr>
              <p:nvPr/>
            </p:nvSpPr>
            <p:spPr bwMode="auto">
              <a:xfrm>
                <a:off x="377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7" name="Rectangle 653"/>
              <p:cNvSpPr>
                <a:spLocks noChangeArrowheads="1"/>
              </p:cNvSpPr>
              <p:nvPr/>
            </p:nvSpPr>
            <p:spPr bwMode="auto">
              <a:xfrm>
                <a:off x="375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8" name="Rectangle 654"/>
              <p:cNvSpPr>
                <a:spLocks noChangeArrowheads="1"/>
              </p:cNvSpPr>
              <p:nvPr/>
            </p:nvSpPr>
            <p:spPr bwMode="auto">
              <a:xfrm>
                <a:off x="374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09" name="Rectangle 655"/>
              <p:cNvSpPr>
                <a:spLocks noChangeArrowheads="1"/>
              </p:cNvSpPr>
              <p:nvPr/>
            </p:nvSpPr>
            <p:spPr bwMode="auto">
              <a:xfrm>
                <a:off x="3721"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0" name="Rectangle 656"/>
              <p:cNvSpPr>
                <a:spLocks noChangeArrowheads="1"/>
              </p:cNvSpPr>
              <p:nvPr/>
            </p:nvSpPr>
            <p:spPr bwMode="auto">
              <a:xfrm>
                <a:off x="370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1" name="Rectangle 657"/>
              <p:cNvSpPr>
                <a:spLocks noChangeArrowheads="1"/>
              </p:cNvSpPr>
              <p:nvPr/>
            </p:nvSpPr>
            <p:spPr bwMode="auto">
              <a:xfrm>
                <a:off x="3682"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2" name="Rectangle 658"/>
              <p:cNvSpPr>
                <a:spLocks noChangeArrowheads="1"/>
              </p:cNvSpPr>
              <p:nvPr/>
            </p:nvSpPr>
            <p:spPr bwMode="auto">
              <a:xfrm>
                <a:off x="366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3" name="Rectangle 659"/>
              <p:cNvSpPr>
                <a:spLocks noChangeArrowheads="1"/>
              </p:cNvSpPr>
              <p:nvPr/>
            </p:nvSpPr>
            <p:spPr bwMode="auto">
              <a:xfrm>
                <a:off x="364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4" name="Rectangle 660"/>
              <p:cNvSpPr>
                <a:spLocks noChangeArrowheads="1"/>
              </p:cNvSpPr>
              <p:nvPr/>
            </p:nvSpPr>
            <p:spPr bwMode="auto">
              <a:xfrm>
                <a:off x="3625"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5" name="Rectangle 661"/>
              <p:cNvSpPr>
                <a:spLocks noChangeArrowheads="1"/>
              </p:cNvSpPr>
              <p:nvPr/>
            </p:nvSpPr>
            <p:spPr bwMode="auto">
              <a:xfrm>
                <a:off x="360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6" name="Rectangle 662"/>
              <p:cNvSpPr>
                <a:spLocks noChangeArrowheads="1"/>
              </p:cNvSpPr>
              <p:nvPr/>
            </p:nvSpPr>
            <p:spPr bwMode="auto">
              <a:xfrm>
                <a:off x="3586"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7" name="Rectangle 663"/>
              <p:cNvSpPr>
                <a:spLocks noChangeArrowheads="1"/>
              </p:cNvSpPr>
              <p:nvPr/>
            </p:nvSpPr>
            <p:spPr bwMode="auto">
              <a:xfrm>
                <a:off x="356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8" name="Rectangle 664"/>
              <p:cNvSpPr>
                <a:spLocks noChangeArrowheads="1"/>
              </p:cNvSpPr>
              <p:nvPr/>
            </p:nvSpPr>
            <p:spPr bwMode="auto">
              <a:xfrm>
                <a:off x="354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19" name="Rectangle 665"/>
              <p:cNvSpPr>
                <a:spLocks noChangeArrowheads="1"/>
              </p:cNvSpPr>
              <p:nvPr/>
            </p:nvSpPr>
            <p:spPr bwMode="auto">
              <a:xfrm>
                <a:off x="3529"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0" name="Rectangle 666"/>
              <p:cNvSpPr>
                <a:spLocks noChangeArrowheads="1"/>
              </p:cNvSpPr>
              <p:nvPr/>
            </p:nvSpPr>
            <p:spPr bwMode="auto">
              <a:xfrm>
                <a:off x="350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1" name="Rectangle 667"/>
              <p:cNvSpPr>
                <a:spLocks noChangeArrowheads="1"/>
              </p:cNvSpPr>
              <p:nvPr/>
            </p:nvSpPr>
            <p:spPr bwMode="auto">
              <a:xfrm>
                <a:off x="3490"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2" name="Rectangle 668"/>
              <p:cNvSpPr>
                <a:spLocks noChangeArrowheads="1"/>
              </p:cNvSpPr>
              <p:nvPr/>
            </p:nvSpPr>
            <p:spPr bwMode="auto">
              <a:xfrm>
                <a:off x="3471"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3" name="Rectangle 669"/>
              <p:cNvSpPr>
                <a:spLocks noChangeArrowheads="1"/>
              </p:cNvSpPr>
              <p:nvPr/>
            </p:nvSpPr>
            <p:spPr bwMode="auto">
              <a:xfrm>
                <a:off x="3452"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4" name="Rectangle 670"/>
              <p:cNvSpPr>
                <a:spLocks noChangeArrowheads="1"/>
              </p:cNvSpPr>
              <p:nvPr/>
            </p:nvSpPr>
            <p:spPr bwMode="auto">
              <a:xfrm>
                <a:off x="3433"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5" name="Rectangle 671"/>
              <p:cNvSpPr>
                <a:spLocks noChangeArrowheads="1"/>
              </p:cNvSpPr>
              <p:nvPr/>
            </p:nvSpPr>
            <p:spPr bwMode="auto">
              <a:xfrm>
                <a:off x="3413"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6" name="Rectangle 672"/>
              <p:cNvSpPr>
                <a:spLocks noChangeArrowheads="1"/>
              </p:cNvSpPr>
              <p:nvPr/>
            </p:nvSpPr>
            <p:spPr bwMode="auto">
              <a:xfrm>
                <a:off x="3394"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7" name="Rectangle 673"/>
              <p:cNvSpPr>
                <a:spLocks noChangeArrowheads="1"/>
              </p:cNvSpPr>
              <p:nvPr/>
            </p:nvSpPr>
            <p:spPr bwMode="auto">
              <a:xfrm>
                <a:off x="3375"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8" name="Rectangle 674"/>
              <p:cNvSpPr>
                <a:spLocks noChangeArrowheads="1"/>
              </p:cNvSpPr>
              <p:nvPr/>
            </p:nvSpPr>
            <p:spPr bwMode="auto">
              <a:xfrm>
                <a:off x="3356"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29" name="Rectangle 675"/>
              <p:cNvSpPr>
                <a:spLocks noChangeArrowheads="1"/>
              </p:cNvSpPr>
              <p:nvPr/>
            </p:nvSpPr>
            <p:spPr bwMode="auto">
              <a:xfrm>
                <a:off x="3337" y="3628"/>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30" name="Rectangle 676"/>
              <p:cNvSpPr>
                <a:spLocks noChangeArrowheads="1"/>
              </p:cNvSpPr>
              <p:nvPr/>
            </p:nvSpPr>
            <p:spPr bwMode="auto">
              <a:xfrm>
                <a:off x="3317"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31" name="Rectangle 677"/>
              <p:cNvSpPr>
                <a:spLocks noChangeArrowheads="1"/>
              </p:cNvSpPr>
              <p:nvPr/>
            </p:nvSpPr>
            <p:spPr bwMode="auto">
              <a:xfrm>
                <a:off x="3298"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37532" name="Rectangle 678"/>
              <p:cNvSpPr>
                <a:spLocks noChangeArrowheads="1"/>
              </p:cNvSpPr>
              <p:nvPr/>
            </p:nvSpPr>
            <p:spPr bwMode="auto">
              <a:xfrm>
                <a:off x="3279" y="3628"/>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grpSp>
        <p:grpSp>
          <p:nvGrpSpPr>
            <p:cNvPr id="37533" name="Group 679"/>
            <p:cNvGrpSpPr>
              <a:grpSpLocks/>
            </p:cNvGrpSpPr>
            <p:nvPr/>
          </p:nvGrpSpPr>
          <p:grpSpPr bwMode="auto">
            <a:xfrm>
              <a:off x="3273" y="3473"/>
              <a:ext cx="1085" cy="168"/>
              <a:chOff x="3273" y="3473"/>
              <a:chExt cx="1085" cy="168"/>
            </a:xfrm>
          </p:grpSpPr>
          <p:sp>
            <p:nvSpPr>
              <p:cNvPr id="37534" name="Freeform 680"/>
              <p:cNvSpPr>
                <a:spLocks noChangeArrowheads="1"/>
              </p:cNvSpPr>
              <p:nvPr/>
            </p:nvSpPr>
            <p:spPr bwMode="auto">
              <a:xfrm>
                <a:off x="3278" y="3478"/>
                <a:ext cx="1075" cy="158"/>
              </a:xfrm>
              <a:custGeom>
                <a:avLst/>
                <a:gdLst>
                  <a:gd name="T0" fmla="*/ 0 w 1075"/>
                  <a:gd name="T1" fmla="*/ 158 h 158"/>
                  <a:gd name="T2" fmla="*/ 888 w 1075"/>
                  <a:gd name="T3" fmla="*/ 158 h 158"/>
                  <a:gd name="T4" fmla="*/ 1075 w 1075"/>
                  <a:gd name="T5" fmla="*/ 0 h 158"/>
                  <a:gd name="T6" fmla="*/ 206 w 1075"/>
                  <a:gd name="T7" fmla="*/ 0 h 158"/>
                  <a:gd name="T8" fmla="*/ 0 w 1075"/>
                  <a:gd name="T9" fmla="*/ 150 h 158"/>
                  <a:gd name="T10" fmla="*/ 0 w 1075"/>
                  <a:gd name="T11" fmla="*/ 158 h 158"/>
                </a:gdLst>
                <a:ahLst/>
                <a:cxnLst>
                  <a:cxn ang="0">
                    <a:pos x="T0" y="T1"/>
                  </a:cxn>
                  <a:cxn ang="0">
                    <a:pos x="T2" y="T3"/>
                  </a:cxn>
                  <a:cxn ang="0">
                    <a:pos x="T4" y="T5"/>
                  </a:cxn>
                  <a:cxn ang="0">
                    <a:pos x="T6" y="T7"/>
                  </a:cxn>
                  <a:cxn ang="0">
                    <a:pos x="T8" y="T9"/>
                  </a:cxn>
                  <a:cxn ang="0">
                    <a:pos x="T10" y="T11"/>
                  </a:cxn>
                </a:cxnLst>
                <a:rect l="0" t="0" r="r" b="b"/>
                <a:pathLst>
                  <a:path w="1075" h="158">
                    <a:moveTo>
                      <a:pt x="0" y="158"/>
                    </a:moveTo>
                    <a:lnTo>
                      <a:pt x="888" y="158"/>
                    </a:lnTo>
                    <a:lnTo>
                      <a:pt x="1075" y="0"/>
                    </a:lnTo>
                    <a:lnTo>
                      <a:pt x="206" y="0"/>
                    </a:lnTo>
                    <a:lnTo>
                      <a:pt x="0" y="150"/>
                    </a:lnTo>
                    <a:lnTo>
                      <a:pt x="0" y="158"/>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35" name="Freeform 681"/>
              <p:cNvSpPr>
                <a:spLocks noChangeArrowheads="1"/>
              </p:cNvSpPr>
              <p:nvPr/>
            </p:nvSpPr>
            <p:spPr bwMode="auto">
              <a:xfrm>
                <a:off x="327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36" name="Freeform 682"/>
              <p:cNvSpPr>
                <a:spLocks noChangeArrowheads="1"/>
              </p:cNvSpPr>
              <p:nvPr/>
            </p:nvSpPr>
            <p:spPr bwMode="auto">
              <a:xfrm>
                <a:off x="329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37" name="Freeform 683"/>
              <p:cNvSpPr>
                <a:spLocks noChangeArrowheads="1"/>
              </p:cNvSpPr>
              <p:nvPr/>
            </p:nvSpPr>
            <p:spPr bwMode="auto">
              <a:xfrm>
                <a:off x="3311"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38" name="Freeform 684"/>
              <p:cNvSpPr>
                <a:spLocks noChangeArrowheads="1"/>
              </p:cNvSpPr>
              <p:nvPr/>
            </p:nvSpPr>
            <p:spPr bwMode="auto">
              <a:xfrm>
                <a:off x="3331"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39" name="Freeform 685"/>
              <p:cNvSpPr>
                <a:spLocks noChangeArrowheads="1"/>
              </p:cNvSpPr>
              <p:nvPr/>
            </p:nvSpPr>
            <p:spPr bwMode="auto">
              <a:xfrm>
                <a:off x="335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0" name="Freeform 686"/>
              <p:cNvSpPr>
                <a:spLocks noChangeArrowheads="1"/>
              </p:cNvSpPr>
              <p:nvPr/>
            </p:nvSpPr>
            <p:spPr bwMode="auto">
              <a:xfrm>
                <a:off x="336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1" name="Freeform 687"/>
              <p:cNvSpPr>
                <a:spLocks noChangeArrowheads="1"/>
              </p:cNvSpPr>
              <p:nvPr/>
            </p:nvSpPr>
            <p:spPr bwMode="auto">
              <a:xfrm>
                <a:off x="338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2" name="Freeform 688"/>
              <p:cNvSpPr>
                <a:spLocks noChangeArrowheads="1"/>
              </p:cNvSpPr>
              <p:nvPr/>
            </p:nvSpPr>
            <p:spPr bwMode="auto">
              <a:xfrm>
                <a:off x="340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3" name="Freeform 689"/>
              <p:cNvSpPr>
                <a:spLocks noChangeArrowheads="1"/>
              </p:cNvSpPr>
              <p:nvPr/>
            </p:nvSpPr>
            <p:spPr bwMode="auto">
              <a:xfrm>
                <a:off x="342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4" name="Freeform 690"/>
              <p:cNvSpPr>
                <a:spLocks noChangeArrowheads="1"/>
              </p:cNvSpPr>
              <p:nvPr/>
            </p:nvSpPr>
            <p:spPr bwMode="auto">
              <a:xfrm>
                <a:off x="3446"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5" name="Freeform 691"/>
              <p:cNvSpPr>
                <a:spLocks noChangeArrowheads="1"/>
              </p:cNvSpPr>
              <p:nvPr/>
            </p:nvSpPr>
            <p:spPr bwMode="auto">
              <a:xfrm>
                <a:off x="346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6" name="Freeform 692"/>
              <p:cNvSpPr>
                <a:spLocks noChangeArrowheads="1"/>
              </p:cNvSpPr>
              <p:nvPr/>
            </p:nvSpPr>
            <p:spPr bwMode="auto">
              <a:xfrm>
                <a:off x="348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7" name="Freeform 693"/>
              <p:cNvSpPr>
                <a:spLocks noChangeArrowheads="1"/>
              </p:cNvSpPr>
              <p:nvPr/>
            </p:nvSpPr>
            <p:spPr bwMode="auto">
              <a:xfrm>
                <a:off x="3503"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8" name="Freeform 694"/>
              <p:cNvSpPr>
                <a:spLocks noChangeArrowheads="1"/>
              </p:cNvSpPr>
              <p:nvPr/>
            </p:nvSpPr>
            <p:spPr bwMode="auto">
              <a:xfrm>
                <a:off x="352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49" name="Freeform 695"/>
              <p:cNvSpPr>
                <a:spLocks noChangeArrowheads="1"/>
              </p:cNvSpPr>
              <p:nvPr/>
            </p:nvSpPr>
            <p:spPr bwMode="auto">
              <a:xfrm>
                <a:off x="354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0" name="Freeform 696"/>
              <p:cNvSpPr>
                <a:spLocks noChangeArrowheads="1"/>
              </p:cNvSpPr>
              <p:nvPr/>
            </p:nvSpPr>
            <p:spPr bwMode="auto">
              <a:xfrm>
                <a:off x="356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1" name="Freeform 697"/>
              <p:cNvSpPr>
                <a:spLocks noChangeArrowheads="1"/>
              </p:cNvSpPr>
              <p:nvPr/>
            </p:nvSpPr>
            <p:spPr bwMode="auto">
              <a:xfrm>
                <a:off x="358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2" name="Freeform 698"/>
              <p:cNvSpPr>
                <a:spLocks noChangeArrowheads="1"/>
              </p:cNvSpPr>
              <p:nvPr/>
            </p:nvSpPr>
            <p:spPr bwMode="auto">
              <a:xfrm>
                <a:off x="3600"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3" name="Freeform 699"/>
              <p:cNvSpPr>
                <a:spLocks noChangeArrowheads="1"/>
              </p:cNvSpPr>
              <p:nvPr/>
            </p:nvSpPr>
            <p:spPr bwMode="auto">
              <a:xfrm>
                <a:off x="3619"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4" name="Freeform 700"/>
              <p:cNvSpPr>
                <a:spLocks noChangeArrowheads="1"/>
              </p:cNvSpPr>
              <p:nvPr/>
            </p:nvSpPr>
            <p:spPr bwMode="auto">
              <a:xfrm>
                <a:off x="363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5" name="Freeform 701"/>
              <p:cNvSpPr>
                <a:spLocks noChangeArrowheads="1"/>
              </p:cNvSpPr>
              <p:nvPr/>
            </p:nvSpPr>
            <p:spPr bwMode="auto">
              <a:xfrm>
                <a:off x="3657"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6" name="Freeform 702"/>
              <p:cNvSpPr>
                <a:spLocks noChangeArrowheads="1"/>
              </p:cNvSpPr>
              <p:nvPr/>
            </p:nvSpPr>
            <p:spPr bwMode="auto">
              <a:xfrm>
                <a:off x="3676"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7" name="Freeform 703"/>
              <p:cNvSpPr>
                <a:spLocks noChangeArrowheads="1"/>
              </p:cNvSpPr>
              <p:nvPr/>
            </p:nvSpPr>
            <p:spPr bwMode="auto">
              <a:xfrm>
                <a:off x="3696"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8" name="Freeform 704"/>
              <p:cNvSpPr>
                <a:spLocks noChangeArrowheads="1"/>
              </p:cNvSpPr>
              <p:nvPr/>
            </p:nvSpPr>
            <p:spPr bwMode="auto">
              <a:xfrm>
                <a:off x="3715"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59" name="Freeform 705"/>
              <p:cNvSpPr>
                <a:spLocks noChangeArrowheads="1"/>
              </p:cNvSpPr>
              <p:nvPr/>
            </p:nvSpPr>
            <p:spPr bwMode="auto">
              <a:xfrm>
                <a:off x="3734"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0" name="Freeform 706"/>
              <p:cNvSpPr>
                <a:spLocks noChangeArrowheads="1"/>
              </p:cNvSpPr>
              <p:nvPr/>
            </p:nvSpPr>
            <p:spPr bwMode="auto">
              <a:xfrm>
                <a:off x="3753"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1" name="Freeform 707"/>
              <p:cNvSpPr>
                <a:spLocks noChangeArrowheads="1"/>
              </p:cNvSpPr>
              <p:nvPr/>
            </p:nvSpPr>
            <p:spPr bwMode="auto">
              <a:xfrm>
                <a:off x="3772"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2" name="Freeform 708"/>
              <p:cNvSpPr>
                <a:spLocks noChangeArrowheads="1"/>
              </p:cNvSpPr>
              <p:nvPr/>
            </p:nvSpPr>
            <p:spPr bwMode="auto">
              <a:xfrm>
                <a:off x="3792"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3" name="Freeform 709"/>
              <p:cNvSpPr>
                <a:spLocks noChangeArrowheads="1"/>
              </p:cNvSpPr>
              <p:nvPr/>
            </p:nvSpPr>
            <p:spPr bwMode="auto">
              <a:xfrm>
                <a:off x="3811"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4" name="Freeform 710"/>
              <p:cNvSpPr>
                <a:spLocks noChangeArrowheads="1"/>
              </p:cNvSpPr>
              <p:nvPr/>
            </p:nvSpPr>
            <p:spPr bwMode="auto">
              <a:xfrm>
                <a:off x="3830"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5" name="Freeform 711"/>
              <p:cNvSpPr>
                <a:spLocks noChangeArrowheads="1"/>
              </p:cNvSpPr>
              <p:nvPr/>
            </p:nvSpPr>
            <p:spPr bwMode="auto">
              <a:xfrm>
                <a:off x="384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6" name="Freeform 712"/>
              <p:cNvSpPr>
                <a:spLocks noChangeArrowheads="1"/>
              </p:cNvSpPr>
              <p:nvPr/>
            </p:nvSpPr>
            <p:spPr bwMode="auto">
              <a:xfrm>
                <a:off x="3868"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7" name="Freeform 713"/>
              <p:cNvSpPr>
                <a:spLocks noChangeArrowheads="1"/>
              </p:cNvSpPr>
              <p:nvPr/>
            </p:nvSpPr>
            <p:spPr bwMode="auto">
              <a:xfrm>
                <a:off x="3888"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8" name="Freeform 714"/>
              <p:cNvSpPr>
                <a:spLocks noChangeArrowheads="1"/>
              </p:cNvSpPr>
              <p:nvPr/>
            </p:nvSpPr>
            <p:spPr bwMode="auto">
              <a:xfrm>
                <a:off x="3907"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69" name="Freeform 715"/>
              <p:cNvSpPr>
                <a:spLocks noChangeArrowheads="1"/>
              </p:cNvSpPr>
              <p:nvPr/>
            </p:nvSpPr>
            <p:spPr bwMode="auto">
              <a:xfrm>
                <a:off x="3926"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0" name="Freeform 716"/>
              <p:cNvSpPr>
                <a:spLocks noChangeArrowheads="1"/>
              </p:cNvSpPr>
              <p:nvPr/>
            </p:nvSpPr>
            <p:spPr bwMode="auto">
              <a:xfrm>
                <a:off x="3945"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1" name="Freeform 717"/>
              <p:cNvSpPr>
                <a:spLocks noChangeArrowheads="1"/>
              </p:cNvSpPr>
              <p:nvPr/>
            </p:nvSpPr>
            <p:spPr bwMode="auto">
              <a:xfrm>
                <a:off x="3964"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2" name="Freeform 718"/>
              <p:cNvSpPr>
                <a:spLocks noChangeArrowheads="1"/>
              </p:cNvSpPr>
              <p:nvPr/>
            </p:nvSpPr>
            <p:spPr bwMode="auto">
              <a:xfrm>
                <a:off x="3984"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3" name="Freeform 719"/>
              <p:cNvSpPr>
                <a:spLocks noChangeArrowheads="1"/>
              </p:cNvSpPr>
              <p:nvPr/>
            </p:nvSpPr>
            <p:spPr bwMode="auto">
              <a:xfrm>
                <a:off x="4003"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4" name="Freeform 720"/>
              <p:cNvSpPr>
                <a:spLocks noChangeArrowheads="1"/>
              </p:cNvSpPr>
              <p:nvPr/>
            </p:nvSpPr>
            <p:spPr bwMode="auto">
              <a:xfrm>
                <a:off x="4022"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5" name="Freeform 721"/>
              <p:cNvSpPr>
                <a:spLocks noChangeArrowheads="1"/>
              </p:cNvSpPr>
              <p:nvPr/>
            </p:nvSpPr>
            <p:spPr bwMode="auto">
              <a:xfrm>
                <a:off x="4041"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6" name="Freeform 722"/>
              <p:cNvSpPr>
                <a:spLocks noChangeArrowheads="1"/>
              </p:cNvSpPr>
              <p:nvPr/>
            </p:nvSpPr>
            <p:spPr bwMode="auto">
              <a:xfrm>
                <a:off x="4060"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7" name="Freeform 723"/>
              <p:cNvSpPr>
                <a:spLocks noChangeArrowheads="1"/>
              </p:cNvSpPr>
              <p:nvPr/>
            </p:nvSpPr>
            <p:spPr bwMode="auto">
              <a:xfrm>
                <a:off x="4080" y="3631"/>
                <a:ext cx="9" cy="10"/>
              </a:xfrm>
              <a:custGeom>
                <a:avLst/>
                <a:gdLst>
                  <a:gd name="T0" fmla="*/ 5 w 9"/>
                  <a:gd name="T1" fmla="*/ 0 h 10"/>
                  <a:gd name="T2" fmla="*/ 1 w 9"/>
                  <a:gd name="T3" fmla="*/ 1 h 10"/>
                  <a:gd name="T4" fmla="*/ 0 w 9"/>
                  <a:gd name="T5" fmla="*/ 5 h 10"/>
                  <a:gd name="T6" fmla="*/ 1 w 9"/>
                  <a:gd name="T7" fmla="*/ 9 h 10"/>
                  <a:gd name="T8" fmla="*/ 5 w 9"/>
                  <a:gd name="T9" fmla="*/ 10 h 10"/>
                  <a:gd name="T10" fmla="*/ 5 w 9"/>
                  <a:gd name="T11" fmla="*/ 10 h 10"/>
                  <a:gd name="T12" fmla="*/ 8 w 9"/>
                  <a:gd name="T13" fmla="*/ 9 h 10"/>
                  <a:gd name="T14" fmla="*/ 9 w 9"/>
                  <a:gd name="T15" fmla="*/ 5 h 10"/>
                  <a:gd name="T16" fmla="*/ 8 w 9"/>
                  <a:gd name="T17" fmla="*/ 1 h 10"/>
                  <a:gd name="T18" fmla="*/ 5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5" y="0"/>
                    </a:moveTo>
                    <a:lnTo>
                      <a:pt x="1" y="1"/>
                    </a:lnTo>
                    <a:lnTo>
                      <a:pt x="0" y="5"/>
                    </a:lnTo>
                    <a:lnTo>
                      <a:pt x="1" y="9"/>
                    </a:lnTo>
                    <a:lnTo>
                      <a:pt x="5" y="10"/>
                    </a:lnTo>
                    <a:lnTo>
                      <a:pt x="8" y="9"/>
                    </a:lnTo>
                    <a:lnTo>
                      <a:pt x="9"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8" name="Freeform 724"/>
              <p:cNvSpPr>
                <a:spLocks noChangeArrowheads="1"/>
              </p:cNvSpPr>
              <p:nvPr/>
            </p:nvSpPr>
            <p:spPr bwMode="auto">
              <a:xfrm>
                <a:off x="4099"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8 w 10"/>
                  <a:gd name="T13" fmla="*/ 9 h 10"/>
                  <a:gd name="T14" fmla="*/ 10 w 10"/>
                  <a:gd name="T15" fmla="*/ 5 h 10"/>
                  <a:gd name="T16" fmla="*/ 8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8" y="9"/>
                    </a:lnTo>
                    <a:lnTo>
                      <a:pt x="10" y="5"/>
                    </a:lnTo>
                    <a:lnTo>
                      <a:pt x="8"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79" name="Freeform 725"/>
              <p:cNvSpPr>
                <a:spLocks noChangeArrowheads="1"/>
              </p:cNvSpPr>
              <p:nvPr/>
            </p:nvSpPr>
            <p:spPr bwMode="auto">
              <a:xfrm>
                <a:off x="4118" y="3631"/>
                <a:ext cx="10" cy="10"/>
              </a:xfrm>
              <a:custGeom>
                <a:avLst/>
                <a:gdLst>
                  <a:gd name="T0" fmla="*/ 5 w 10"/>
                  <a:gd name="T1" fmla="*/ 0 h 10"/>
                  <a:gd name="T2" fmla="*/ 1 w 10"/>
                  <a:gd name="T3" fmla="*/ 1 h 10"/>
                  <a:gd name="T4" fmla="*/ 0 w 10"/>
                  <a:gd name="T5" fmla="*/ 5 h 10"/>
                  <a:gd name="T6" fmla="*/ 1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1" y="1"/>
                    </a:lnTo>
                    <a:lnTo>
                      <a:pt x="0" y="5"/>
                    </a:lnTo>
                    <a:lnTo>
                      <a:pt x="1"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0" name="Freeform 726"/>
              <p:cNvSpPr>
                <a:spLocks noChangeArrowheads="1"/>
              </p:cNvSpPr>
              <p:nvPr/>
            </p:nvSpPr>
            <p:spPr bwMode="auto">
              <a:xfrm>
                <a:off x="4137" y="3631"/>
                <a:ext cx="10" cy="10"/>
              </a:xfrm>
              <a:custGeom>
                <a:avLst/>
                <a:gdLst>
                  <a:gd name="T0" fmla="*/ 5 w 10"/>
                  <a:gd name="T1" fmla="*/ 0 h 10"/>
                  <a:gd name="T2" fmla="*/ 2 w 10"/>
                  <a:gd name="T3" fmla="*/ 1 h 10"/>
                  <a:gd name="T4" fmla="*/ 0 w 10"/>
                  <a:gd name="T5" fmla="*/ 5 h 10"/>
                  <a:gd name="T6" fmla="*/ 2 w 10"/>
                  <a:gd name="T7" fmla="*/ 9 h 10"/>
                  <a:gd name="T8" fmla="*/ 5 w 10"/>
                  <a:gd name="T9" fmla="*/ 10 h 10"/>
                  <a:gd name="T10" fmla="*/ 5 w 10"/>
                  <a:gd name="T11" fmla="*/ 10 h 10"/>
                  <a:gd name="T12" fmla="*/ 9 w 10"/>
                  <a:gd name="T13" fmla="*/ 9 h 10"/>
                  <a:gd name="T14" fmla="*/ 10 w 10"/>
                  <a:gd name="T15" fmla="*/ 5 h 10"/>
                  <a:gd name="T16" fmla="*/ 9 w 10"/>
                  <a:gd name="T17" fmla="*/ 1 h 10"/>
                  <a:gd name="T18" fmla="*/ 5 w 10"/>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0"/>
                    </a:moveTo>
                    <a:lnTo>
                      <a:pt x="2" y="1"/>
                    </a:lnTo>
                    <a:lnTo>
                      <a:pt x="0" y="5"/>
                    </a:lnTo>
                    <a:lnTo>
                      <a:pt x="2" y="9"/>
                    </a:lnTo>
                    <a:lnTo>
                      <a:pt x="5" y="10"/>
                    </a:lnTo>
                    <a:lnTo>
                      <a:pt x="9" y="9"/>
                    </a:lnTo>
                    <a:lnTo>
                      <a:pt x="10" y="5"/>
                    </a:lnTo>
                    <a:lnTo>
                      <a:pt x="9"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1" name="Freeform 727"/>
              <p:cNvSpPr>
                <a:spLocks noChangeArrowheads="1"/>
              </p:cNvSpPr>
              <p:nvPr/>
            </p:nvSpPr>
            <p:spPr bwMode="auto">
              <a:xfrm>
                <a:off x="4157" y="3631"/>
                <a:ext cx="9" cy="10"/>
              </a:xfrm>
              <a:custGeom>
                <a:avLst/>
                <a:gdLst>
                  <a:gd name="T0" fmla="*/ 4 w 9"/>
                  <a:gd name="T1" fmla="*/ 0 h 10"/>
                  <a:gd name="T2" fmla="*/ 1 w 9"/>
                  <a:gd name="T3" fmla="*/ 1 h 10"/>
                  <a:gd name="T4" fmla="*/ 0 w 9"/>
                  <a:gd name="T5" fmla="*/ 5 h 10"/>
                  <a:gd name="T6" fmla="*/ 1 w 9"/>
                  <a:gd name="T7" fmla="*/ 9 h 10"/>
                  <a:gd name="T8" fmla="*/ 4 w 9"/>
                  <a:gd name="T9" fmla="*/ 10 h 10"/>
                  <a:gd name="T10" fmla="*/ 4 w 9"/>
                  <a:gd name="T11" fmla="*/ 10 h 10"/>
                  <a:gd name="T12" fmla="*/ 8 w 9"/>
                  <a:gd name="T13" fmla="*/ 9 h 10"/>
                  <a:gd name="T14" fmla="*/ 9 w 9"/>
                  <a:gd name="T15" fmla="*/ 5 h 10"/>
                  <a:gd name="T16" fmla="*/ 8 w 9"/>
                  <a:gd name="T17" fmla="*/ 1 h 10"/>
                  <a:gd name="T18" fmla="*/ 4 w 9"/>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4" y="0"/>
                    </a:moveTo>
                    <a:lnTo>
                      <a:pt x="1" y="1"/>
                    </a:lnTo>
                    <a:lnTo>
                      <a:pt x="0" y="5"/>
                    </a:lnTo>
                    <a:lnTo>
                      <a:pt x="1" y="9"/>
                    </a:lnTo>
                    <a:lnTo>
                      <a:pt x="4" y="10"/>
                    </a:lnTo>
                    <a:lnTo>
                      <a:pt x="8" y="9"/>
                    </a:lnTo>
                    <a:lnTo>
                      <a:pt x="9" y="5"/>
                    </a:lnTo>
                    <a:lnTo>
                      <a:pt x="8"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2" name="Freeform 728"/>
              <p:cNvSpPr>
                <a:spLocks noChangeArrowheads="1"/>
              </p:cNvSpPr>
              <p:nvPr/>
            </p:nvSpPr>
            <p:spPr bwMode="auto">
              <a:xfrm>
                <a:off x="4172" y="3622"/>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9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3" name="Freeform 729"/>
              <p:cNvSpPr>
                <a:spLocks noChangeArrowheads="1"/>
              </p:cNvSpPr>
              <p:nvPr/>
            </p:nvSpPr>
            <p:spPr bwMode="auto">
              <a:xfrm>
                <a:off x="4187" y="3610"/>
                <a:ext cx="9" cy="9"/>
              </a:xfrm>
              <a:custGeom>
                <a:avLst/>
                <a:gdLst>
                  <a:gd name="T0" fmla="*/ 1 w 9"/>
                  <a:gd name="T1" fmla="*/ 1 h 9"/>
                  <a:gd name="T2" fmla="*/ 0 w 9"/>
                  <a:gd name="T3" fmla="*/ 4 h 9"/>
                  <a:gd name="T4" fmla="*/ 1 w 9"/>
                  <a:gd name="T5" fmla="*/ 8 h 9"/>
                  <a:gd name="T6" fmla="*/ 4 w 9"/>
                  <a:gd name="T7" fmla="*/ 9 h 9"/>
                  <a:gd name="T8" fmla="*/ 8 w 9"/>
                  <a:gd name="T9" fmla="*/ 8 h 9"/>
                  <a:gd name="T10" fmla="*/ 8 w 9"/>
                  <a:gd name="T11" fmla="*/ 8 h 9"/>
                  <a:gd name="T12" fmla="*/ 9 w 9"/>
                  <a:gd name="T13" fmla="*/ 4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4" y="9"/>
                    </a:lnTo>
                    <a:lnTo>
                      <a:pt x="8" y="8"/>
                    </a:lnTo>
                    <a:lnTo>
                      <a:pt x="9" y="4"/>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4" name="Freeform 730"/>
              <p:cNvSpPr>
                <a:spLocks noChangeArrowheads="1"/>
              </p:cNvSpPr>
              <p:nvPr/>
            </p:nvSpPr>
            <p:spPr bwMode="auto">
              <a:xfrm>
                <a:off x="4202" y="3598"/>
                <a:ext cx="10" cy="9"/>
              </a:xfrm>
              <a:custGeom>
                <a:avLst/>
                <a:gdLst>
                  <a:gd name="T0" fmla="*/ 1 w 10"/>
                  <a:gd name="T1" fmla="*/ 1 h 9"/>
                  <a:gd name="T2" fmla="*/ 0 w 10"/>
                  <a:gd name="T3" fmla="*/ 4 h 9"/>
                  <a:gd name="T4" fmla="*/ 1 w 10"/>
                  <a:gd name="T5" fmla="*/ 7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7"/>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5" name="Freeform 731"/>
              <p:cNvSpPr>
                <a:spLocks noChangeArrowheads="1"/>
              </p:cNvSpPr>
              <p:nvPr/>
            </p:nvSpPr>
            <p:spPr bwMode="auto">
              <a:xfrm>
                <a:off x="4217" y="3584"/>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6" name="Freeform 732"/>
              <p:cNvSpPr>
                <a:spLocks noChangeArrowheads="1"/>
              </p:cNvSpPr>
              <p:nvPr/>
            </p:nvSpPr>
            <p:spPr bwMode="auto">
              <a:xfrm>
                <a:off x="4231" y="3572"/>
                <a:ext cx="10" cy="10"/>
              </a:xfrm>
              <a:custGeom>
                <a:avLst/>
                <a:gdLst>
                  <a:gd name="T0" fmla="*/ 1 w 10"/>
                  <a:gd name="T1" fmla="*/ 2 h 10"/>
                  <a:gd name="T2" fmla="*/ 0 w 10"/>
                  <a:gd name="T3" fmla="*/ 5 h 10"/>
                  <a:gd name="T4" fmla="*/ 1 w 10"/>
                  <a:gd name="T5" fmla="*/ 9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7" name="Freeform 733"/>
              <p:cNvSpPr>
                <a:spLocks noChangeArrowheads="1"/>
              </p:cNvSpPr>
              <p:nvPr/>
            </p:nvSpPr>
            <p:spPr bwMode="auto">
              <a:xfrm>
                <a:off x="4245" y="3560"/>
                <a:ext cx="10" cy="10"/>
              </a:xfrm>
              <a:custGeom>
                <a:avLst/>
                <a:gdLst>
                  <a:gd name="T0" fmla="*/ 2 w 10"/>
                  <a:gd name="T1" fmla="*/ 2 h 10"/>
                  <a:gd name="T2" fmla="*/ 0 w 10"/>
                  <a:gd name="T3" fmla="*/ 5 h 10"/>
                  <a:gd name="T4" fmla="*/ 2 w 10"/>
                  <a:gd name="T5" fmla="*/ 8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8"/>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8" name="Freeform 734"/>
              <p:cNvSpPr>
                <a:spLocks noChangeArrowheads="1"/>
              </p:cNvSpPr>
              <p:nvPr/>
            </p:nvSpPr>
            <p:spPr bwMode="auto">
              <a:xfrm>
                <a:off x="4260" y="3547"/>
                <a:ext cx="9" cy="10"/>
              </a:xfrm>
              <a:custGeom>
                <a:avLst/>
                <a:gdLst>
                  <a:gd name="T0" fmla="*/ 1 w 9"/>
                  <a:gd name="T1" fmla="*/ 1 h 10"/>
                  <a:gd name="T2" fmla="*/ 0 w 9"/>
                  <a:gd name="T3" fmla="*/ 5 h 10"/>
                  <a:gd name="T4" fmla="*/ 2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2"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89" name="Freeform 735"/>
              <p:cNvSpPr>
                <a:spLocks noChangeArrowheads="1"/>
              </p:cNvSpPr>
              <p:nvPr/>
            </p:nvSpPr>
            <p:spPr bwMode="auto">
              <a:xfrm>
                <a:off x="4275" y="3535"/>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0" name="Freeform 736"/>
              <p:cNvSpPr>
                <a:spLocks noChangeArrowheads="1"/>
              </p:cNvSpPr>
              <p:nvPr/>
            </p:nvSpPr>
            <p:spPr bwMode="auto">
              <a:xfrm>
                <a:off x="4290" y="3523"/>
                <a:ext cx="9" cy="10"/>
              </a:xfrm>
              <a:custGeom>
                <a:avLst/>
                <a:gdLst>
                  <a:gd name="T0" fmla="*/ 1 w 9"/>
                  <a:gd name="T1" fmla="*/ 1 h 10"/>
                  <a:gd name="T2" fmla="*/ 0 w 9"/>
                  <a:gd name="T3" fmla="*/ 5 h 10"/>
                  <a:gd name="T4" fmla="*/ 1 w 9"/>
                  <a:gd name="T5" fmla="*/ 7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7"/>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1" name="Freeform 737"/>
              <p:cNvSpPr>
                <a:spLocks noChangeArrowheads="1"/>
              </p:cNvSpPr>
              <p:nvPr/>
            </p:nvSpPr>
            <p:spPr bwMode="auto">
              <a:xfrm>
                <a:off x="4304" y="3510"/>
                <a:ext cx="10" cy="10"/>
              </a:xfrm>
              <a:custGeom>
                <a:avLst/>
                <a:gdLst>
                  <a:gd name="T0" fmla="*/ 1 w 10"/>
                  <a:gd name="T1" fmla="*/ 1 h 10"/>
                  <a:gd name="T2" fmla="*/ 0 w 10"/>
                  <a:gd name="T3" fmla="*/ 5 h 10"/>
                  <a:gd name="T4" fmla="*/ 1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2" name="Freeform 738"/>
              <p:cNvSpPr>
                <a:spLocks noChangeArrowheads="1"/>
              </p:cNvSpPr>
              <p:nvPr/>
            </p:nvSpPr>
            <p:spPr bwMode="auto">
              <a:xfrm>
                <a:off x="4319" y="3498"/>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3" name="Freeform 739"/>
              <p:cNvSpPr>
                <a:spLocks noChangeArrowheads="1"/>
              </p:cNvSpPr>
              <p:nvPr/>
            </p:nvSpPr>
            <p:spPr bwMode="auto">
              <a:xfrm>
                <a:off x="4334" y="3486"/>
                <a:ext cx="10" cy="10"/>
              </a:xfrm>
              <a:custGeom>
                <a:avLst/>
                <a:gdLst>
                  <a:gd name="T0" fmla="*/ 1 w 10"/>
                  <a:gd name="T1" fmla="*/ 1 h 10"/>
                  <a:gd name="T2" fmla="*/ 0 w 10"/>
                  <a:gd name="T3" fmla="*/ 5 h 10"/>
                  <a:gd name="T4" fmla="*/ 1 w 10"/>
                  <a:gd name="T5" fmla="*/ 7 h 10"/>
                  <a:gd name="T6" fmla="*/ 5 w 10"/>
                  <a:gd name="T7" fmla="*/ 10 h 10"/>
                  <a:gd name="T8" fmla="*/ 9 w 10"/>
                  <a:gd name="T9" fmla="*/ 8 h 10"/>
                  <a:gd name="T10" fmla="*/ 9 w 10"/>
                  <a:gd name="T11" fmla="*/ 8 h 10"/>
                  <a:gd name="T12" fmla="*/ 10 w 10"/>
                  <a:gd name="T13" fmla="*/ 5 h 10"/>
                  <a:gd name="T14" fmla="*/ 7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8"/>
                    </a:lnTo>
                    <a:lnTo>
                      <a:pt x="10" y="5"/>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4" name="Freeform 740"/>
              <p:cNvSpPr>
                <a:spLocks noChangeArrowheads="1"/>
              </p:cNvSpPr>
              <p:nvPr/>
            </p:nvSpPr>
            <p:spPr bwMode="auto">
              <a:xfrm>
                <a:off x="4349" y="3473"/>
                <a:ext cx="9" cy="9"/>
              </a:xfrm>
              <a:custGeom>
                <a:avLst/>
                <a:gdLst>
                  <a:gd name="T0" fmla="*/ 1 w 9"/>
                  <a:gd name="T1" fmla="*/ 1 h 9"/>
                  <a:gd name="T2" fmla="*/ 0 w 9"/>
                  <a:gd name="T3" fmla="*/ 5 h 9"/>
                  <a:gd name="T4" fmla="*/ 1 w 9"/>
                  <a:gd name="T5" fmla="*/ 8 h 9"/>
                  <a:gd name="T6" fmla="*/ 4 w 9"/>
                  <a:gd name="T7" fmla="*/ 9 h 9"/>
                  <a:gd name="T8" fmla="*/ 8 w 9"/>
                  <a:gd name="T9" fmla="*/ 8 h 9"/>
                  <a:gd name="T10" fmla="*/ 8 w 9"/>
                  <a:gd name="T11" fmla="*/ 8 h 9"/>
                  <a:gd name="T12" fmla="*/ 9 w 9"/>
                  <a:gd name="T13" fmla="*/ 5 h 9"/>
                  <a:gd name="T14" fmla="*/ 8 w 9"/>
                  <a:gd name="T15" fmla="*/ 1 h 9"/>
                  <a:gd name="T16" fmla="*/ 4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5"/>
                    </a:lnTo>
                    <a:lnTo>
                      <a:pt x="1" y="8"/>
                    </a:lnTo>
                    <a:lnTo>
                      <a:pt x="4" y="9"/>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5" name="Freeform 741"/>
              <p:cNvSpPr>
                <a:spLocks noChangeArrowheads="1"/>
              </p:cNvSpPr>
              <p:nvPr/>
            </p:nvSpPr>
            <p:spPr bwMode="auto">
              <a:xfrm>
                <a:off x="432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6" name="Freeform 742"/>
              <p:cNvSpPr>
                <a:spLocks noChangeArrowheads="1"/>
              </p:cNvSpPr>
              <p:nvPr/>
            </p:nvSpPr>
            <p:spPr bwMode="auto">
              <a:xfrm>
                <a:off x="431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7" name="Freeform 743"/>
              <p:cNvSpPr>
                <a:spLocks noChangeArrowheads="1"/>
              </p:cNvSpPr>
              <p:nvPr/>
            </p:nvSpPr>
            <p:spPr bwMode="auto">
              <a:xfrm>
                <a:off x="4291"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8" name="Freeform 744"/>
              <p:cNvSpPr>
                <a:spLocks noChangeArrowheads="1"/>
              </p:cNvSpPr>
              <p:nvPr/>
            </p:nvSpPr>
            <p:spPr bwMode="auto">
              <a:xfrm>
                <a:off x="4272"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599" name="Freeform 745"/>
              <p:cNvSpPr>
                <a:spLocks noChangeArrowheads="1"/>
              </p:cNvSpPr>
              <p:nvPr/>
            </p:nvSpPr>
            <p:spPr bwMode="auto">
              <a:xfrm>
                <a:off x="4253"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0" name="Freeform 746"/>
              <p:cNvSpPr>
                <a:spLocks noChangeArrowheads="1"/>
              </p:cNvSpPr>
              <p:nvPr/>
            </p:nvSpPr>
            <p:spPr bwMode="auto">
              <a:xfrm>
                <a:off x="423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1" name="Freeform 747"/>
              <p:cNvSpPr>
                <a:spLocks noChangeArrowheads="1"/>
              </p:cNvSpPr>
              <p:nvPr/>
            </p:nvSpPr>
            <p:spPr bwMode="auto">
              <a:xfrm>
                <a:off x="421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2" name="Freeform 748"/>
              <p:cNvSpPr>
                <a:spLocks noChangeArrowheads="1"/>
              </p:cNvSpPr>
              <p:nvPr/>
            </p:nvSpPr>
            <p:spPr bwMode="auto">
              <a:xfrm>
                <a:off x="4195"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3" name="Freeform 749"/>
              <p:cNvSpPr>
                <a:spLocks noChangeArrowheads="1"/>
              </p:cNvSpPr>
              <p:nvPr/>
            </p:nvSpPr>
            <p:spPr bwMode="auto">
              <a:xfrm>
                <a:off x="4176"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4" name="Freeform 750"/>
              <p:cNvSpPr>
                <a:spLocks noChangeArrowheads="1"/>
              </p:cNvSpPr>
              <p:nvPr/>
            </p:nvSpPr>
            <p:spPr bwMode="auto">
              <a:xfrm>
                <a:off x="4157"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5" name="Freeform 751"/>
              <p:cNvSpPr>
                <a:spLocks noChangeArrowheads="1"/>
              </p:cNvSpPr>
              <p:nvPr/>
            </p:nvSpPr>
            <p:spPr bwMode="auto">
              <a:xfrm>
                <a:off x="413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6" name="Freeform 752"/>
              <p:cNvSpPr>
                <a:spLocks noChangeArrowheads="1"/>
              </p:cNvSpPr>
              <p:nvPr/>
            </p:nvSpPr>
            <p:spPr bwMode="auto">
              <a:xfrm>
                <a:off x="411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7" name="Freeform 753"/>
              <p:cNvSpPr>
                <a:spLocks noChangeArrowheads="1"/>
              </p:cNvSpPr>
              <p:nvPr/>
            </p:nvSpPr>
            <p:spPr bwMode="auto">
              <a:xfrm>
                <a:off x="4099"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8" name="Freeform 754"/>
              <p:cNvSpPr>
                <a:spLocks noChangeArrowheads="1"/>
              </p:cNvSpPr>
              <p:nvPr/>
            </p:nvSpPr>
            <p:spPr bwMode="auto">
              <a:xfrm>
                <a:off x="4080"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09" name="Freeform 755"/>
              <p:cNvSpPr>
                <a:spLocks noChangeArrowheads="1"/>
              </p:cNvSpPr>
              <p:nvPr/>
            </p:nvSpPr>
            <p:spPr bwMode="auto">
              <a:xfrm>
                <a:off x="406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0" name="Freeform 756"/>
              <p:cNvSpPr>
                <a:spLocks noChangeArrowheads="1"/>
              </p:cNvSpPr>
              <p:nvPr/>
            </p:nvSpPr>
            <p:spPr bwMode="auto">
              <a:xfrm>
                <a:off x="404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1" name="Freeform 757"/>
              <p:cNvSpPr>
                <a:spLocks noChangeArrowheads="1"/>
              </p:cNvSpPr>
              <p:nvPr/>
            </p:nvSpPr>
            <p:spPr bwMode="auto">
              <a:xfrm>
                <a:off x="402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2" name="Freeform 758"/>
              <p:cNvSpPr>
                <a:spLocks noChangeArrowheads="1"/>
              </p:cNvSpPr>
              <p:nvPr/>
            </p:nvSpPr>
            <p:spPr bwMode="auto">
              <a:xfrm>
                <a:off x="400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3" name="Freeform 759"/>
              <p:cNvSpPr>
                <a:spLocks noChangeArrowheads="1"/>
              </p:cNvSpPr>
              <p:nvPr/>
            </p:nvSpPr>
            <p:spPr bwMode="auto">
              <a:xfrm>
                <a:off x="3984"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4" name="Freeform 760"/>
              <p:cNvSpPr>
                <a:spLocks noChangeArrowheads="1"/>
              </p:cNvSpPr>
              <p:nvPr/>
            </p:nvSpPr>
            <p:spPr bwMode="auto">
              <a:xfrm>
                <a:off x="396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5" name="Freeform 761"/>
              <p:cNvSpPr>
                <a:spLocks noChangeArrowheads="1"/>
              </p:cNvSpPr>
              <p:nvPr/>
            </p:nvSpPr>
            <p:spPr bwMode="auto">
              <a:xfrm>
                <a:off x="3945"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6" name="Freeform 762"/>
              <p:cNvSpPr>
                <a:spLocks noChangeArrowheads="1"/>
              </p:cNvSpPr>
              <p:nvPr/>
            </p:nvSpPr>
            <p:spPr bwMode="auto">
              <a:xfrm>
                <a:off x="3926"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7" name="Freeform 763"/>
              <p:cNvSpPr>
                <a:spLocks noChangeArrowheads="1"/>
              </p:cNvSpPr>
              <p:nvPr/>
            </p:nvSpPr>
            <p:spPr bwMode="auto">
              <a:xfrm>
                <a:off x="3907"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8" name="Freeform 764"/>
              <p:cNvSpPr>
                <a:spLocks noChangeArrowheads="1"/>
              </p:cNvSpPr>
              <p:nvPr/>
            </p:nvSpPr>
            <p:spPr bwMode="auto">
              <a:xfrm>
                <a:off x="3888"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19" name="Freeform 765"/>
              <p:cNvSpPr>
                <a:spLocks noChangeArrowheads="1"/>
              </p:cNvSpPr>
              <p:nvPr/>
            </p:nvSpPr>
            <p:spPr bwMode="auto">
              <a:xfrm>
                <a:off x="3868"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0" name="Freeform 766"/>
              <p:cNvSpPr>
                <a:spLocks noChangeArrowheads="1"/>
              </p:cNvSpPr>
              <p:nvPr/>
            </p:nvSpPr>
            <p:spPr bwMode="auto">
              <a:xfrm>
                <a:off x="3849"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1" name="Freeform 767"/>
              <p:cNvSpPr>
                <a:spLocks noChangeArrowheads="1"/>
              </p:cNvSpPr>
              <p:nvPr/>
            </p:nvSpPr>
            <p:spPr bwMode="auto">
              <a:xfrm>
                <a:off x="3830"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2" name="Freeform 768"/>
              <p:cNvSpPr>
                <a:spLocks noChangeArrowheads="1"/>
              </p:cNvSpPr>
              <p:nvPr/>
            </p:nvSpPr>
            <p:spPr bwMode="auto">
              <a:xfrm>
                <a:off x="3811"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3" name="Freeform 769"/>
              <p:cNvSpPr>
                <a:spLocks noChangeArrowheads="1"/>
              </p:cNvSpPr>
              <p:nvPr/>
            </p:nvSpPr>
            <p:spPr bwMode="auto">
              <a:xfrm>
                <a:off x="3792"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4" name="Freeform 770"/>
              <p:cNvSpPr>
                <a:spLocks noChangeArrowheads="1"/>
              </p:cNvSpPr>
              <p:nvPr/>
            </p:nvSpPr>
            <p:spPr bwMode="auto">
              <a:xfrm>
                <a:off x="3772"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5" name="Freeform 771"/>
              <p:cNvSpPr>
                <a:spLocks noChangeArrowheads="1"/>
              </p:cNvSpPr>
              <p:nvPr/>
            </p:nvSpPr>
            <p:spPr bwMode="auto">
              <a:xfrm>
                <a:off x="375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6" name="Freeform 772"/>
              <p:cNvSpPr>
                <a:spLocks noChangeArrowheads="1"/>
              </p:cNvSpPr>
              <p:nvPr/>
            </p:nvSpPr>
            <p:spPr bwMode="auto">
              <a:xfrm>
                <a:off x="3734"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7" name="Freeform 773"/>
              <p:cNvSpPr>
                <a:spLocks noChangeArrowheads="1"/>
              </p:cNvSpPr>
              <p:nvPr/>
            </p:nvSpPr>
            <p:spPr bwMode="auto">
              <a:xfrm>
                <a:off x="3715"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8" name="Freeform 774"/>
              <p:cNvSpPr>
                <a:spLocks noChangeArrowheads="1"/>
              </p:cNvSpPr>
              <p:nvPr/>
            </p:nvSpPr>
            <p:spPr bwMode="auto">
              <a:xfrm>
                <a:off x="3696"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29" name="Freeform 775"/>
              <p:cNvSpPr>
                <a:spLocks noChangeArrowheads="1"/>
              </p:cNvSpPr>
              <p:nvPr/>
            </p:nvSpPr>
            <p:spPr bwMode="auto">
              <a:xfrm>
                <a:off x="3676"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0" name="Freeform 776"/>
              <p:cNvSpPr>
                <a:spLocks noChangeArrowheads="1"/>
              </p:cNvSpPr>
              <p:nvPr/>
            </p:nvSpPr>
            <p:spPr bwMode="auto">
              <a:xfrm>
                <a:off x="3657"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1" name="Freeform 777"/>
              <p:cNvSpPr>
                <a:spLocks noChangeArrowheads="1"/>
              </p:cNvSpPr>
              <p:nvPr/>
            </p:nvSpPr>
            <p:spPr bwMode="auto">
              <a:xfrm>
                <a:off x="3638"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2" name="Freeform 778"/>
              <p:cNvSpPr>
                <a:spLocks noChangeArrowheads="1"/>
              </p:cNvSpPr>
              <p:nvPr/>
            </p:nvSpPr>
            <p:spPr bwMode="auto">
              <a:xfrm>
                <a:off x="3619"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3" name="Freeform 779"/>
              <p:cNvSpPr>
                <a:spLocks noChangeArrowheads="1"/>
              </p:cNvSpPr>
              <p:nvPr/>
            </p:nvSpPr>
            <p:spPr bwMode="auto">
              <a:xfrm>
                <a:off x="3600" y="3473"/>
                <a:ext cx="9" cy="9"/>
              </a:xfrm>
              <a:custGeom>
                <a:avLst/>
                <a:gdLst>
                  <a:gd name="T0" fmla="*/ 4 w 9"/>
                  <a:gd name="T1" fmla="*/ 9 h 9"/>
                  <a:gd name="T2" fmla="*/ 8 w 9"/>
                  <a:gd name="T3" fmla="*/ 8 h 9"/>
                  <a:gd name="T4" fmla="*/ 9 w 9"/>
                  <a:gd name="T5" fmla="*/ 5 h 9"/>
                  <a:gd name="T6" fmla="*/ 8 w 9"/>
                  <a:gd name="T7" fmla="*/ 1 h 9"/>
                  <a:gd name="T8" fmla="*/ 4 w 9"/>
                  <a:gd name="T9" fmla="*/ 0 h 9"/>
                  <a:gd name="T10" fmla="*/ 4 w 9"/>
                  <a:gd name="T11" fmla="*/ 0 h 9"/>
                  <a:gd name="T12" fmla="*/ 2 w 9"/>
                  <a:gd name="T13" fmla="*/ 1 h 9"/>
                  <a:gd name="T14" fmla="*/ 0 w 9"/>
                  <a:gd name="T15" fmla="*/ 5 h 9"/>
                  <a:gd name="T16" fmla="*/ 1 w 9"/>
                  <a:gd name="T17" fmla="*/ 8 h 9"/>
                  <a:gd name="T18" fmla="*/ 4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lnTo>
                      <a:pt x="8" y="8"/>
                    </a:lnTo>
                    <a:lnTo>
                      <a:pt x="9" y="5"/>
                    </a:lnTo>
                    <a:lnTo>
                      <a:pt x="8" y="1"/>
                    </a:lnTo>
                    <a:lnTo>
                      <a:pt x="4" y="0"/>
                    </a:lnTo>
                    <a:lnTo>
                      <a:pt x="2" y="1"/>
                    </a:lnTo>
                    <a:lnTo>
                      <a:pt x="0" y="5"/>
                    </a:lnTo>
                    <a:lnTo>
                      <a:pt x="1" y="8"/>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4" name="Freeform 780"/>
              <p:cNvSpPr>
                <a:spLocks noChangeArrowheads="1"/>
              </p:cNvSpPr>
              <p:nvPr/>
            </p:nvSpPr>
            <p:spPr bwMode="auto">
              <a:xfrm>
                <a:off x="3580"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5" name="Freeform 781"/>
              <p:cNvSpPr>
                <a:spLocks noChangeArrowheads="1"/>
              </p:cNvSpPr>
              <p:nvPr/>
            </p:nvSpPr>
            <p:spPr bwMode="auto">
              <a:xfrm>
                <a:off x="3561"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6" name="Freeform 782"/>
              <p:cNvSpPr>
                <a:spLocks noChangeArrowheads="1"/>
              </p:cNvSpPr>
              <p:nvPr/>
            </p:nvSpPr>
            <p:spPr bwMode="auto">
              <a:xfrm>
                <a:off x="3542" y="3473"/>
                <a:ext cx="10" cy="9"/>
              </a:xfrm>
              <a:custGeom>
                <a:avLst/>
                <a:gdLst>
                  <a:gd name="T0" fmla="*/ 5 w 10"/>
                  <a:gd name="T1" fmla="*/ 9 h 9"/>
                  <a:gd name="T2" fmla="*/ 8 w 10"/>
                  <a:gd name="T3" fmla="*/ 8 h 9"/>
                  <a:gd name="T4" fmla="*/ 10 w 10"/>
                  <a:gd name="T5" fmla="*/ 5 h 9"/>
                  <a:gd name="T6" fmla="*/ 8 w 10"/>
                  <a:gd name="T7" fmla="*/ 1 h 9"/>
                  <a:gd name="T8" fmla="*/ 5 w 10"/>
                  <a:gd name="T9" fmla="*/ 0 h 9"/>
                  <a:gd name="T10" fmla="*/ 5 w 10"/>
                  <a:gd name="T11" fmla="*/ 0 h 9"/>
                  <a:gd name="T12" fmla="*/ 2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8" y="8"/>
                    </a:lnTo>
                    <a:lnTo>
                      <a:pt x="10"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7" name="Freeform 783"/>
              <p:cNvSpPr>
                <a:spLocks noChangeArrowheads="1"/>
              </p:cNvSpPr>
              <p:nvPr/>
            </p:nvSpPr>
            <p:spPr bwMode="auto">
              <a:xfrm>
                <a:off x="3523" y="3473"/>
                <a:ext cx="9" cy="9"/>
              </a:xfrm>
              <a:custGeom>
                <a:avLst/>
                <a:gdLst>
                  <a:gd name="T0" fmla="*/ 5 w 9"/>
                  <a:gd name="T1" fmla="*/ 9 h 9"/>
                  <a:gd name="T2" fmla="*/ 8 w 9"/>
                  <a:gd name="T3" fmla="*/ 8 h 9"/>
                  <a:gd name="T4" fmla="*/ 9 w 9"/>
                  <a:gd name="T5" fmla="*/ 5 h 9"/>
                  <a:gd name="T6" fmla="*/ 8 w 9"/>
                  <a:gd name="T7" fmla="*/ 1 h 9"/>
                  <a:gd name="T8" fmla="*/ 5 w 9"/>
                  <a:gd name="T9" fmla="*/ 0 h 9"/>
                  <a:gd name="T10" fmla="*/ 5 w 9"/>
                  <a:gd name="T11" fmla="*/ 0 h 9"/>
                  <a:gd name="T12" fmla="*/ 2 w 9"/>
                  <a:gd name="T13" fmla="*/ 1 h 9"/>
                  <a:gd name="T14" fmla="*/ 0 w 9"/>
                  <a:gd name="T15" fmla="*/ 5 h 9"/>
                  <a:gd name="T16" fmla="*/ 1 w 9"/>
                  <a:gd name="T17" fmla="*/ 8 h 9"/>
                  <a:gd name="T18" fmla="*/ 5 w 9"/>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5" y="9"/>
                    </a:moveTo>
                    <a:lnTo>
                      <a:pt x="8" y="8"/>
                    </a:lnTo>
                    <a:lnTo>
                      <a:pt x="9" y="5"/>
                    </a:lnTo>
                    <a:lnTo>
                      <a:pt x="8" y="1"/>
                    </a:lnTo>
                    <a:lnTo>
                      <a:pt x="5" y="0"/>
                    </a:lnTo>
                    <a:lnTo>
                      <a:pt x="2"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8" name="Freeform 784"/>
              <p:cNvSpPr>
                <a:spLocks noChangeArrowheads="1"/>
              </p:cNvSpPr>
              <p:nvPr/>
            </p:nvSpPr>
            <p:spPr bwMode="auto">
              <a:xfrm>
                <a:off x="3503"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2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2"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39" name="Freeform 785"/>
              <p:cNvSpPr>
                <a:spLocks noChangeArrowheads="1"/>
              </p:cNvSpPr>
              <p:nvPr/>
            </p:nvSpPr>
            <p:spPr bwMode="auto">
              <a:xfrm>
                <a:off x="3484" y="3473"/>
                <a:ext cx="10" cy="9"/>
              </a:xfrm>
              <a:custGeom>
                <a:avLst/>
                <a:gdLst>
                  <a:gd name="T0" fmla="*/ 5 w 10"/>
                  <a:gd name="T1" fmla="*/ 9 h 9"/>
                  <a:gd name="T2" fmla="*/ 9 w 10"/>
                  <a:gd name="T3" fmla="*/ 8 h 9"/>
                  <a:gd name="T4" fmla="*/ 10 w 10"/>
                  <a:gd name="T5" fmla="*/ 5 h 9"/>
                  <a:gd name="T6" fmla="*/ 9 w 10"/>
                  <a:gd name="T7" fmla="*/ 1 h 9"/>
                  <a:gd name="T8" fmla="*/ 5 w 10"/>
                  <a:gd name="T9" fmla="*/ 0 h 9"/>
                  <a:gd name="T10" fmla="*/ 5 w 10"/>
                  <a:gd name="T11" fmla="*/ 0 h 9"/>
                  <a:gd name="T12" fmla="*/ 3 w 10"/>
                  <a:gd name="T13" fmla="*/ 1 h 9"/>
                  <a:gd name="T14" fmla="*/ 0 w 10"/>
                  <a:gd name="T15" fmla="*/ 5 h 9"/>
                  <a:gd name="T16" fmla="*/ 1 w 10"/>
                  <a:gd name="T17" fmla="*/ 8 h 9"/>
                  <a:gd name="T18" fmla="*/ 5 w 10"/>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5" y="9"/>
                    </a:moveTo>
                    <a:lnTo>
                      <a:pt x="9" y="8"/>
                    </a:lnTo>
                    <a:lnTo>
                      <a:pt x="10" y="5"/>
                    </a:lnTo>
                    <a:lnTo>
                      <a:pt x="9" y="1"/>
                    </a:lnTo>
                    <a:lnTo>
                      <a:pt x="5" y="0"/>
                    </a:lnTo>
                    <a:lnTo>
                      <a:pt x="3" y="1"/>
                    </a:lnTo>
                    <a:lnTo>
                      <a:pt x="0" y="5"/>
                    </a:lnTo>
                    <a:lnTo>
                      <a:pt x="1" y="8"/>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0" name="Freeform 786"/>
              <p:cNvSpPr>
                <a:spLocks noChangeArrowheads="1"/>
              </p:cNvSpPr>
              <p:nvPr/>
            </p:nvSpPr>
            <p:spPr bwMode="auto">
              <a:xfrm>
                <a:off x="3469" y="3481"/>
                <a:ext cx="9" cy="10"/>
              </a:xfrm>
              <a:custGeom>
                <a:avLst/>
                <a:gdLst>
                  <a:gd name="T0" fmla="*/ 8 w 9"/>
                  <a:gd name="T1" fmla="*/ 9 h 10"/>
                  <a:gd name="T2" fmla="*/ 9 w 9"/>
                  <a:gd name="T3" fmla="*/ 5 h 10"/>
                  <a:gd name="T4" fmla="*/ 7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7"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1" name="Freeform 787"/>
              <p:cNvSpPr>
                <a:spLocks noChangeArrowheads="1"/>
              </p:cNvSpPr>
              <p:nvPr/>
            </p:nvSpPr>
            <p:spPr bwMode="auto">
              <a:xfrm>
                <a:off x="3453" y="3492"/>
                <a:ext cx="10" cy="10"/>
              </a:xfrm>
              <a:custGeom>
                <a:avLst/>
                <a:gdLst>
                  <a:gd name="T0" fmla="*/ 8 w 10"/>
                  <a:gd name="T1" fmla="*/ 8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8 h 10"/>
                  <a:gd name="T16" fmla="*/ 5 w 10"/>
                  <a:gd name="T17" fmla="*/ 10 h 10"/>
                  <a:gd name="T18" fmla="*/ 8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8"/>
                    </a:moveTo>
                    <a:lnTo>
                      <a:pt x="10" y="5"/>
                    </a:lnTo>
                    <a:lnTo>
                      <a:pt x="8" y="1"/>
                    </a:lnTo>
                    <a:lnTo>
                      <a:pt x="5" y="0"/>
                    </a:lnTo>
                    <a:lnTo>
                      <a:pt x="1" y="1"/>
                    </a:lnTo>
                    <a:lnTo>
                      <a:pt x="0" y="5"/>
                    </a:lnTo>
                    <a:lnTo>
                      <a:pt x="1"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2" name="Freeform 788"/>
              <p:cNvSpPr>
                <a:spLocks noChangeArrowheads="1"/>
              </p:cNvSpPr>
              <p:nvPr/>
            </p:nvSpPr>
            <p:spPr bwMode="auto">
              <a:xfrm>
                <a:off x="3437" y="350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7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7"/>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3" name="Freeform 789"/>
              <p:cNvSpPr>
                <a:spLocks noChangeArrowheads="1"/>
              </p:cNvSpPr>
              <p:nvPr/>
            </p:nvSpPr>
            <p:spPr bwMode="auto">
              <a:xfrm>
                <a:off x="3422" y="3515"/>
                <a:ext cx="9" cy="9"/>
              </a:xfrm>
              <a:custGeom>
                <a:avLst/>
                <a:gdLst>
                  <a:gd name="T0" fmla="*/ 8 w 9"/>
                  <a:gd name="T1" fmla="*/ 8 h 9"/>
                  <a:gd name="T2" fmla="*/ 9 w 9"/>
                  <a:gd name="T3" fmla="*/ 5 h 9"/>
                  <a:gd name="T4" fmla="*/ 8 w 9"/>
                  <a:gd name="T5" fmla="*/ 1 h 9"/>
                  <a:gd name="T6" fmla="*/ 5 w 9"/>
                  <a:gd name="T7" fmla="*/ 0 h 9"/>
                  <a:gd name="T8" fmla="*/ 1 w 9"/>
                  <a:gd name="T9" fmla="*/ 1 h 9"/>
                  <a:gd name="T10" fmla="*/ 1 w 9"/>
                  <a:gd name="T11" fmla="*/ 1 h 9"/>
                  <a:gd name="T12" fmla="*/ 0 w 9"/>
                  <a:gd name="T13" fmla="*/ 5 h 9"/>
                  <a:gd name="T14" fmla="*/ 1 w 9"/>
                  <a:gd name="T15" fmla="*/ 8 h 9"/>
                  <a:gd name="T16" fmla="*/ 5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5"/>
                    </a:lnTo>
                    <a:lnTo>
                      <a:pt x="8" y="1"/>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4" name="Freeform 790"/>
              <p:cNvSpPr>
                <a:spLocks noChangeArrowheads="1"/>
              </p:cNvSpPr>
              <p:nvPr/>
            </p:nvSpPr>
            <p:spPr bwMode="auto">
              <a:xfrm>
                <a:off x="3406" y="3526"/>
                <a:ext cx="10" cy="9"/>
              </a:xfrm>
              <a:custGeom>
                <a:avLst/>
                <a:gdLst>
                  <a:gd name="T0" fmla="*/ 9 w 10"/>
                  <a:gd name="T1" fmla="*/ 8 h 9"/>
                  <a:gd name="T2" fmla="*/ 10 w 10"/>
                  <a:gd name="T3" fmla="*/ 4 h 9"/>
                  <a:gd name="T4" fmla="*/ 9 w 10"/>
                  <a:gd name="T5" fmla="*/ 2 h 9"/>
                  <a:gd name="T6" fmla="*/ 5 w 10"/>
                  <a:gd name="T7" fmla="*/ 0 h 9"/>
                  <a:gd name="T8" fmla="*/ 1 w 10"/>
                  <a:gd name="T9" fmla="*/ 1 h 9"/>
                  <a:gd name="T10" fmla="*/ 1 w 10"/>
                  <a:gd name="T11" fmla="*/ 1 h 9"/>
                  <a:gd name="T12" fmla="*/ 0 w 10"/>
                  <a:gd name="T13" fmla="*/ 4 h 9"/>
                  <a:gd name="T14" fmla="*/ 1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4"/>
                    </a:lnTo>
                    <a:lnTo>
                      <a:pt x="9" y="2"/>
                    </a:lnTo>
                    <a:lnTo>
                      <a:pt x="5" y="0"/>
                    </a:lnTo>
                    <a:lnTo>
                      <a:pt x="1" y="1"/>
                    </a:lnTo>
                    <a:lnTo>
                      <a:pt x="0" y="4"/>
                    </a:lnTo>
                    <a:lnTo>
                      <a:pt x="1"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5" name="Freeform 791"/>
              <p:cNvSpPr>
                <a:spLocks noChangeArrowheads="1"/>
              </p:cNvSpPr>
              <p:nvPr/>
            </p:nvSpPr>
            <p:spPr bwMode="auto">
              <a:xfrm>
                <a:off x="3391" y="3538"/>
                <a:ext cx="9" cy="9"/>
              </a:xfrm>
              <a:custGeom>
                <a:avLst/>
                <a:gdLst>
                  <a:gd name="T0" fmla="*/ 8 w 9"/>
                  <a:gd name="T1" fmla="*/ 8 h 9"/>
                  <a:gd name="T2" fmla="*/ 9 w 9"/>
                  <a:gd name="T3" fmla="*/ 4 h 9"/>
                  <a:gd name="T4" fmla="*/ 8 w 9"/>
                  <a:gd name="T5" fmla="*/ 1 h 9"/>
                  <a:gd name="T6" fmla="*/ 4 w 9"/>
                  <a:gd name="T7" fmla="*/ 0 h 9"/>
                  <a:gd name="T8" fmla="*/ 1 w 9"/>
                  <a:gd name="T9" fmla="*/ 1 h 9"/>
                  <a:gd name="T10" fmla="*/ 1 w 9"/>
                  <a:gd name="T11" fmla="*/ 1 h 9"/>
                  <a:gd name="T12" fmla="*/ 0 w 9"/>
                  <a:gd name="T13" fmla="*/ 4 h 9"/>
                  <a:gd name="T14" fmla="*/ 1 w 9"/>
                  <a:gd name="T15" fmla="*/ 8 h 9"/>
                  <a:gd name="T16" fmla="*/ 4 w 9"/>
                  <a:gd name="T17" fmla="*/ 9 h 9"/>
                  <a:gd name="T18" fmla="*/ 8 w 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8" y="8"/>
                    </a:moveTo>
                    <a:lnTo>
                      <a:pt x="9" y="4"/>
                    </a:lnTo>
                    <a:lnTo>
                      <a:pt x="8" y="1"/>
                    </a:lnTo>
                    <a:lnTo>
                      <a:pt x="4" y="0"/>
                    </a:lnTo>
                    <a:lnTo>
                      <a:pt x="1" y="1"/>
                    </a:lnTo>
                    <a:lnTo>
                      <a:pt x="0" y="4"/>
                    </a:lnTo>
                    <a:lnTo>
                      <a:pt x="1" y="8"/>
                    </a:lnTo>
                    <a:lnTo>
                      <a:pt x="4"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6" name="Freeform 792"/>
              <p:cNvSpPr>
                <a:spLocks noChangeArrowheads="1"/>
              </p:cNvSpPr>
              <p:nvPr/>
            </p:nvSpPr>
            <p:spPr bwMode="auto">
              <a:xfrm>
                <a:off x="3375" y="3548"/>
                <a:ext cx="10" cy="10"/>
              </a:xfrm>
              <a:custGeom>
                <a:avLst/>
                <a:gdLst>
                  <a:gd name="T0" fmla="*/ 8 w 10"/>
                  <a:gd name="T1" fmla="*/ 9 h 10"/>
                  <a:gd name="T2" fmla="*/ 10 w 10"/>
                  <a:gd name="T3" fmla="*/ 5 h 10"/>
                  <a:gd name="T4" fmla="*/ 8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2"/>
                    </a:lnTo>
                    <a:lnTo>
                      <a:pt x="5" y="0"/>
                    </a:lnTo>
                    <a:lnTo>
                      <a:pt x="1" y="2"/>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7" name="Freeform 793"/>
              <p:cNvSpPr>
                <a:spLocks noChangeArrowheads="1"/>
              </p:cNvSpPr>
              <p:nvPr/>
            </p:nvSpPr>
            <p:spPr bwMode="auto">
              <a:xfrm>
                <a:off x="3359" y="3560"/>
                <a:ext cx="10" cy="10"/>
              </a:xfrm>
              <a:custGeom>
                <a:avLst/>
                <a:gdLst>
                  <a:gd name="T0" fmla="*/ 9 w 10"/>
                  <a:gd name="T1" fmla="*/ 9 h 10"/>
                  <a:gd name="T2" fmla="*/ 10 w 10"/>
                  <a:gd name="T3" fmla="*/ 5 h 10"/>
                  <a:gd name="T4" fmla="*/ 9 w 10"/>
                  <a:gd name="T5" fmla="*/ 2 h 10"/>
                  <a:gd name="T6" fmla="*/ 5 w 10"/>
                  <a:gd name="T7" fmla="*/ 0 h 10"/>
                  <a:gd name="T8" fmla="*/ 2 w 10"/>
                  <a:gd name="T9" fmla="*/ 2 h 10"/>
                  <a:gd name="T10" fmla="*/ 2 w 10"/>
                  <a:gd name="T11" fmla="*/ 2 h 10"/>
                  <a:gd name="T12" fmla="*/ 0 w 10"/>
                  <a:gd name="T13" fmla="*/ 5 h 10"/>
                  <a:gd name="T14" fmla="*/ 2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2" y="2"/>
                    </a:lnTo>
                    <a:lnTo>
                      <a:pt x="0" y="5"/>
                    </a:lnTo>
                    <a:lnTo>
                      <a:pt x="2"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8" name="Freeform 794"/>
              <p:cNvSpPr>
                <a:spLocks noChangeArrowheads="1"/>
              </p:cNvSpPr>
              <p:nvPr/>
            </p:nvSpPr>
            <p:spPr bwMode="auto">
              <a:xfrm>
                <a:off x="3344" y="3571"/>
                <a:ext cx="9" cy="10"/>
              </a:xfrm>
              <a:custGeom>
                <a:avLst/>
                <a:gdLst>
                  <a:gd name="T0" fmla="*/ 8 w 9"/>
                  <a:gd name="T1" fmla="*/ 9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1 w 9"/>
                  <a:gd name="T15" fmla="*/ 9 h 10"/>
                  <a:gd name="T16" fmla="*/ 5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49" name="Freeform 795"/>
              <p:cNvSpPr>
                <a:spLocks noChangeArrowheads="1"/>
              </p:cNvSpPr>
              <p:nvPr/>
            </p:nvSpPr>
            <p:spPr bwMode="auto">
              <a:xfrm>
                <a:off x="3328" y="3583"/>
                <a:ext cx="10" cy="10"/>
              </a:xfrm>
              <a:custGeom>
                <a:avLst/>
                <a:gdLst>
                  <a:gd name="T0" fmla="*/ 9 w 10"/>
                  <a:gd name="T1" fmla="*/ 9 h 10"/>
                  <a:gd name="T2" fmla="*/ 10 w 10"/>
                  <a:gd name="T3" fmla="*/ 5 h 10"/>
                  <a:gd name="T4" fmla="*/ 9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1" y="1"/>
                    </a:lnTo>
                    <a:lnTo>
                      <a:pt x="0" y="5"/>
                    </a:lnTo>
                    <a:lnTo>
                      <a:pt x="1" y="7"/>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0" name="Freeform 796"/>
              <p:cNvSpPr>
                <a:spLocks noChangeArrowheads="1"/>
              </p:cNvSpPr>
              <p:nvPr/>
            </p:nvSpPr>
            <p:spPr bwMode="auto">
              <a:xfrm>
                <a:off x="3313" y="3594"/>
                <a:ext cx="9" cy="10"/>
              </a:xfrm>
              <a:custGeom>
                <a:avLst/>
                <a:gdLst>
                  <a:gd name="T0" fmla="*/ 8 w 9"/>
                  <a:gd name="T1" fmla="*/ 8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8 h 10"/>
                  <a:gd name="T16" fmla="*/ 4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4" y="0"/>
                    </a:lnTo>
                    <a:lnTo>
                      <a:pt x="1" y="1"/>
                    </a:lnTo>
                    <a:lnTo>
                      <a:pt x="0" y="5"/>
                    </a:lnTo>
                    <a:lnTo>
                      <a:pt x="1" y="8"/>
                    </a:lnTo>
                    <a:lnTo>
                      <a:pt x="4"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1" name="Freeform 797"/>
              <p:cNvSpPr>
                <a:spLocks noChangeArrowheads="1"/>
              </p:cNvSpPr>
              <p:nvPr/>
            </p:nvSpPr>
            <p:spPr bwMode="auto">
              <a:xfrm>
                <a:off x="3297" y="3605"/>
                <a:ext cx="10" cy="9"/>
              </a:xfrm>
              <a:custGeom>
                <a:avLst/>
                <a:gdLst>
                  <a:gd name="T0" fmla="*/ 8 w 10"/>
                  <a:gd name="T1" fmla="*/ 8 h 9"/>
                  <a:gd name="T2" fmla="*/ 10 w 10"/>
                  <a:gd name="T3" fmla="*/ 5 h 9"/>
                  <a:gd name="T4" fmla="*/ 8 w 10"/>
                  <a:gd name="T5" fmla="*/ 2 h 9"/>
                  <a:gd name="T6" fmla="*/ 5 w 10"/>
                  <a:gd name="T7" fmla="*/ 0 h 9"/>
                  <a:gd name="T8" fmla="*/ 1 w 10"/>
                  <a:gd name="T9" fmla="*/ 1 h 9"/>
                  <a:gd name="T10" fmla="*/ 1 w 10"/>
                  <a:gd name="T11" fmla="*/ 1 h 9"/>
                  <a:gd name="T12" fmla="*/ 0 w 10"/>
                  <a:gd name="T13" fmla="*/ 5 h 9"/>
                  <a:gd name="T14" fmla="*/ 1 w 10"/>
                  <a:gd name="T15" fmla="*/ 8 h 9"/>
                  <a:gd name="T16" fmla="*/ 5 w 10"/>
                  <a:gd name="T17" fmla="*/ 9 h 9"/>
                  <a:gd name="T18" fmla="*/ 8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8" y="8"/>
                    </a:moveTo>
                    <a:lnTo>
                      <a:pt x="10" y="5"/>
                    </a:lnTo>
                    <a:lnTo>
                      <a:pt x="8" y="2"/>
                    </a:lnTo>
                    <a:lnTo>
                      <a:pt x="5" y="0"/>
                    </a:lnTo>
                    <a:lnTo>
                      <a:pt x="1" y="1"/>
                    </a:lnTo>
                    <a:lnTo>
                      <a:pt x="0" y="5"/>
                    </a:lnTo>
                    <a:lnTo>
                      <a:pt x="1" y="8"/>
                    </a:lnTo>
                    <a:lnTo>
                      <a:pt x="5"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2" name="Freeform 798"/>
              <p:cNvSpPr>
                <a:spLocks noChangeArrowheads="1"/>
              </p:cNvSpPr>
              <p:nvPr/>
            </p:nvSpPr>
            <p:spPr bwMode="auto">
              <a:xfrm>
                <a:off x="3281" y="3617"/>
                <a:ext cx="10" cy="9"/>
              </a:xfrm>
              <a:custGeom>
                <a:avLst/>
                <a:gdLst>
                  <a:gd name="T0" fmla="*/ 9 w 10"/>
                  <a:gd name="T1" fmla="*/ 8 h 9"/>
                  <a:gd name="T2" fmla="*/ 10 w 10"/>
                  <a:gd name="T3" fmla="*/ 5 h 9"/>
                  <a:gd name="T4" fmla="*/ 9 w 10"/>
                  <a:gd name="T5" fmla="*/ 1 h 9"/>
                  <a:gd name="T6" fmla="*/ 5 w 10"/>
                  <a:gd name="T7" fmla="*/ 0 h 9"/>
                  <a:gd name="T8" fmla="*/ 2 w 10"/>
                  <a:gd name="T9" fmla="*/ 1 h 9"/>
                  <a:gd name="T10" fmla="*/ 2 w 10"/>
                  <a:gd name="T11" fmla="*/ 1 h 9"/>
                  <a:gd name="T12" fmla="*/ 0 w 10"/>
                  <a:gd name="T13" fmla="*/ 5 h 9"/>
                  <a:gd name="T14" fmla="*/ 2 w 10"/>
                  <a:gd name="T15" fmla="*/ 8 h 9"/>
                  <a:gd name="T16" fmla="*/ 5 w 10"/>
                  <a:gd name="T17" fmla="*/ 9 h 9"/>
                  <a:gd name="T18" fmla="*/ 9 w 10"/>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9" y="8"/>
                    </a:moveTo>
                    <a:lnTo>
                      <a:pt x="10" y="5"/>
                    </a:lnTo>
                    <a:lnTo>
                      <a:pt x="9" y="1"/>
                    </a:lnTo>
                    <a:lnTo>
                      <a:pt x="5" y="0"/>
                    </a:lnTo>
                    <a:lnTo>
                      <a:pt x="2" y="1"/>
                    </a:lnTo>
                    <a:lnTo>
                      <a:pt x="0" y="5"/>
                    </a:lnTo>
                    <a:lnTo>
                      <a:pt x="2" y="8"/>
                    </a:lnTo>
                    <a:lnTo>
                      <a:pt x="5" y="9"/>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grpSp>
          <p:nvGrpSpPr>
            <p:cNvPr id="37653" name="Group 799"/>
            <p:cNvGrpSpPr>
              <a:grpSpLocks/>
            </p:cNvGrpSpPr>
            <p:nvPr/>
          </p:nvGrpSpPr>
          <p:grpSpPr bwMode="auto">
            <a:xfrm>
              <a:off x="4160" y="3474"/>
              <a:ext cx="198" cy="535"/>
              <a:chOff x="4160" y="3474"/>
              <a:chExt cx="198" cy="535"/>
            </a:xfrm>
          </p:grpSpPr>
          <p:sp>
            <p:nvSpPr>
              <p:cNvPr id="37654" name="Freeform 800"/>
              <p:cNvSpPr>
                <a:spLocks noChangeArrowheads="1"/>
              </p:cNvSpPr>
              <p:nvPr/>
            </p:nvSpPr>
            <p:spPr bwMode="auto">
              <a:xfrm>
                <a:off x="4165" y="3478"/>
                <a:ext cx="188" cy="531"/>
              </a:xfrm>
              <a:custGeom>
                <a:avLst/>
                <a:gdLst>
                  <a:gd name="T0" fmla="*/ 0 w 188"/>
                  <a:gd name="T1" fmla="*/ 156 h 531"/>
                  <a:gd name="T2" fmla="*/ 0 w 188"/>
                  <a:gd name="T3" fmla="*/ 531 h 531"/>
                  <a:gd name="T4" fmla="*/ 188 w 188"/>
                  <a:gd name="T5" fmla="*/ 313 h 531"/>
                  <a:gd name="T6" fmla="*/ 188 w 188"/>
                  <a:gd name="T7" fmla="*/ 0 h 531"/>
                  <a:gd name="T8" fmla="*/ 0 w 188"/>
                  <a:gd name="T9" fmla="*/ 156 h 531"/>
                </a:gdLst>
                <a:ahLst/>
                <a:cxnLst>
                  <a:cxn ang="0">
                    <a:pos x="T0" y="T1"/>
                  </a:cxn>
                  <a:cxn ang="0">
                    <a:pos x="T2" y="T3"/>
                  </a:cxn>
                  <a:cxn ang="0">
                    <a:pos x="T4" y="T5"/>
                  </a:cxn>
                  <a:cxn ang="0">
                    <a:pos x="T6" y="T7"/>
                  </a:cxn>
                  <a:cxn ang="0">
                    <a:pos x="T8" y="T9"/>
                  </a:cxn>
                </a:cxnLst>
                <a:rect l="0" t="0" r="r" b="b"/>
                <a:pathLst>
                  <a:path w="188" h="531">
                    <a:moveTo>
                      <a:pt x="0" y="156"/>
                    </a:moveTo>
                    <a:lnTo>
                      <a:pt x="0" y="531"/>
                    </a:lnTo>
                    <a:lnTo>
                      <a:pt x="188" y="313"/>
                    </a:lnTo>
                    <a:lnTo>
                      <a:pt x="188" y="0"/>
                    </a:lnTo>
                    <a:lnTo>
                      <a:pt x="0" y="156"/>
                    </a:lnTo>
                    <a:close/>
                  </a:path>
                </a:pathLst>
              </a:custGeom>
              <a:solidFill>
                <a:srgbClr val="6767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5" name="Freeform 801"/>
              <p:cNvSpPr>
                <a:spLocks noChangeArrowheads="1"/>
              </p:cNvSpPr>
              <p:nvPr/>
            </p:nvSpPr>
            <p:spPr bwMode="auto">
              <a:xfrm>
                <a:off x="4160" y="3629"/>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6" name="Freeform 802"/>
              <p:cNvSpPr>
                <a:spLocks noChangeArrowheads="1"/>
              </p:cNvSpPr>
              <p:nvPr/>
            </p:nvSpPr>
            <p:spPr bwMode="auto">
              <a:xfrm>
                <a:off x="4160" y="3648"/>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7" name="Freeform 803"/>
              <p:cNvSpPr>
                <a:spLocks noChangeArrowheads="1"/>
              </p:cNvSpPr>
              <p:nvPr/>
            </p:nvSpPr>
            <p:spPr bwMode="auto">
              <a:xfrm>
                <a:off x="4160" y="366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8" name="Freeform 804"/>
              <p:cNvSpPr>
                <a:spLocks noChangeArrowheads="1"/>
              </p:cNvSpPr>
              <p:nvPr/>
            </p:nvSpPr>
            <p:spPr bwMode="auto">
              <a:xfrm>
                <a:off x="4160" y="3686"/>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59" name="Freeform 805"/>
              <p:cNvSpPr>
                <a:spLocks noChangeArrowheads="1"/>
              </p:cNvSpPr>
              <p:nvPr/>
            </p:nvSpPr>
            <p:spPr bwMode="auto">
              <a:xfrm>
                <a:off x="4160" y="3706"/>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0" name="Freeform 806"/>
              <p:cNvSpPr>
                <a:spLocks noChangeArrowheads="1"/>
              </p:cNvSpPr>
              <p:nvPr/>
            </p:nvSpPr>
            <p:spPr bwMode="auto">
              <a:xfrm>
                <a:off x="4160" y="3725"/>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1" name="Freeform 807"/>
              <p:cNvSpPr>
                <a:spLocks noChangeArrowheads="1"/>
              </p:cNvSpPr>
              <p:nvPr/>
            </p:nvSpPr>
            <p:spPr bwMode="auto">
              <a:xfrm>
                <a:off x="4160" y="3744"/>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2" name="Freeform 808"/>
              <p:cNvSpPr>
                <a:spLocks noChangeArrowheads="1"/>
              </p:cNvSpPr>
              <p:nvPr/>
            </p:nvSpPr>
            <p:spPr bwMode="auto">
              <a:xfrm>
                <a:off x="4160" y="3763"/>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3" name="Freeform 809"/>
              <p:cNvSpPr>
                <a:spLocks noChangeArrowheads="1"/>
              </p:cNvSpPr>
              <p:nvPr/>
            </p:nvSpPr>
            <p:spPr bwMode="auto">
              <a:xfrm>
                <a:off x="4160" y="3782"/>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4" name="Freeform 810"/>
              <p:cNvSpPr>
                <a:spLocks noChangeArrowheads="1"/>
              </p:cNvSpPr>
              <p:nvPr/>
            </p:nvSpPr>
            <p:spPr bwMode="auto">
              <a:xfrm>
                <a:off x="4160" y="3802"/>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5" name="Freeform 811"/>
              <p:cNvSpPr>
                <a:spLocks noChangeArrowheads="1"/>
              </p:cNvSpPr>
              <p:nvPr/>
            </p:nvSpPr>
            <p:spPr bwMode="auto">
              <a:xfrm>
                <a:off x="4160" y="3821"/>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6" name="Freeform 812"/>
              <p:cNvSpPr>
                <a:spLocks noChangeArrowheads="1"/>
              </p:cNvSpPr>
              <p:nvPr/>
            </p:nvSpPr>
            <p:spPr bwMode="auto">
              <a:xfrm>
                <a:off x="4160" y="3840"/>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7" name="Freeform 813"/>
              <p:cNvSpPr>
                <a:spLocks noChangeArrowheads="1"/>
              </p:cNvSpPr>
              <p:nvPr/>
            </p:nvSpPr>
            <p:spPr bwMode="auto">
              <a:xfrm>
                <a:off x="4160" y="3859"/>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8" name="Freeform 814"/>
              <p:cNvSpPr>
                <a:spLocks noChangeArrowheads="1"/>
              </p:cNvSpPr>
              <p:nvPr/>
            </p:nvSpPr>
            <p:spPr bwMode="auto">
              <a:xfrm>
                <a:off x="4160" y="3879"/>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69" name="Freeform 815"/>
              <p:cNvSpPr>
                <a:spLocks noChangeArrowheads="1"/>
              </p:cNvSpPr>
              <p:nvPr/>
            </p:nvSpPr>
            <p:spPr bwMode="auto">
              <a:xfrm>
                <a:off x="4160" y="3898"/>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0" name="Freeform 816"/>
              <p:cNvSpPr>
                <a:spLocks noChangeArrowheads="1"/>
              </p:cNvSpPr>
              <p:nvPr/>
            </p:nvSpPr>
            <p:spPr bwMode="auto">
              <a:xfrm>
                <a:off x="4160" y="3917"/>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8 h 10"/>
                  <a:gd name="T14" fmla="*/ 5 w 10"/>
                  <a:gd name="T15" fmla="*/ 10 h 10"/>
                  <a:gd name="T16" fmla="*/ 9 w 10"/>
                  <a:gd name="T17" fmla="*/ 8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8"/>
                    </a:lnTo>
                    <a:lnTo>
                      <a:pt x="5" y="10"/>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1" name="Freeform 817"/>
              <p:cNvSpPr>
                <a:spLocks noChangeArrowheads="1"/>
              </p:cNvSpPr>
              <p:nvPr/>
            </p:nvSpPr>
            <p:spPr bwMode="auto">
              <a:xfrm>
                <a:off x="4160" y="3936"/>
                <a:ext cx="10" cy="10"/>
              </a:xfrm>
              <a:custGeom>
                <a:avLst/>
                <a:gdLst>
                  <a:gd name="T0" fmla="*/ 10 w 10"/>
                  <a:gd name="T1" fmla="*/ 5 h 10"/>
                  <a:gd name="T2" fmla="*/ 9 w 10"/>
                  <a:gd name="T3" fmla="*/ 1 h 10"/>
                  <a:gd name="T4" fmla="*/ 5 w 10"/>
                  <a:gd name="T5" fmla="*/ 0 h 10"/>
                  <a:gd name="T6" fmla="*/ 1 w 10"/>
                  <a:gd name="T7" fmla="*/ 1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1"/>
                    </a:lnTo>
                    <a:lnTo>
                      <a:pt x="5" y="0"/>
                    </a:lnTo>
                    <a:lnTo>
                      <a:pt x="1" y="1"/>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2" name="Freeform 818"/>
              <p:cNvSpPr>
                <a:spLocks noChangeArrowheads="1"/>
              </p:cNvSpPr>
              <p:nvPr/>
            </p:nvSpPr>
            <p:spPr bwMode="auto">
              <a:xfrm>
                <a:off x="4160" y="3955"/>
                <a:ext cx="10" cy="10"/>
              </a:xfrm>
              <a:custGeom>
                <a:avLst/>
                <a:gdLst>
                  <a:gd name="T0" fmla="*/ 10 w 10"/>
                  <a:gd name="T1" fmla="*/ 5 h 10"/>
                  <a:gd name="T2" fmla="*/ 9 w 10"/>
                  <a:gd name="T3" fmla="*/ 2 h 10"/>
                  <a:gd name="T4" fmla="*/ 5 w 10"/>
                  <a:gd name="T5" fmla="*/ 0 h 10"/>
                  <a:gd name="T6" fmla="*/ 1 w 10"/>
                  <a:gd name="T7" fmla="*/ 2 h 10"/>
                  <a:gd name="T8" fmla="*/ 0 w 10"/>
                  <a:gd name="T9" fmla="*/ 5 h 10"/>
                  <a:gd name="T10" fmla="*/ 0 w 10"/>
                  <a:gd name="T11" fmla="*/ 5 h 10"/>
                  <a:gd name="T12" fmla="*/ 1 w 10"/>
                  <a:gd name="T13" fmla="*/ 9 h 10"/>
                  <a:gd name="T14" fmla="*/ 5 w 10"/>
                  <a:gd name="T15" fmla="*/ 10 h 10"/>
                  <a:gd name="T16" fmla="*/ 9 w 10"/>
                  <a:gd name="T17" fmla="*/ 9 h 10"/>
                  <a:gd name="T18" fmla="*/ 10 w 10"/>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0" y="5"/>
                    </a:moveTo>
                    <a:lnTo>
                      <a:pt x="9" y="2"/>
                    </a:lnTo>
                    <a:lnTo>
                      <a:pt x="5" y="0"/>
                    </a:lnTo>
                    <a:lnTo>
                      <a:pt x="1" y="2"/>
                    </a:lnTo>
                    <a:lnTo>
                      <a:pt x="0" y="5"/>
                    </a:lnTo>
                    <a:lnTo>
                      <a:pt x="1" y="9"/>
                    </a:lnTo>
                    <a:lnTo>
                      <a:pt x="5" y="10"/>
                    </a:lnTo>
                    <a:lnTo>
                      <a:pt x="9" y="9"/>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3" name="Freeform 819"/>
              <p:cNvSpPr>
                <a:spLocks noChangeArrowheads="1"/>
              </p:cNvSpPr>
              <p:nvPr/>
            </p:nvSpPr>
            <p:spPr bwMode="auto">
              <a:xfrm>
                <a:off x="4160" y="3975"/>
                <a:ext cx="10" cy="9"/>
              </a:xfrm>
              <a:custGeom>
                <a:avLst/>
                <a:gdLst>
                  <a:gd name="T0" fmla="*/ 10 w 10"/>
                  <a:gd name="T1" fmla="*/ 4 h 9"/>
                  <a:gd name="T2" fmla="*/ 9 w 10"/>
                  <a:gd name="T3" fmla="*/ 1 h 9"/>
                  <a:gd name="T4" fmla="*/ 5 w 10"/>
                  <a:gd name="T5" fmla="*/ 0 h 9"/>
                  <a:gd name="T6" fmla="*/ 1 w 10"/>
                  <a:gd name="T7" fmla="*/ 1 h 9"/>
                  <a:gd name="T8" fmla="*/ 0 w 10"/>
                  <a:gd name="T9" fmla="*/ 4 h 9"/>
                  <a:gd name="T10" fmla="*/ 0 w 10"/>
                  <a:gd name="T11" fmla="*/ 4 h 9"/>
                  <a:gd name="T12" fmla="*/ 1 w 10"/>
                  <a:gd name="T13" fmla="*/ 8 h 9"/>
                  <a:gd name="T14" fmla="*/ 5 w 10"/>
                  <a:gd name="T15" fmla="*/ 9 h 9"/>
                  <a:gd name="T16" fmla="*/ 9 w 10"/>
                  <a:gd name="T17" fmla="*/ 8 h 9"/>
                  <a:gd name="T18" fmla="*/ 10 w 10"/>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4"/>
                    </a:moveTo>
                    <a:lnTo>
                      <a:pt x="9" y="1"/>
                    </a:lnTo>
                    <a:lnTo>
                      <a:pt x="5" y="0"/>
                    </a:lnTo>
                    <a:lnTo>
                      <a:pt x="1" y="1"/>
                    </a:lnTo>
                    <a:lnTo>
                      <a:pt x="0" y="4"/>
                    </a:lnTo>
                    <a:lnTo>
                      <a:pt x="1" y="8"/>
                    </a:lnTo>
                    <a:lnTo>
                      <a:pt x="5" y="9"/>
                    </a:lnTo>
                    <a:lnTo>
                      <a:pt x="9" y="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4" name="Freeform 820"/>
              <p:cNvSpPr>
                <a:spLocks noChangeArrowheads="1"/>
              </p:cNvSpPr>
              <p:nvPr/>
            </p:nvSpPr>
            <p:spPr bwMode="auto">
              <a:xfrm>
                <a:off x="4160" y="3994"/>
                <a:ext cx="10" cy="9"/>
              </a:xfrm>
              <a:custGeom>
                <a:avLst/>
                <a:gdLst>
                  <a:gd name="T0" fmla="*/ 10 w 10"/>
                  <a:gd name="T1" fmla="*/ 5 h 9"/>
                  <a:gd name="T2" fmla="*/ 9 w 10"/>
                  <a:gd name="T3" fmla="*/ 1 h 9"/>
                  <a:gd name="T4" fmla="*/ 5 w 10"/>
                  <a:gd name="T5" fmla="*/ 0 h 9"/>
                  <a:gd name="T6" fmla="*/ 1 w 10"/>
                  <a:gd name="T7" fmla="*/ 1 h 9"/>
                  <a:gd name="T8" fmla="*/ 0 w 10"/>
                  <a:gd name="T9" fmla="*/ 5 h 9"/>
                  <a:gd name="T10" fmla="*/ 0 w 10"/>
                  <a:gd name="T11" fmla="*/ 5 h 9"/>
                  <a:gd name="T12" fmla="*/ 1 w 10"/>
                  <a:gd name="T13" fmla="*/ 8 h 9"/>
                  <a:gd name="T14" fmla="*/ 5 w 10"/>
                  <a:gd name="T15" fmla="*/ 9 h 9"/>
                  <a:gd name="T16" fmla="*/ 9 w 10"/>
                  <a:gd name="T17" fmla="*/ 8 h 9"/>
                  <a:gd name="T18" fmla="*/ 10 w 10"/>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0" y="5"/>
                    </a:moveTo>
                    <a:lnTo>
                      <a:pt x="9" y="1"/>
                    </a:lnTo>
                    <a:lnTo>
                      <a:pt x="5" y="0"/>
                    </a:lnTo>
                    <a:lnTo>
                      <a:pt x="1" y="1"/>
                    </a:lnTo>
                    <a:lnTo>
                      <a:pt x="0" y="5"/>
                    </a:lnTo>
                    <a:lnTo>
                      <a:pt x="1" y="8"/>
                    </a:lnTo>
                    <a:lnTo>
                      <a:pt x="5" y="9"/>
                    </a:lnTo>
                    <a:lnTo>
                      <a:pt x="9" y="8"/>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5" name="Freeform 821"/>
              <p:cNvSpPr>
                <a:spLocks noChangeArrowheads="1"/>
              </p:cNvSpPr>
              <p:nvPr/>
            </p:nvSpPr>
            <p:spPr bwMode="auto">
              <a:xfrm>
                <a:off x="4166" y="3999"/>
                <a:ext cx="10" cy="9"/>
              </a:xfrm>
              <a:custGeom>
                <a:avLst/>
                <a:gdLst>
                  <a:gd name="T0" fmla="*/ 1 w 10"/>
                  <a:gd name="T1" fmla="*/ 1 h 9"/>
                  <a:gd name="T2" fmla="*/ 0 w 10"/>
                  <a:gd name="T3" fmla="*/ 4 h 9"/>
                  <a:gd name="T4" fmla="*/ 1 w 10"/>
                  <a:gd name="T5" fmla="*/ 8 h 9"/>
                  <a:gd name="T6" fmla="*/ 5 w 10"/>
                  <a:gd name="T7" fmla="*/ 9 h 9"/>
                  <a:gd name="T8" fmla="*/ 9 w 10"/>
                  <a:gd name="T9" fmla="*/ 8 h 9"/>
                  <a:gd name="T10" fmla="*/ 9 w 10"/>
                  <a:gd name="T11" fmla="*/ 8 h 9"/>
                  <a:gd name="T12" fmla="*/ 10 w 10"/>
                  <a:gd name="T13" fmla="*/ 4 h 9"/>
                  <a:gd name="T14" fmla="*/ 7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1" y="8"/>
                    </a:lnTo>
                    <a:lnTo>
                      <a:pt x="5" y="9"/>
                    </a:lnTo>
                    <a:lnTo>
                      <a:pt x="9" y="8"/>
                    </a:lnTo>
                    <a:lnTo>
                      <a:pt x="10" y="4"/>
                    </a:lnTo>
                    <a:lnTo>
                      <a:pt x="7"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6" name="Freeform 822"/>
              <p:cNvSpPr>
                <a:spLocks noChangeArrowheads="1"/>
              </p:cNvSpPr>
              <p:nvPr/>
            </p:nvSpPr>
            <p:spPr bwMode="auto">
              <a:xfrm>
                <a:off x="4178" y="3984"/>
                <a:ext cx="10" cy="10"/>
              </a:xfrm>
              <a:custGeom>
                <a:avLst/>
                <a:gdLst>
                  <a:gd name="T0" fmla="*/ 1 w 10"/>
                  <a:gd name="T1" fmla="*/ 1 h 10"/>
                  <a:gd name="T2" fmla="*/ 0 w 10"/>
                  <a:gd name="T3" fmla="*/ 5 h 10"/>
                  <a:gd name="T4" fmla="*/ 1 w 10"/>
                  <a:gd name="T5" fmla="*/ 7 h 10"/>
                  <a:gd name="T6" fmla="*/ 5 w 10"/>
                  <a:gd name="T7" fmla="*/ 10 h 10"/>
                  <a:gd name="T8" fmla="*/ 9 w 10"/>
                  <a:gd name="T9" fmla="*/ 9 h 10"/>
                  <a:gd name="T10" fmla="*/ 9 w 10"/>
                  <a:gd name="T11" fmla="*/ 9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1" y="7"/>
                    </a:lnTo>
                    <a:lnTo>
                      <a:pt x="5" y="10"/>
                    </a:lnTo>
                    <a:lnTo>
                      <a:pt x="9" y="9"/>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7" name="Freeform 823"/>
              <p:cNvSpPr>
                <a:spLocks noChangeArrowheads="1"/>
              </p:cNvSpPr>
              <p:nvPr/>
            </p:nvSpPr>
            <p:spPr bwMode="auto">
              <a:xfrm>
                <a:off x="4190" y="3969"/>
                <a:ext cx="10" cy="9"/>
              </a:xfrm>
              <a:custGeom>
                <a:avLst/>
                <a:gdLst>
                  <a:gd name="T0" fmla="*/ 1 w 10"/>
                  <a:gd name="T1" fmla="*/ 1 h 9"/>
                  <a:gd name="T2" fmla="*/ 0 w 10"/>
                  <a:gd name="T3" fmla="*/ 4 h 9"/>
                  <a:gd name="T4" fmla="*/ 3 w 10"/>
                  <a:gd name="T5" fmla="*/ 8 h 9"/>
                  <a:gd name="T6" fmla="*/ 5 w 10"/>
                  <a:gd name="T7" fmla="*/ 9 h 9"/>
                  <a:gd name="T8" fmla="*/ 9 w 10"/>
                  <a:gd name="T9" fmla="*/ 8 h 9"/>
                  <a:gd name="T10" fmla="*/ 9 w 10"/>
                  <a:gd name="T11" fmla="*/ 8 h 9"/>
                  <a:gd name="T12" fmla="*/ 10 w 10"/>
                  <a:gd name="T13" fmla="*/ 4 h 9"/>
                  <a:gd name="T14" fmla="*/ 9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4"/>
                    </a:lnTo>
                    <a:lnTo>
                      <a:pt x="3" y="8"/>
                    </a:lnTo>
                    <a:lnTo>
                      <a:pt x="5" y="9"/>
                    </a:lnTo>
                    <a:lnTo>
                      <a:pt x="9" y="8"/>
                    </a:lnTo>
                    <a:lnTo>
                      <a:pt x="10" y="4"/>
                    </a:lnTo>
                    <a:lnTo>
                      <a:pt x="9"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8" name="Freeform 824"/>
              <p:cNvSpPr>
                <a:spLocks noChangeArrowheads="1"/>
              </p:cNvSpPr>
              <p:nvPr/>
            </p:nvSpPr>
            <p:spPr bwMode="auto">
              <a:xfrm>
                <a:off x="4203" y="3954"/>
                <a:ext cx="10" cy="10"/>
              </a:xfrm>
              <a:custGeom>
                <a:avLst/>
                <a:gdLst>
                  <a:gd name="T0" fmla="*/ 2 w 10"/>
                  <a:gd name="T1" fmla="*/ 1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3 h 10"/>
                  <a:gd name="T16" fmla="*/ 5 w 10"/>
                  <a:gd name="T17" fmla="*/ 0 h 10"/>
                  <a:gd name="T18" fmla="*/ 2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1"/>
                    </a:moveTo>
                    <a:lnTo>
                      <a:pt x="0" y="5"/>
                    </a:lnTo>
                    <a:lnTo>
                      <a:pt x="2" y="9"/>
                    </a:lnTo>
                    <a:lnTo>
                      <a:pt x="5" y="10"/>
                    </a:lnTo>
                    <a:lnTo>
                      <a:pt x="9" y="9"/>
                    </a:lnTo>
                    <a:lnTo>
                      <a:pt x="10" y="5"/>
                    </a:lnTo>
                    <a:lnTo>
                      <a:pt x="9" y="3"/>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79" name="Freeform 825"/>
              <p:cNvSpPr>
                <a:spLocks noChangeArrowheads="1"/>
              </p:cNvSpPr>
              <p:nvPr/>
            </p:nvSpPr>
            <p:spPr bwMode="auto">
              <a:xfrm>
                <a:off x="4215" y="3940"/>
                <a:ext cx="10" cy="9"/>
              </a:xfrm>
              <a:custGeom>
                <a:avLst/>
                <a:gdLst>
                  <a:gd name="T0" fmla="*/ 2 w 10"/>
                  <a:gd name="T1" fmla="*/ 1 h 9"/>
                  <a:gd name="T2" fmla="*/ 0 w 10"/>
                  <a:gd name="T3" fmla="*/ 5 h 9"/>
                  <a:gd name="T4" fmla="*/ 3 w 10"/>
                  <a:gd name="T5" fmla="*/ 8 h 9"/>
                  <a:gd name="T6" fmla="*/ 5 w 10"/>
                  <a:gd name="T7" fmla="*/ 9 h 9"/>
                  <a:gd name="T8" fmla="*/ 9 w 10"/>
                  <a:gd name="T9" fmla="*/ 8 h 9"/>
                  <a:gd name="T10" fmla="*/ 9 w 10"/>
                  <a:gd name="T11" fmla="*/ 8 h 9"/>
                  <a:gd name="T12" fmla="*/ 10 w 10"/>
                  <a:gd name="T13" fmla="*/ 5 h 9"/>
                  <a:gd name="T14" fmla="*/ 9 w 10"/>
                  <a:gd name="T15" fmla="*/ 1 h 9"/>
                  <a:gd name="T16" fmla="*/ 5 w 10"/>
                  <a:gd name="T17" fmla="*/ 0 h 9"/>
                  <a:gd name="T18" fmla="*/ 2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2" y="1"/>
                    </a:moveTo>
                    <a:lnTo>
                      <a:pt x="0" y="5"/>
                    </a:lnTo>
                    <a:lnTo>
                      <a:pt x="3" y="8"/>
                    </a:lnTo>
                    <a:lnTo>
                      <a:pt x="5" y="9"/>
                    </a:lnTo>
                    <a:lnTo>
                      <a:pt x="9" y="8"/>
                    </a:lnTo>
                    <a:lnTo>
                      <a:pt x="10" y="5"/>
                    </a:lnTo>
                    <a:lnTo>
                      <a:pt x="9" y="1"/>
                    </a:lnTo>
                    <a:lnTo>
                      <a:pt x="5"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0" name="Freeform 826"/>
              <p:cNvSpPr>
                <a:spLocks noChangeArrowheads="1"/>
              </p:cNvSpPr>
              <p:nvPr/>
            </p:nvSpPr>
            <p:spPr bwMode="auto">
              <a:xfrm>
                <a:off x="4229" y="3925"/>
                <a:ext cx="9" cy="10"/>
              </a:xfrm>
              <a:custGeom>
                <a:avLst/>
                <a:gdLst>
                  <a:gd name="T0" fmla="*/ 1 w 9"/>
                  <a:gd name="T1" fmla="*/ 2 h 10"/>
                  <a:gd name="T2" fmla="*/ 0 w 9"/>
                  <a:gd name="T3" fmla="*/ 5 h 10"/>
                  <a:gd name="T4" fmla="*/ 1 w 9"/>
                  <a:gd name="T5" fmla="*/ 9 h 10"/>
                  <a:gd name="T6" fmla="*/ 4 w 9"/>
                  <a:gd name="T7" fmla="*/ 10 h 10"/>
                  <a:gd name="T8" fmla="*/ 8 w 9"/>
                  <a:gd name="T9" fmla="*/ 9 h 10"/>
                  <a:gd name="T10" fmla="*/ 8 w 9"/>
                  <a:gd name="T11" fmla="*/ 9 h 10"/>
                  <a:gd name="T12" fmla="*/ 9 w 9"/>
                  <a:gd name="T13" fmla="*/ 5 h 10"/>
                  <a:gd name="T14" fmla="*/ 8 w 9"/>
                  <a:gd name="T15" fmla="*/ 2 h 10"/>
                  <a:gd name="T16" fmla="*/ 4 w 9"/>
                  <a:gd name="T17" fmla="*/ 0 h 10"/>
                  <a:gd name="T18" fmla="*/ 1 w 9"/>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2"/>
                    </a:moveTo>
                    <a:lnTo>
                      <a:pt x="0" y="5"/>
                    </a:lnTo>
                    <a:lnTo>
                      <a:pt x="1" y="9"/>
                    </a:lnTo>
                    <a:lnTo>
                      <a:pt x="4" y="10"/>
                    </a:lnTo>
                    <a:lnTo>
                      <a:pt x="8" y="9"/>
                    </a:lnTo>
                    <a:lnTo>
                      <a:pt x="9" y="5"/>
                    </a:lnTo>
                    <a:lnTo>
                      <a:pt x="8" y="2"/>
                    </a:lnTo>
                    <a:lnTo>
                      <a:pt x="4"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1" name="Freeform 827"/>
              <p:cNvSpPr>
                <a:spLocks noChangeArrowheads="1"/>
              </p:cNvSpPr>
              <p:nvPr/>
            </p:nvSpPr>
            <p:spPr bwMode="auto">
              <a:xfrm>
                <a:off x="4241" y="3911"/>
                <a:ext cx="9" cy="10"/>
              </a:xfrm>
              <a:custGeom>
                <a:avLst/>
                <a:gdLst>
                  <a:gd name="T0" fmla="*/ 1 w 9"/>
                  <a:gd name="T1" fmla="*/ 1 h 10"/>
                  <a:gd name="T2" fmla="*/ 0 w 9"/>
                  <a:gd name="T3" fmla="*/ 5 h 10"/>
                  <a:gd name="T4" fmla="*/ 1 w 9"/>
                  <a:gd name="T5" fmla="*/ 8 h 10"/>
                  <a:gd name="T6" fmla="*/ 4 w 9"/>
                  <a:gd name="T7" fmla="*/ 10 h 10"/>
                  <a:gd name="T8" fmla="*/ 8 w 9"/>
                  <a:gd name="T9" fmla="*/ 8 h 10"/>
                  <a:gd name="T10" fmla="*/ 8 w 9"/>
                  <a:gd name="T11" fmla="*/ 8 h 10"/>
                  <a:gd name="T12" fmla="*/ 9 w 9"/>
                  <a:gd name="T13" fmla="*/ 5 h 10"/>
                  <a:gd name="T14" fmla="*/ 8 w 9"/>
                  <a:gd name="T15" fmla="*/ 1 h 10"/>
                  <a:gd name="T16" fmla="*/ 4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8"/>
                    </a:lnTo>
                    <a:lnTo>
                      <a:pt x="4" y="10"/>
                    </a:lnTo>
                    <a:lnTo>
                      <a:pt x="8" y="8"/>
                    </a:lnTo>
                    <a:lnTo>
                      <a:pt x="9" y="5"/>
                    </a:lnTo>
                    <a:lnTo>
                      <a:pt x="8" y="1"/>
                    </a:lnTo>
                    <a:lnTo>
                      <a:pt x="4"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2" name="Freeform 828"/>
              <p:cNvSpPr>
                <a:spLocks noChangeArrowheads="1"/>
              </p:cNvSpPr>
              <p:nvPr/>
            </p:nvSpPr>
            <p:spPr bwMode="auto">
              <a:xfrm>
                <a:off x="4254" y="3897"/>
                <a:ext cx="9" cy="9"/>
              </a:xfrm>
              <a:custGeom>
                <a:avLst/>
                <a:gdLst>
                  <a:gd name="T0" fmla="*/ 1 w 9"/>
                  <a:gd name="T1" fmla="*/ 1 h 9"/>
                  <a:gd name="T2" fmla="*/ 0 w 9"/>
                  <a:gd name="T3" fmla="*/ 4 h 9"/>
                  <a:gd name="T4" fmla="*/ 1 w 9"/>
                  <a:gd name="T5" fmla="*/ 8 h 9"/>
                  <a:gd name="T6" fmla="*/ 5 w 9"/>
                  <a:gd name="T7" fmla="*/ 9 h 9"/>
                  <a:gd name="T8" fmla="*/ 8 w 9"/>
                  <a:gd name="T9" fmla="*/ 8 h 9"/>
                  <a:gd name="T10" fmla="*/ 8 w 9"/>
                  <a:gd name="T11" fmla="*/ 8 h 9"/>
                  <a:gd name="T12" fmla="*/ 9 w 9"/>
                  <a:gd name="T13" fmla="*/ 4 h 9"/>
                  <a:gd name="T14" fmla="*/ 8 w 9"/>
                  <a:gd name="T15" fmla="*/ 1 h 9"/>
                  <a:gd name="T16" fmla="*/ 5 w 9"/>
                  <a:gd name="T17" fmla="*/ 0 h 9"/>
                  <a:gd name="T18" fmla="*/ 1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1" y="1"/>
                    </a:moveTo>
                    <a:lnTo>
                      <a:pt x="0" y="4"/>
                    </a:lnTo>
                    <a:lnTo>
                      <a:pt x="1" y="8"/>
                    </a:lnTo>
                    <a:lnTo>
                      <a:pt x="5" y="9"/>
                    </a:lnTo>
                    <a:lnTo>
                      <a:pt x="8" y="8"/>
                    </a:lnTo>
                    <a:lnTo>
                      <a:pt x="9" y="4"/>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3" name="Freeform 829"/>
              <p:cNvSpPr>
                <a:spLocks noChangeArrowheads="1"/>
              </p:cNvSpPr>
              <p:nvPr/>
            </p:nvSpPr>
            <p:spPr bwMode="auto">
              <a:xfrm>
                <a:off x="4266" y="3882"/>
                <a:ext cx="9" cy="10"/>
              </a:xfrm>
              <a:custGeom>
                <a:avLst/>
                <a:gdLst>
                  <a:gd name="T0" fmla="*/ 1 w 9"/>
                  <a:gd name="T1" fmla="*/ 1 h 10"/>
                  <a:gd name="T2" fmla="*/ 0 w 9"/>
                  <a:gd name="T3" fmla="*/ 5 h 10"/>
                  <a:gd name="T4" fmla="*/ 1 w 9"/>
                  <a:gd name="T5" fmla="*/ 9 h 10"/>
                  <a:gd name="T6" fmla="*/ 5 w 9"/>
                  <a:gd name="T7" fmla="*/ 10 h 10"/>
                  <a:gd name="T8" fmla="*/ 8 w 9"/>
                  <a:gd name="T9" fmla="*/ 9 h 10"/>
                  <a:gd name="T10" fmla="*/ 8 w 9"/>
                  <a:gd name="T11" fmla="*/ 9 h 10"/>
                  <a:gd name="T12" fmla="*/ 9 w 9"/>
                  <a:gd name="T13" fmla="*/ 5 h 10"/>
                  <a:gd name="T14" fmla="*/ 8 w 9"/>
                  <a:gd name="T15" fmla="*/ 1 h 10"/>
                  <a:gd name="T16" fmla="*/ 5 w 9"/>
                  <a:gd name="T17" fmla="*/ 0 h 10"/>
                  <a:gd name="T18" fmla="*/ 1 w 9"/>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1" y="1"/>
                    </a:moveTo>
                    <a:lnTo>
                      <a:pt x="0" y="5"/>
                    </a:lnTo>
                    <a:lnTo>
                      <a:pt x="1" y="9"/>
                    </a:lnTo>
                    <a:lnTo>
                      <a:pt x="5" y="10"/>
                    </a:lnTo>
                    <a:lnTo>
                      <a:pt x="8" y="9"/>
                    </a:lnTo>
                    <a:lnTo>
                      <a:pt x="9"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4" name="Freeform 830"/>
              <p:cNvSpPr>
                <a:spLocks noChangeArrowheads="1"/>
              </p:cNvSpPr>
              <p:nvPr/>
            </p:nvSpPr>
            <p:spPr bwMode="auto">
              <a:xfrm>
                <a:off x="4279" y="3868"/>
                <a:ext cx="10" cy="9"/>
              </a:xfrm>
              <a:custGeom>
                <a:avLst/>
                <a:gdLst>
                  <a:gd name="T0" fmla="*/ 1 w 10"/>
                  <a:gd name="T1" fmla="*/ 1 h 9"/>
                  <a:gd name="T2" fmla="*/ 0 w 10"/>
                  <a:gd name="T3" fmla="*/ 5 h 9"/>
                  <a:gd name="T4" fmla="*/ 1 w 10"/>
                  <a:gd name="T5" fmla="*/ 7 h 9"/>
                  <a:gd name="T6" fmla="*/ 5 w 10"/>
                  <a:gd name="T7" fmla="*/ 9 h 9"/>
                  <a:gd name="T8" fmla="*/ 8 w 10"/>
                  <a:gd name="T9" fmla="*/ 8 h 9"/>
                  <a:gd name="T10" fmla="*/ 8 w 10"/>
                  <a:gd name="T11" fmla="*/ 8 h 9"/>
                  <a:gd name="T12" fmla="*/ 10 w 10"/>
                  <a:gd name="T13" fmla="*/ 5 h 9"/>
                  <a:gd name="T14" fmla="*/ 8 w 10"/>
                  <a:gd name="T15" fmla="*/ 1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7"/>
                    </a:lnTo>
                    <a:lnTo>
                      <a:pt x="5" y="9"/>
                    </a:lnTo>
                    <a:lnTo>
                      <a:pt x="8" y="8"/>
                    </a:lnTo>
                    <a:lnTo>
                      <a:pt x="10" y="5"/>
                    </a:lnTo>
                    <a:lnTo>
                      <a:pt x="8"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5" name="Freeform 831"/>
              <p:cNvSpPr>
                <a:spLocks noChangeArrowheads="1"/>
              </p:cNvSpPr>
              <p:nvPr/>
            </p:nvSpPr>
            <p:spPr bwMode="auto">
              <a:xfrm>
                <a:off x="4291" y="3853"/>
                <a:ext cx="10" cy="10"/>
              </a:xfrm>
              <a:custGeom>
                <a:avLst/>
                <a:gdLst>
                  <a:gd name="T0" fmla="*/ 1 w 10"/>
                  <a:gd name="T1" fmla="*/ 2 h 10"/>
                  <a:gd name="T2" fmla="*/ 0 w 10"/>
                  <a:gd name="T3" fmla="*/ 5 h 10"/>
                  <a:gd name="T4" fmla="*/ 1 w 10"/>
                  <a:gd name="T5" fmla="*/ 8 h 10"/>
                  <a:gd name="T6" fmla="*/ 5 w 10"/>
                  <a:gd name="T7" fmla="*/ 10 h 10"/>
                  <a:gd name="T8" fmla="*/ 8 w 10"/>
                  <a:gd name="T9" fmla="*/ 9 h 10"/>
                  <a:gd name="T10" fmla="*/ 8 w 10"/>
                  <a:gd name="T11" fmla="*/ 9 h 10"/>
                  <a:gd name="T12" fmla="*/ 10 w 10"/>
                  <a:gd name="T13" fmla="*/ 5 h 10"/>
                  <a:gd name="T14" fmla="*/ 8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8"/>
                    </a:lnTo>
                    <a:lnTo>
                      <a:pt x="5" y="10"/>
                    </a:lnTo>
                    <a:lnTo>
                      <a:pt x="8" y="9"/>
                    </a:lnTo>
                    <a:lnTo>
                      <a:pt x="10" y="5"/>
                    </a:lnTo>
                    <a:lnTo>
                      <a:pt x="8"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6" name="Freeform 832"/>
              <p:cNvSpPr>
                <a:spLocks noChangeArrowheads="1"/>
              </p:cNvSpPr>
              <p:nvPr/>
            </p:nvSpPr>
            <p:spPr bwMode="auto">
              <a:xfrm>
                <a:off x="4304" y="3838"/>
                <a:ext cx="10" cy="9"/>
              </a:xfrm>
              <a:custGeom>
                <a:avLst/>
                <a:gdLst>
                  <a:gd name="T0" fmla="*/ 1 w 10"/>
                  <a:gd name="T1" fmla="*/ 1 h 9"/>
                  <a:gd name="T2" fmla="*/ 0 w 10"/>
                  <a:gd name="T3" fmla="*/ 5 h 9"/>
                  <a:gd name="T4" fmla="*/ 1 w 10"/>
                  <a:gd name="T5" fmla="*/ 8 h 9"/>
                  <a:gd name="T6" fmla="*/ 5 w 10"/>
                  <a:gd name="T7" fmla="*/ 9 h 9"/>
                  <a:gd name="T8" fmla="*/ 9 w 10"/>
                  <a:gd name="T9" fmla="*/ 8 h 9"/>
                  <a:gd name="T10" fmla="*/ 9 w 10"/>
                  <a:gd name="T11" fmla="*/ 8 h 9"/>
                  <a:gd name="T12" fmla="*/ 10 w 10"/>
                  <a:gd name="T13" fmla="*/ 5 h 9"/>
                  <a:gd name="T14" fmla="*/ 7 w 10"/>
                  <a:gd name="T15" fmla="*/ 2 h 9"/>
                  <a:gd name="T16" fmla="*/ 5 w 10"/>
                  <a:gd name="T17" fmla="*/ 0 h 9"/>
                  <a:gd name="T18" fmla="*/ 1 w 10"/>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9">
                    <a:moveTo>
                      <a:pt x="1" y="1"/>
                    </a:moveTo>
                    <a:lnTo>
                      <a:pt x="0" y="5"/>
                    </a:lnTo>
                    <a:lnTo>
                      <a:pt x="1" y="8"/>
                    </a:lnTo>
                    <a:lnTo>
                      <a:pt x="5" y="9"/>
                    </a:lnTo>
                    <a:lnTo>
                      <a:pt x="9" y="8"/>
                    </a:lnTo>
                    <a:lnTo>
                      <a:pt x="10" y="5"/>
                    </a:lnTo>
                    <a:lnTo>
                      <a:pt x="7" y="2"/>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7" name="Freeform 833"/>
              <p:cNvSpPr>
                <a:spLocks noChangeArrowheads="1"/>
              </p:cNvSpPr>
              <p:nvPr/>
            </p:nvSpPr>
            <p:spPr bwMode="auto">
              <a:xfrm>
                <a:off x="4316" y="3823"/>
                <a:ext cx="10" cy="10"/>
              </a:xfrm>
              <a:custGeom>
                <a:avLst/>
                <a:gdLst>
                  <a:gd name="T0" fmla="*/ 1 w 10"/>
                  <a:gd name="T1" fmla="*/ 2 h 10"/>
                  <a:gd name="T2" fmla="*/ 0 w 10"/>
                  <a:gd name="T3" fmla="*/ 5 h 10"/>
                  <a:gd name="T4" fmla="*/ 1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1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2"/>
                    </a:moveTo>
                    <a:lnTo>
                      <a:pt x="0" y="5"/>
                    </a:lnTo>
                    <a:lnTo>
                      <a:pt x="1" y="9"/>
                    </a:lnTo>
                    <a:lnTo>
                      <a:pt x="5" y="10"/>
                    </a:lnTo>
                    <a:lnTo>
                      <a:pt x="9" y="9"/>
                    </a:lnTo>
                    <a:lnTo>
                      <a:pt x="10" y="5"/>
                    </a:lnTo>
                    <a:lnTo>
                      <a:pt x="9" y="2"/>
                    </a:lnTo>
                    <a:lnTo>
                      <a:pt x="5"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8" name="Freeform 834"/>
              <p:cNvSpPr>
                <a:spLocks noChangeArrowheads="1"/>
              </p:cNvSpPr>
              <p:nvPr/>
            </p:nvSpPr>
            <p:spPr bwMode="auto">
              <a:xfrm>
                <a:off x="4328" y="3809"/>
                <a:ext cx="10" cy="10"/>
              </a:xfrm>
              <a:custGeom>
                <a:avLst/>
                <a:gdLst>
                  <a:gd name="T0" fmla="*/ 1 w 10"/>
                  <a:gd name="T1" fmla="*/ 1 h 10"/>
                  <a:gd name="T2" fmla="*/ 0 w 10"/>
                  <a:gd name="T3" fmla="*/ 5 h 10"/>
                  <a:gd name="T4" fmla="*/ 3 w 10"/>
                  <a:gd name="T5" fmla="*/ 8 h 10"/>
                  <a:gd name="T6" fmla="*/ 5 w 10"/>
                  <a:gd name="T7" fmla="*/ 10 h 10"/>
                  <a:gd name="T8" fmla="*/ 9 w 10"/>
                  <a:gd name="T9" fmla="*/ 8 h 10"/>
                  <a:gd name="T10" fmla="*/ 9 w 10"/>
                  <a:gd name="T11" fmla="*/ 8 h 10"/>
                  <a:gd name="T12" fmla="*/ 10 w 10"/>
                  <a:gd name="T13" fmla="*/ 5 h 10"/>
                  <a:gd name="T14" fmla="*/ 9 w 10"/>
                  <a:gd name="T15" fmla="*/ 1 h 10"/>
                  <a:gd name="T16" fmla="*/ 5 w 10"/>
                  <a:gd name="T17" fmla="*/ 0 h 10"/>
                  <a:gd name="T18" fmla="*/ 1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1" y="1"/>
                    </a:moveTo>
                    <a:lnTo>
                      <a:pt x="0" y="5"/>
                    </a:lnTo>
                    <a:lnTo>
                      <a:pt x="3" y="8"/>
                    </a:lnTo>
                    <a:lnTo>
                      <a:pt x="5" y="10"/>
                    </a:lnTo>
                    <a:lnTo>
                      <a:pt x="9" y="8"/>
                    </a:lnTo>
                    <a:lnTo>
                      <a:pt x="10" y="5"/>
                    </a:lnTo>
                    <a:lnTo>
                      <a:pt x="9" y="1"/>
                    </a:lnTo>
                    <a:lnTo>
                      <a:pt x="5"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89" name="Freeform 835"/>
              <p:cNvSpPr>
                <a:spLocks noChangeArrowheads="1"/>
              </p:cNvSpPr>
              <p:nvPr/>
            </p:nvSpPr>
            <p:spPr bwMode="auto">
              <a:xfrm>
                <a:off x="4341" y="3794"/>
                <a:ext cx="10" cy="10"/>
              </a:xfrm>
              <a:custGeom>
                <a:avLst/>
                <a:gdLst>
                  <a:gd name="T0" fmla="*/ 2 w 10"/>
                  <a:gd name="T1" fmla="*/ 2 h 10"/>
                  <a:gd name="T2" fmla="*/ 0 w 10"/>
                  <a:gd name="T3" fmla="*/ 5 h 10"/>
                  <a:gd name="T4" fmla="*/ 2 w 10"/>
                  <a:gd name="T5" fmla="*/ 9 h 10"/>
                  <a:gd name="T6" fmla="*/ 5 w 10"/>
                  <a:gd name="T7" fmla="*/ 10 h 10"/>
                  <a:gd name="T8" fmla="*/ 9 w 10"/>
                  <a:gd name="T9" fmla="*/ 9 h 10"/>
                  <a:gd name="T10" fmla="*/ 9 w 10"/>
                  <a:gd name="T11" fmla="*/ 9 h 10"/>
                  <a:gd name="T12" fmla="*/ 10 w 10"/>
                  <a:gd name="T13" fmla="*/ 5 h 10"/>
                  <a:gd name="T14" fmla="*/ 9 w 10"/>
                  <a:gd name="T15" fmla="*/ 2 h 10"/>
                  <a:gd name="T16" fmla="*/ 5 w 10"/>
                  <a:gd name="T17" fmla="*/ 0 h 10"/>
                  <a:gd name="T18" fmla="*/ 2 w 10"/>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2" y="2"/>
                    </a:moveTo>
                    <a:lnTo>
                      <a:pt x="0" y="5"/>
                    </a:lnTo>
                    <a:lnTo>
                      <a:pt x="2" y="9"/>
                    </a:lnTo>
                    <a:lnTo>
                      <a:pt x="5" y="10"/>
                    </a:lnTo>
                    <a:lnTo>
                      <a:pt x="9" y="9"/>
                    </a:lnTo>
                    <a:lnTo>
                      <a:pt x="10" y="5"/>
                    </a:lnTo>
                    <a:lnTo>
                      <a:pt x="9" y="2"/>
                    </a:lnTo>
                    <a:lnTo>
                      <a:pt x="5"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0" name="Freeform 836"/>
              <p:cNvSpPr>
                <a:spLocks noChangeArrowheads="1"/>
              </p:cNvSpPr>
              <p:nvPr/>
            </p:nvSpPr>
            <p:spPr bwMode="auto">
              <a:xfrm>
                <a:off x="4349" y="3778"/>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1" name="Freeform 837"/>
              <p:cNvSpPr>
                <a:spLocks noChangeArrowheads="1"/>
              </p:cNvSpPr>
              <p:nvPr/>
            </p:nvSpPr>
            <p:spPr bwMode="auto">
              <a:xfrm>
                <a:off x="4349" y="3758"/>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2" name="Freeform 838"/>
              <p:cNvSpPr>
                <a:spLocks noChangeArrowheads="1"/>
              </p:cNvSpPr>
              <p:nvPr/>
            </p:nvSpPr>
            <p:spPr bwMode="auto">
              <a:xfrm>
                <a:off x="4349" y="3739"/>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3" name="Freeform 839"/>
              <p:cNvSpPr>
                <a:spLocks noChangeArrowheads="1"/>
              </p:cNvSpPr>
              <p:nvPr/>
            </p:nvSpPr>
            <p:spPr bwMode="auto">
              <a:xfrm>
                <a:off x="4349" y="3720"/>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4" name="Freeform 840"/>
              <p:cNvSpPr>
                <a:spLocks noChangeArrowheads="1"/>
              </p:cNvSpPr>
              <p:nvPr/>
            </p:nvSpPr>
            <p:spPr bwMode="auto">
              <a:xfrm>
                <a:off x="4349" y="3701"/>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5" name="Freeform 841"/>
              <p:cNvSpPr>
                <a:spLocks noChangeArrowheads="1"/>
              </p:cNvSpPr>
              <p:nvPr/>
            </p:nvSpPr>
            <p:spPr bwMode="auto">
              <a:xfrm>
                <a:off x="4349" y="3682"/>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6" name="Freeform 842"/>
              <p:cNvSpPr>
                <a:spLocks noChangeArrowheads="1"/>
              </p:cNvSpPr>
              <p:nvPr/>
            </p:nvSpPr>
            <p:spPr bwMode="auto">
              <a:xfrm>
                <a:off x="4349" y="3662"/>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7" name="Freeform 843"/>
              <p:cNvSpPr>
                <a:spLocks noChangeArrowheads="1"/>
              </p:cNvSpPr>
              <p:nvPr/>
            </p:nvSpPr>
            <p:spPr bwMode="auto">
              <a:xfrm>
                <a:off x="4349" y="3643"/>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8" name="Freeform 844"/>
              <p:cNvSpPr>
                <a:spLocks noChangeArrowheads="1"/>
              </p:cNvSpPr>
              <p:nvPr/>
            </p:nvSpPr>
            <p:spPr bwMode="auto">
              <a:xfrm>
                <a:off x="4349" y="3624"/>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699" name="Freeform 845"/>
              <p:cNvSpPr>
                <a:spLocks noChangeArrowheads="1"/>
              </p:cNvSpPr>
              <p:nvPr/>
            </p:nvSpPr>
            <p:spPr bwMode="auto">
              <a:xfrm>
                <a:off x="4349" y="3605"/>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0" name="Freeform 846"/>
              <p:cNvSpPr>
                <a:spLocks noChangeArrowheads="1"/>
              </p:cNvSpPr>
              <p:nvPr/>
            </p:nvSpPr>
            <p:spPr bwMode="auto">
              <a:xfrm>
                <a:off x="4349" y="3586"/>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1" name="Freeform 847"/>
              <p:cNvSpPr>
                <a:spLocks noChangeArrowheads="1"/>
              </p:cNvSpPr>
              <p:nvPr/>
            </p:nvSpPr>
            <p:spPr bwMode="auto">
              <a:xfrm>
                <a:off x="4349" y="3566"/>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2" name="Freeform 848"/>
              <p:cNvSpPr>
                <a:spLocks noChangeArrowheads="1"/>
              </p:cNvSpPr>
              <p:nvPr/>
            </p:nvSpPr>
            <p:spPr bwMode="auto">
              <a:xfrm>
                <a:off x="4349" y="3547"/>
                <a:ext cx="9" cy="10"/>
              </a:xfrm>
              <a:custGeom>
                <a:avLst/>
                <a:gdLst>
                  <a:gd name="T0" fmla="*/ 0 w 9"/>
                  <a:gd name="T1" fmla="*/ 5 h 10"/>
                  <a:gd name="T2" fmla="*/ 1 w 9"/>
                  <a:gd name="T3" fmla="*/ 9 h 10"/>
                  <a:gd name="T4" fmla="*/ 4 w 9"/>
                  <a:gd name="T5" fmla="*/ 10 h 10"/>
                  <a:gd name="T6" fmla="*/ 8 w 9"/>
                  <a:gd name="T7" fmla="*/ 9 h 10"/>
                  <a:gd name="T8" fmla="*/ 9 w 9"/>
                  <a:gd name="T9" fmla="*/ 5 h 10"/>
                  <a:gd name="T10" fmla="*/ 9 w 9"/>
                  <a:gd name="T11" fmla="*/ 5 h 10"/>
                  <a:gd name="T12" fmla="*/ 8 w 9"/>
                  <a:gd name="T13" fmla="*/ 3 h 10"/>
                  <a:gd name="T14" fmla="*/ 4 w 9"/>
                  <a:gd name="T15" fmla="*/ 0 h 10"/>
                  <a:gd name="T16" fmla="*/ 1 w 9"/>
                  <a:gd name="T17" fmla="*/ 3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9"/>
                    </a:lnTo>
                    <a:lnTo>
                      <a:pt x="4" y="10"/>
                    </a:lnTo>
                    <a:lnTo>
                      <a:pt x="8" y="9"/>
                    </a:lnTo>
                    <a:lnTo>
                      <a:pt x="9" y="5"/>
                    </a:lnTo>
                    <a:lnTo>
                      <a:pt x="8" y="3"/>
                    </a:lnTo>
                    <a:lnTo>
                      <a:pt x="4" y="0"/>
                    </a:lnTo>
                    <a:lnTo>
                      <a:pt x="1"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3" name="Freeform 849"/>
              <p:cNvSpPr>
                <a:spLocks noChangeArrowheads="1"/>
              </p:cNvSpPr>
              <p:nvPr/>
            </p:nvSpPr>
            <p:spPr bwMode="auto">
              <a:xfrm>
                <a:off x="4349" y="3528"/>
                <a:ext cx="9" cy="10"/>
              </a:xfrm>
              <a:custGeom>
                <a:avLst/>
                <a:gdLst>
                  <a:gd name="T0" fmla="*/ 0 w 9"/>
                  <a:gd name="T1" fmla="*/ 5 h 10"/>
                  <a:gd name="T2" fmla="*/ 1 w 9"/>
                  <a:gd name="T3" fmla="*/ 8 h 10"/>
                  <a:gd name="T4" fmla="*/ 4 w 9"/>
                  <a:gd name="T5" fmla="*/ 10 h 10"/>
                  <a:gd name="T6" fmla="*/ 8 w 9"/>
                  <a:gd name="T7" fmla="*/ 8 h 10"/>
                  <a:gd name="T8" fmla="*/ 9 w 9"/>
                  <a:gd name="T9" fmla="*/ 5 h 10"/>
                  <a:gd name="T10" fmla="*/ 9 w 9"/>
                  <a:gd name="T11" fmla="*/ 5 h 10"/>
                  <a:gd name="T12" fmla="*/ 8 w 9"/>
                  <a:gd name="T13" fmla="*/ 2 h 10"/>
                  <a:gd name="T14" fmla="*/ 4 w 9"/>
                  <a:gd name="T15" fmla="*/ 0 h 10"/>
                  <a:gd name="T16" fmla="*/ 1 w 9"/>
                  <a:gd name="T17" fmla="*/ 2 h 10"/>
                  <a:gd name="T18" fmla="*/ 0 w 9"/>
                  <a:gd name="T1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0" y="5"/>
                    </a:moveTo>
                    <a:lnTo>
                      <a:pt x="1" y="8"/>
                    </a:lnTo>
                    <a:lnTo>
                      <a:pt x="4" y="10"/>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4" name="Freeform 850"/>
              <p:cNvSpPr>
                <a:spLocks noChangeArrowheads="1"/>
              </p:cNvSpPr>
              <p:nvPr/>
            </p:nvSpPr>
            <p:spPr bwMode="auto">
              <a:xfrm>
                <a:off x="4349" y="3509"/>
                <a:ext cx="9" cy="9"/>
              </a:xfrm>
              <a:custGeom>
                <a:avLst/>
                <a:gdLst>
                  <a:gd name="T0" fmla="*/ 0 w 9"/>
                  <a:gd name="T1" fmla="*/ 5 h 9"/>
                  <a:gd name="T2" fmla="*/ 1 w 9"/>
                  <a:gd name="T3" fmla="*/ 8 h 9"/>
                  <a:gd name="T4" fmla="*/ 4 w 9"/>
                  <a:gd name="T5" fmla="*/ 9 h 9"/>
                  <a:gd name="T6" fmla="*/ 8 w 9"/>
                  <a:gd name="T7" fmla="*/ 8 h 9"/>
                  <a:gd name="T8" fmla="*/ 9 w 9"/>
                  <a:gd name="T9" fmla="*/ 5 h 9"/>
                  <a:gd name="T10" fmla="*/ 9 w 9"/>
                  <a:gd name="T11" fmla="*/ 5 h 9"/>
                  <a:gd name="T12" fmla="*/ 8 w 9"/>
                  <a:gd name="T13" fmla="*/ 2 h 9"/>
                  <a:gd name="T14" fmla="*/ 4 w 9"/>
                  <a:gd name="T15" fmla="*/ 0 h 9"/>
                  <a:gd name="T16" fmla="*/ 1 w 9"/>
                  <a:gd name="T17" fmla="*/ 2 h 9"/>
                  <a:gd name="T18" fmla="*/ 0 w 9"/>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5"/>
                    </a:moveTo>
                    <a:lnTo>
                      <a:pt x="1" y="8"/>
                    </a:lnTo>
                    <a:lnTo>
                      <a:pt x="4" y="9"/>
                    </a:lnTo>
                    <a:lnTo>
                      <a:pt x="8" y="8"/>
                    </a:lnTo>
                    <a:lnTo>
                      <a:pt x="9" y="5"/>
                    </a:lnTo>
                    <a:lnTo>
                      <a:pt x="8" y="2"/>
                    </a:lnTo>
                    <a:lnTo>
                      <a:pt x="4" y="0"/>
                    </a:lnTo>
                    <a:lnTo>
                      <a:pt x="1" y="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5" name="Freeform 851"/>
              <p:cNvSpPr>
                <a:spLocks noChangeArrowheads="1"/>
              </p:cNvSpPr>
              <p:nvPr/>
            </p:nvSpPr>
            <p:spPr bwMode="auto">
              <a:xfrm>
                <a:off x="4349" y="3490"/>
                <a:ext cx="9" cy="9"/>
              </a:xfrm>
              <a:custGeom>
                <a:avLst/>
                <a:gdLst>
                  <a:gd name="T0" fmla="*/ 0 w 9"/>
                  <a:gd name="T1" fmla="*/ 4 h 9"/>
                  <a:gd name="T2" fmla="*/ 1 w 9"/>
                  <a:gd name="T3" fmla="*/ 8 h 9"/>
                  <a:gd name="T4" fmla="*/ 4 w 9"/>
                  <a:gd name="T5" fmla="*/ 9 h 9"/>
                  <a:gd name="T6" fmla="*/ 8 w 9"/>
                  <a:gd name="T7" fmla="*/ 8 h 9"/>
                  <a:gd name="T8" fmla="*/ 9 w 9"/>
                  <a:gd name="T9" fmla="*/ 4 h 9"/>
                  <a:gd name="T10" fmla="*/ 9 w 9"/>
                  <a:gd name="T11" fmla="*/ 4 h 9"/>
                  <a:gd name="T12" fmla="*/ 8 w 9"/>
                  <a:gd name="T13" fmla="*/ 2 h 9"/>
                  <a:gd name="T14" fmla="*/ 4 w 9"/>
                  <a:gd name="T15" fmla="*/ 0 h 9"/>
                  <a:gd name="T16" fmla="*/ 1 w 9"/>
                  <a:gd name="T17" fmla="*/ 2 h 9"/>
                  <a:gd name="T18" fmla="*/ 0 w 9"/>
                  <a:gd name="T1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0" y="4"/>
                    </a:moveTo>
                    <a:lnTo>
                      <a:pt x="1" y="8"/>
                    </a:lnTo>
                    <a:lnTo>
                      <a:pt x="4" y="9"/>
                    </a:lnTo>
                    <a:lnTo>
                      <a:pt x="8" y="8"/>
                    </a:lnTo>
                    <a:lnTo>
                      <a:pt x="9" y="4"/>
                    </a:lnTo>
                    <a:lnTo>
                      <a:pt x="8" y="2"/>
                    </a:lnTo>
                    <a:lnTo>
                      <a:pt x="4" y="0"/>
                    </a:lnTo>
                    <a:lnTo>
                      <a:pt x="1"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6" name="Freeform 852"/>
              <p:cNvSpPr>
                <a:spLocks noChangeArrowheads="1"/>
              </p:cNvSpPr>
              <p:nvPr/>
            </p:nvSpPr>
            <p:spPr bwMode="auto">
              <a:xfrm>
                <a:off x="4347" y="3474"/>
                <a:ext cx="10" cy="10"/>
              </a:xfrm>
              <a:custGeom>
                <a:avLst/>
                <a:gdLst>
                  <a:gd name="T0" fmla="*/ 9 w 10"/>
                  <a:gd name="T1" fmla="*/ 8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1"/>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7" name="Freeform 853"/>
              <p:cNvSpPr>
                <a:spLocks noChangeArrowheads="1"/>
              </p:cNvSpPr>
              <p:nvPr/>
            </p:nvSpPr>
            <p:spPr bwMode="auto">
              <a:xfrm>
                <a:off x="4332" y="3486"/>
                <a:ext cx="9" cy="10"/>
              </a:xfrm>
              <a:custGeom>
                <a:avLst/>
                <a:gdLst>
                  <a:gd name="T0" fmla="*/ 8 w 9"/>
                  <a:gd name="T1" fmla="*/ 8 h 10"/>
                  <a:gd name="T2" fmla="*/ 9 w 9"/>
                  <a:gd name="T3" fmla="*/ 5 h 10"/>
                  <a:gd name="T4" fmla="*/ 8 w 9"/>
                  <a:gd name="T5" fmla="*/ 1 h 10"/>
                  <a:gd name="T6" fmla="*/ 5 w 9"/>
                  <a:gd name="T7" fmla="*/ 0 h 10"/>
                  <a:gd name="T8" fmla="*/ 1 w 9"/>
                  <a:gd name="T9" fmla="*/ 1 h 10"/>
                  <a:gd name="T10" fmla="*/ 1 w 9"/>
                  <a:gd name="T11" fmla="*/ 1 h 10"/>
                  <a:gd name="T12" fmla="*/ 0 w 9"/>
                  <a:gd name="T13" fmla="*/ 5 h 10"/>
                  <a:gd name="T14" fmla="*/ 2 w 9"/>
                  <a:gd name="T15" fmla="*/ 8 h 10"/>
                  <a:gd name="T16" fmla="*/ 5 w 9"/>
                  <a:gd name="T17" fmla="*/ 10 h 10"/>
                  <a:gd name="T18" fmla="*/ 8 w 9"/>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8"/>
                    </a:moveTo>
                    <a:lnTo>
                      <a:pt x="9" y="5"/>
                    </a:lnTo>
                    <a:lnTo>
                      <a:pt x="8" y="1"/>
                    </a:lnTo>
                    <a:lnTo>
                      <a:pt x="5" y="0"/>
                    </a:lnTo>
                    <a:lnTo>
                      <a:pt x="1" y="1"/>
                    </a:lnTo>
                    <a:lnTo>
                      <a:pt x="0" y="5"/>
                    </a:lnTo>
                    <a:lnTo>
                      <a:pt x="2" y="8"/>
                    </a:lnTo>
                    <a:lnTo>
                      <a:pt x="5" y="10"/>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8" name="Freeform 854"/>
              <p:cNvSpPr>
                <a:spLocks noChangeArrowheads="1"/>
              </p:cNvSpPr>
              <p:nvPr/>
            </p:nvSpPr>
            <p:spPr bwMode="auto">
              <a:xfrm>
                <a:off x="4317" y="3498"/>
                <a:ext cx="10" cy="10"/>
              </a:xfrm>
              <a:custGeom>
                <a:avLst/>
                <a:gdLst>
                  <a:gd name="T0" fmla="*/ 9 w 10"/>
                  <a:gd name="T1" fmla="*/ 8 h 10"/>
                  <a:gd name="T2" fmla="*/ 10 w 10"/>
                  <a:gd name="T3" fmla="*/ 5 h 10"/>
                  <a:gd name="T4" fmla="*/ 9 w 10"/>
                  <a:gd name="T5" fmla="*/ 2 h 10"/>
                  <a:gd name="T6" fmla="*/ 5 w 10"/>
                  <a:gd name="T7" fmla="*/ 0 h 10"/>
                  <a:gd name="T8" fmla="*/ 2 w 10"/>
                  <a:gd name="T9" fmla="*/ 1 h 10"/>
                  <a:gd name="T10" fmla="*/ 2 w 10"/>
                  <a:gd name="T11" fmla="*/ 1 h 10"/>
                  <a:gd name="T12" fmla="*/ 0 w 10"/>
                  <a:gd name="T13" fmla="*/ 5 h 10"/>
                  <a:gd name="T14" fmla="*/ 2 w 10"/>
                  <a:gd name="T15" fmla="*/ 8 h 10"/>
                  <a:gd name="T16" fmla="*/ 5 w 10"/>
                  <a:gd name="T17" fmla="*/ 10 h 10"/>
                  <a:gd name="T18" fmla="*/ 9 w 10"/>
                  <a:gd name="T1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8"/>
                    </a:moveTo>
                    <a:lnTo>
                      <a:pt x="10" y="5"/>
                    </a:lnTo>
                    <a:lnTo>
                      <a:pt x="9" y="2"/>
                    </a:lnTo>
                    <a:lnTo>
                      <a:pt x="5" y="0"/>
                    </a:lnTo>
                    <a:lnTo>
                      <a:pt x="2" y="1"/>
                    </a:lnTo>
                    <a:lnTo>
                      <a:pt x="0" y="5"/>
                    </a:lnTo>
                    <a:lnTo>
                      <a:pt x="2" y="8"/>
                    </a:lnTo>
                    <a:lnTo>
                      <a:pt x="5" y="1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09" name="Freeform 855"/>
              <p:cNvSpPr>
                <a:spLocks noChangeArrowheads="1"/>
              </p:cNvSpPr>
              <p:nvPr/>
            </p:nvSpPr>
            <p:spPr bwMode="auto">
              <a:xfrm>
                <a:off x="4303" y="3511"/>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7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7"/>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0" name="Freeform 856"/>
              <p:cNvSpPr>
                <a:spLocks noChangeArrowheads="1"/>
              </p:cNvSpPr>
              <p:nvPr/>
            </p:nvSpPr>
            <p:spPr bwMode="auto">
              <a:xfrm>
                <a:off x="4287" y="3523"/>
                <a:ext cx="10" cy="10"/>
              </a:xfrm>
              <a:custGeom>
                <a:avLst/>
                <a:gdLst>
                  <a:gd name="T0" fmla="*/ 9 w 10"/>
                  <a:gd name="T1" fmla="*/ 9 h 10"/>
                  <a:gd name="T2" fmla="*/ 10 w 10"/>
                  <a:gd name="T3" fmla="*/ 5 h 10"/>
                  <a:gd name="T4" fmla="*/ 9 w 10"/>
                  <a:gd name="T5" fmla="*/ 1 h 10"/>
                  <a:gd name="T6" fmla="*/ 5 w 10"/>
                  <a:gd name="T7" fmla="*/ 0 h 10"/>
                  <a:gd name="T8" fmla="*/ 2 w 10"/>
                  <a:gd name="T9" fmla="*/ 1 h 10"/>
                  <a:gd name="T10" fmla="*/ 2 w 10"/>
                  <a:gd name="T11" fmla="*/ 1 h 10"/>
                  <a:gd name="T12" fmla="*/ 0 w 10"/>
                  <a:gd name="T13" fmla="*/ 5 h 10"/>
                  <a:gd name="T14" fmla="*/ 3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1"/>
                    </a:lnTo>
                    <a:lnTo>
                      <a:pt x="5" y="0"/>
                    </a:lnTo>
                    <a:lnTo>
                      <a:pt x="2" y="1"/>
                    </a:lnTo>
                    <a:lnTo>
                      <a:pt x="0" y="5"/>
                    </a:lnTo>
                    <a:lnTo>
                      <a:pt x="3"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1" name="Freeform 857"/>
              <p:cNvSpPr>
                <a:spLocks noChangeArrowheads="1"/>
              </p:cNvSpPr>
              <p:nvPr/>
            </p:nvSpPr>
            <p:spPr bwMode="auto">
              <a:xfrm>
                <a:off x="4273" y="3535"/>
                <a:ext cx="10" cy="10"/>
              </a:xfrm>
              <a:custGeom>
                <a:avLst/>
                <a:gdLst>
                  <a:gd name="T0" fmla="*/ 8 w 10"/>
                  <a:gd name="T1" fmla="*/ 9 h 10"/>
                  <a:gd name="T2" fmla="*/ 10 w 10"/>
                  <a:gd name="T3" fmla="*/ 5 h 10"/>
                  <a:gd name="T4" fmla="*/ 8 w 10"/>
                  <a:gd name="T5" fmla="*/ 1 h 10"/>
                  <a:gd name="T6" fmla="*/ 5 w 10"/>
                  <a:gd name="T7" fmla="*/ 0 h 10"/>
                  <a:gd name="T8" fmla="*/ 1 w 10"/>
                  <a:gd name="T9" fmla="*/ 1 h 10"/>
                  <a:gd name="T10" fmla="*/ 1 w 10"/>
                  <a:gd name="T11" fmla="*/ 1 h 10"/>
                  <a:gd name="T12" fmla="*/ 0 w 10"/>
                  <a:gd name="T13" fmla="*/ 5 h 10"/>
                  <a:gd name="T14" fmla="*/ 1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1"/>
                    </a:lnTo>
                    <a:lnTo>
                      <a:pt x="5" y="0"/>
                    </a:lnTo>
                    <a:lnTo>
                      <a:pt x="1" y="1"/>
                    </a:lnTo>
                    <a:lnTo>
                      <a:pt x="0" y="5"/>
                    </a:lnTo>
                    <a:lnTo>
                      <a:pt x="1"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2" name="Freeform 858"/>
              <p:cNvSpPr>
                <a:spLocks noChangeArrowheads="1"/>
              </p:cNvSpPr>
              <p:nvPr/>
            </p:nvSpPr>
            <p:spPr bwMode="auto">
              <a:xfrm>
                <a:off x="4259" y="3547"/>
                <a:ext cx="9" cy="10"/>
              </a:xfrm>
              <a:custGeom>
                <a:avLst/>
                <a:gdLst>
                  <a:gd name="T0" fmla="*/ 8 w 9"/>
                  <a:gd name="T1" fmla="*/ 9 h 10"/>
                  <a:gd name="T2" fmla="*/ 9 w 9"/>
                  <a:gd name="T3" fmla="*/ 5 h 10"/>
                  <a:gd name="T4" fmla="*/ 8 w 9"/>
                  <a:gd name="T5" fmla="*/ 1 h 10"/>
                  <a:gd name="T6" fmla="*/ 4 w 9"/>
                  <a:gd name="T7" fmla="*/ 0 h 10"/>
                  <a:gd name="T8" fmla="*/ 1 w 9"/>
                  <a:gd name="T9" fmla="*/ 1 h 10"/>
                  <a:gd name="T10" fmla="*/ 1 w 9"/>
                  <a:gd name="T11" fmla="*/ 1 h 10"/>
                  <a:gd name="T12" fmla="*/ 0 w 9"/>
                  <a:gd name="T13" fmla="*/ 5 h 10"/>
                  <a:gd name="T14" fmla="*/ 1 w 9"/>
                  <a:gd name="T15" fmla="*/ 9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1"/>
                    </a:lnTo>
                    <a:lnTo>
                      <a:pt x="4" y="0"/>
                    </a:lnTo>
                    <a:lnTo>
                      <a:pt x="1" y="1"/>
                    </a:lnTo>
                    <a:lnTo>
                      <a:pt x="0" y="5"/>
                    </a:lnTo>
                    <a:lnTo>
                      <a:pt x="1" y="9"/>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3" name="Freeform 859"/>
              <p:cNvSpPr>
                <a:spLocks noChangeArrowheads="1"/>
              </p:cNvSpPr>
              <p:nvPr/>
            </p:nvSpPr>
            <p:spPr bwMode="auto">
              <a:xfrm>
                <a:off x="4243" y="3559"/>
                <a:ext cx="10" cy="10"/>
              </a:xfrm>
              <a:custGeom>
                <a:avLst/>
                <a:gdLst>
                  <a:gd name="T0" fmla="*/ 8 w 10"/>
                  <a:gd name="T1" fmla="*/ 9 h 10"/>
                  <a:gd name="T2" fmla="*/ 10 w 10"/>
                  <a:gd name="T3" fmla="*/ 5 h 10"/>
                  <a:gd name="T4" fmla="*/ 8 w 10"/>
                  <a:gd name="T5" fmla="*/ 3 h 10"/>
                  <a:gd name="T6" fmla="*/ 5 w 10"/>
                  <a:gd name="T7" fmla="*/ 0 h 10"/>
                  <a:gd name="T8" fmla="*/ 1 w 10"/>
                  <a:gd name="T9" fmla="*/ 1 h 10"/>
                  <a:gd name="T10" fmla="*/ 1 w 10"/>
                  <a:gd name="T11" fmla="*/ 1 h 10"/>
                  <a:gd name="T12" fmla="*/ 0 w 10"/>
                  <a:gd name="T13" fmla="*/ 5 h 10"/>
                  <a:gd name="T14" fmla="*/ 2 w 10"/>
                  <a:gd name="T15" fmla="*/ 9 h 10"/>
                  <a:gd name="T16" fmla="*/ 5 w 10"/>
                  <a:gd name="T17" fmla="*/ 10 h 10"/>
                  <a:gd name="T18" fmla="*/ 8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8" y="9"/>
                    </a:moveTo>
                    <a:lnTo>
                      <a:pt x="10" y="5"/>
                    </a:lnTo>
                    <a:lnTo>
                      <a:pt x="8" y="3"/>
                    </a:lnTo>
                    <a:lnTo>
                      <a:pt x="5" y="0"/>
                    </a:lnTo>
                    <a:lnTo>
                      <a:pt x="1" y="1"/>
                    </a:lnTo>
                    <a:lnTo>
                      <a:pt x="0" y="5"/>
                    </a:lnTo>
                    <a:lnTo>
                      <a:pt x="2" y="9"/>
                    </a:lnTo>
                    <a:lnTo>
                      <a:pt x="5"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4" name="Freeform 860"/>
              <p:cNvSpPr>
                <a:spLocks noChangeArrowheads="1"/>
              </p:cNvSpPr>
              <p:nvPr/>
            </p:nvSpPr>
            <p:spPr bwMode="auto">
              <a:xfrm>
                <a:off x="4229" y="3572"/>
                <a:ext cx="9" cy="10"/>
              </a:xfrm>
              <a:custGeom>
                <a:avLst/>
                <a:gdLst>
                  <a:gd name="T0" fmla="*/ 8 w 9"/>
                  <a:gd name="T1" fmla="*/ 9 h 10"/>
                  <a:gd name="T2" fmla="*/ 9 w 9"/>
                  <a:gd name="T3" fmla="*/ 5 h 10"/>
                  <a:gd name="T4" fmla="*/ 8 w 9"/>
                  <a:gd name="T5" fmla="*/ 2 h 10"/>
                  <a:gd name="T6" fmla="*/ 4 w 9"/>
                  <a:gd name="T7" fmla="*/ 0 h 10"/>
                  <a:gd name="T8" fmla="*/ 1 w 9"/>
                  <a:gd name="T9" fmla="*/ 2 h 10"/>
                  <a:gd name="T10" fmla="*/ 1 w 9"/>
                  <a:gd name="T11" fmla="*/ 2 h 10"/>
                  <a:gd name="T12" fmla="*/ 0 w 9"/>
                  <a:gd name="T13" fmla="*/ 5 h 10"/>
                  <a:gd name="T14" fmla="*/ 1 w 9"/>
                  <a:gd name="T15" fmla="*/ 8 h 10"/>
                  <a:gd name="T16" fmla="*/ 4 w 9"/>
                  <a:gd name="T17" fmla="*/ 10 h 10"/>
                  <a:gd name="T18" fmla="*/ 8 w 9"/>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0">
                    <a:moveTo>
                      <a:pt x="8" y="9"/>
                    </a:moveTo>
                    <a:lnTo>
                      <a:pt x="9" y="5"/>
                    </a:lnTo>
                    <a:lnTo>
                      <a:pt x="8" y="2"/>
                    </a:lnTo>
                    <a:lnTo>
                      <a:pt x="4" y="0"/>
                    </a:lnTo>
                    <a:lnTo>
                      <a:pt x="1" y="2"/>
                    </a:lnTo>
                    <a:lnTo>
                      <a:pt x="0" y="5"/>
                    </a:lnTo>
                    <a:lnTo>
                      <a:pt x="1" y="8"/>
                    </a:lnTo>
                    <a:lnTo>
                      <a:pt x="4"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5" name="Freeform 861"/>
              <p:cNvSpPr>
                <a:spLocks noChangeArrowheads="1"/>
              </p:cNvSpPr>
              <p:nvPr/>
            </p:nvSpPr>
            <p:spPr bwMode="auto">
              <a:xfrm>
                <a:off x="4214" y="3584"/>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6" name="Freeform 862"/>
              <p:cNvSpPr>
                <a:spLocks noChangeArrowheads="1"/>
              </p:cNvSpPr>
              <p:nvPr/>
            </p:nvSpPr>
            <p:spPr bwMode="auto">
              <a:xfrm>
                <a:off x="4199" y="3596"/>
                <a:ext cx="10" cy="10"/>
              </a:xfrm>
              <a:custGeom>
                <a:avLst/>
                <a:gdLst>
                  <a:gd name="T0" fmla="*/ 9 w 10"/>
                  <a:gd name="T1" fmla="*/ 9 h 10"/>
                  <a:gd name="T2" fmla="*/ 10 w 10"/>
                  <a:gd name="T3" fmla="*/ 5 h 10"/>
                  <a:gd name="T4" fmla="*/ 8 w 10"/>
                  <a:gd name="T5" fmla="*/ 2 h 10"/>
                  <a:gd name="T6" fmla="*/ 6 w 10"/>
                  <a:gd name="T7" fmla="*/ 0 h 10"/>
                  <a:gd name="T8" fmla="*/ 2 w 10"/>
                  <a:gd name="T9" fmla="*/ 2 h 10"/>
                  <a:gd name="T10" fmla="*/ 1 w 10"/>
                  <a:gd name="T11" fmla="*/ 2 h 10"/>
                  <a:gd name="T12" fmla="*/ 0 w 10"/>
                  <a:gd name="T13" fmla="*/ 5 h 10"/>
                  <a:gd name="T14" fmla="*/ 2 w 10"/>
                  <a:gd name="T15" fmla="*/ 9 h 10"/>
                  <a:gd name="T16" fmla="*/ 4 w 10"/>
                  <a:gd name="T17" fmla="*/ 10 h 10"/>
                  <a:gd name="T18" fmla="*/ 8 w 10"/>
                  <a:gd name="T19" fmla="*/ 9 h 10"/>
                  <a:gd name="T20" fmla="*/ 9 w 10"/>
                  <a:gd name="T2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0">
                    <a:moveTo>
                      <a:pt x="9" y="9"/>
                    </a:moveTo>
                    <a:lnTo>
                      <a:pt x="10" y="5"/>
                    </a:lnTo>
                    <a:lnTo>
                      <a:pt x="8" y="2"/>
                    </a:lnTo>
                    <a:lnTo>
                      <a:pt x="6" y="0"/>
                    </a:lnTo>
                    <a:lnTo>
                      <a:pt x="2" y="2"/>
                    </a:lnTo>
                    <a:lnTo>
                      <a:pt x="1" y="2"/>
                    </a:lnTo>
                    <a:lnTo>
                      <a:pt x="0" y="5"/>
                    </a:lnTo>
                    <a:lnTo>
                      <a:pt x="2" y="9"/>
                    </a:lnTo>
                    <a:lnTo>
                      <a:pt x="4" y="10"/>
                    </a:lnTo>
                    <a:lnTo>
                      <a:pt x="8" y="9"/>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7" name="Freeform 863"/>
              <p:cNvSpPr>
                <a:spLocks noChangeArrowheads="1"/>
              </p:cNvSpPr>
              <p:nvPr/>
            </p:nvSpPr>
            <p:spPr bwMode="auto">
              <a:xfrm>
                <a:off x="4184" y="3608"/>
                <a:ext cx="10" cy="10"/>
              </a:xfrm>
              <a:custGeom>
                <a:avLst/>
                <a:gdLst>
                  <a:gd name="T0" fmla="*/ 9 w 10"/>
                  <a:gd name="T1" fmla="*/ 9 h 10"/>
                  <a:gd name="T2" fmla="*/ 10 w 10"/>
                  <a:gd name="T3" fmla="*/ 5 h 10"/>
                  <a:gd name="T4" fmla="*/ 9 w 10"/>
                  <a:gd name="T5" fmla="*/ 2 h 10"/>
                  <a:gd name="T6" fmla="*/ 5 w 10"/>
                  <a:gd name="T7" fmla="*/ 0 h 10"/>
                  <a:gd name="T8" fmla="*/ 1 w 10"/>
                  <a:gd name="T9" fmla="*/ 2 h 10"/>
                  <a:gd name="T10" fmla="*/ 1 w 10"/>
                  <a:gd name="T11" fmla="*/ 2 h 10"/>
                  <a:gd name="T12" fmla="*/ 0 w 10"/>
                  <a:gd name="T13" fmla="*/ 5 h 10"/>
                  <a:gd name="T14" fmla="*/ 1 w 10"/>
                  <a:gd name="T15" fmla="*/ 9 h 10"/>
                  <a:gd name="T16" fmla="*/ 5 w 10"/>
                  <a:gd name="T17" fmla="*/ 10 h 10"/>
                  <a:gd name="T18" fmla="*/ 9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9" y="9"/>
                    </a:moveTo>
                    <a:lnTo>
                      <a:pt x="10" y="5"/>
                    </a:lnTo>
                    <a:lnTo>
                      <a:pt x="9" y="2"/>
                    </a:lnTo>
                    <a:lnTo>
                      <a:pt x="5" y="0"/>
                    </a:lnTo>
                    <a:lnTo>
                      <a:pt x="1" y="2"/>
                    </a:lnTo>
                    <a:lnTo>
                      <a:pt x="0" y="5"/>
                    </a:lnTo>
                    <a:lnTo>
                      <a:pt x="1" y="9"/>
                    </a:lnTo>
                    <a:lnTo>
                      <a:pt x="5" y="10"/>
                    </a:lnTo>
                    <a:lnTo>
                      <a:pt x="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18" name="Freeform 864"/>
              <p:cNvSpPr>
                <a:spLocks noChangeArrowheads="1"/>
              </p:cNvSpPr>
              <p:nvPr/>
            </p:nvSpPr>
            <p:spPr bwMode="auto">
              <a:xfrm>
                <a:off x="4170" y="3620"/>
                <a:ext cx="9" cy="11"/>
              </a:xfrm>
              <a:custGeom>
                <a:avLst/>
                <a:gdLst>
                  <a:gd name="T0" fmla="*/ 8 w 9"/>
                  <a:gd name="T1" fmla="*/ 9 h 11"/>
                  <a:gd name="T2" fmla="*/ 9 w 9"/>
                  <a:gd name="T3" fmla="*/ 5 h 11"/>
                  <a:gd name="T4" fmla="*/ 8 w 9"/>
                  <a:gd name="T5" fmla="*/ 3 h 11"/>
                  <a:gd name="T6" fmla="*/ 5 w 9"/>
                  <a:gd name="T7" fmla="*/ 0 h 11"/>
                  <a:gd name="T8" fmla="*/ 1 w 9"/>
                  <a:gd name="T9" fmla="*/ 2 h 11"/>
                  <a:gd name="T10" fmla="*/ 1 w 9"/>
                  <a:gd name="T11" fmla="*/ 3 h 11"/>
                  <a:gd name="T12" fmla="*/ 0 w 9"/>
                  <a:gd name="T13" fmla="*/ 6 h 11"/>
                  <a:gd name="T14" fmla="*/ 1 w 9"/>
                  <a:gd name="T15" fmla="*/ 9 h 11"/>
                  <a:gd name="T16" fmla="*/ 5 w 9"/>
                  <a:gd name="T17" fmla="*/ 11 h 11"/>
                  <a:gd name="T18" fmla="*/ 8 w 9"/>
                  <a:gd name="T19" fmla="*/ 10 h 11"/>
                  <a:gd name="T20" fmla="*/ 8 w 9"/>
                  <a:gd name="T2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1">
                    <a:moveTo>
                      <a:pt x="8" y="9"/>
                    </a:moveTo>
                    <a:lnTo>
                      <a:pt x="9" y="5"/>
                    </a:lnTo>
                    <a:lnTo>
                      <a:pt x="8" y="3"/>
                    </a:lnTo>
                    <a:lnTo>
                      <a:pt x="5" y="0"/>
                    </a:lnTo>
                    <a:lnTo>
                      <a:pt x="1" y="2"/>
                    </a:lnTo>
                    <a:lnTo>
                      <a:pt x="1" y="3"/>
                    </a:lnTo>
                    <a:lnTo>
                      <a:pt x="0" y="6"/>
                    </a:lnTo>
                    <a:lnTo>
                      <a:pt x="1" y="9"/>
                    </a:lnTo>
                    <a:lnTo>
                      <a:pt x="5" y="11"/>
                    </a:lnTo>
                    <a:lnTo>
                      <a:pt x="8" y="10"/>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sp>
          <p:nvSpPr>
            <p:cNvPr id="37719" name="Oval 865"/>
            <p:cNvSpPr>
              <a:spLocks noChangeArrowheads="1"/>
            </p:cNvSpPr>
            <p:nvPr/>
          </p:nvSpPr>
          <p:spPr bwMode="auto">
            <a:xfrm>
              <a:off x="3907" y="3958"/>
              <a:ext cx="2"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20" name="Oval 866"/>
            <p:cNvSpPr>
              <a:spLocks noChangeArrowheads="1"/>
            </p:cNvSpPr>
            <p:nvPr/>
          </p:nvSpPr>
          <p:spPr bwMode="auto">
            <a:xfrm>
              <a:off x="3949"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21" name="Oval 867"/>
            <p:cNvSpPr>
              <a:spLocks noChangeArrowheads="1"/>
            </p:cNvSpPr>
            <p:nvPr/>
          </p:nvSpPr>
          <p:spPr bwMode="auto">
            <a:xfrm>
              <a:off x="3967" y="3958"/>
              <a:ext cx="9" cy="34"/>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22" name="Rectangle 868"/>
            <p:cNvSpPr>
              <a:spLocks noChangeArrowheads="1"/>
            </p:cNvSpPr>
            <p:nvPr/>
          </p:nvSpPr>
          <p:spPr bwMode="auto">
            <a:xfrm>
              <a:off x="3294" y="3677"/>
              <a:ext cx="819" cy="3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7723" name="Line 869"/>
            <p:cNvSpPr>
              <a:spLocks noChangeShapeType="1"/>
            </p:cNvSpPr>
            <p:nvPr/>
          </p:nvSpPr>
          <p:spPr bwMode="auto">
            <a:xfrm>
              <a:off x="4076"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24" name="Line 870"/>
            <p:cNvSpPr>
              <a:spLocks noChangeShapeType="1"/>
            </p:cNvSpPr>
            <p:nvPr/>
          </p:nvSpPr>
          <p:spPr bwMode="auto">
            <a:xfrm>
              <a:off x="401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25" name="Line 871"/>
            <p:cNvSpPr>
              <a:spLocks noChangeShapeType="1"/>
            </p:cNvSpPr>
            <p:nvPr/>
          </p:nvSpPr>
          <p:spPr bwMode="auto">
            <a:xfrm>
              <a:off x="3297" y="3666"/>
              <a:ext cx="1" cy="3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26" name="Line 872"/>
            <p:cNvSpPr>
              <a:spLocks noChangeShapeType="1"/>
            </p:cNvSpPr>
            <p:nvPr/>
          </p:nvSpPr>
          <p:spPr bwMode="auto">
            <a:xfrm flipH="1">
              <a:off x="3278" y="3947"/>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27" name="Rectangle 873"/>
            <p:cNvSpPr>
              <a:spLocks noChangeArrowheads="1"/>
            </p:cNvSpPr>
            <p:nvPr/>
          </p:nvSpPr>
          <p:spPr bwMode="auto">
            <a:xfrm>
              <a:off x="3349" y="3894"/>
              <a:ext cx="8"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28" name="Rectangle 874"/>
            <p:cNvSpPr>
              <a:spLocks noChangeArrowheads="1"/>
            </p:cNvSpPr>
            <p:nvPr/>
          </p:nvSpPr>
          <p:spPr bwMode="auto">
            <a:xfrm>
              <a:off x="3362" y="3889"/>
              <a:ext cx="9" cy="3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29" name="Rectangle 875"/>
            <p:cNvSpPr>
              <a:spLocks noChangeArrowheads="1"/>
            </p:cNvSpPr>
            <p:nvPr/>
          </p:nvSpPr>
          <p:spPr bwMode="auto">
            <a:xfrm>
              <a:off x="3415"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0" name="Rectangle 876"/>
            <p:cNvSpPr>
              <a:spLocks noChangeArrowheads="1"/>
            </p:cNvSpPr>
            <p:nvPr/>
          </p:nvSpPr>
          <p:spPr bwMode="auto">
            <a:xfrm>
              <a:off x="3426"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1" name="Rectangle 877"/>
            <p:cNvSpPr>
              <a:spLocks noChangeArrowheads="1"/>
            </p:cNvSpPr>
            <p:nvPr/>
          </p:nvSpPr>
          <p:spPr bwMode="auto">
            <a:xfrm>
              <a:off x="3446" y="3894"/>
              <a:ext cx="4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2" name="Rectangle 878"/>
            <p:cNvSpPr>
              <a:spLocks noChangeArrowheads="1"/>
            </p:cNvSpPr>
            <p:nvPr/>
          </p:nvSpPr>
          <p:spPr bwMode="auto">
            <a:xfrm>
              <a:off x="3495" y="3894"/>
              <a:ext cx="0"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3" name="Rectangle 879"/>
            <p:cNvSpPr>
              <a:spLocks noChangeArrowheads="1"/>
            </p:cNvSpPr>
            <p:nvPr/>
          </p:nvSpPr>
          <p:spPr bwMode="auto">
            <a:xfrm>
              <a:off x="3514" y="3894"/>
              <a:ext cx="1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4" name="Rectangle 880"/>
            <p:cNvSpPr>
              <a:spLocks noChangeArrowheads="1"/>
            </p:cNvSpPr>
            <p:nvPr/>
          </p:nvSpPr>
          <p:spPr bwMode="auto">
            <a:xfrm>
              <a:off x="3545" y="3894"/>
              <a:ext cx="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5" name="Rectangle 881"/>
            <p:cNvSpPr>
              <a:spLocks noChangeArrowheads="1"/>
            </p:cNvSpPr>
            <p:nvPr/>
          </p:nvSpPr>
          <p:spPr bwMode="auto">
            <a:xfrm>
              <a:off x="3573" y="3894"/>
              <a:ext cx="49"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6" name="Rectangle 882"/>
            <p:cNvSpPr>
              <a:spLocks noChangeArrowheads="1"/>
            </p:cNvSpPr>
            <p:nvPr/>
          </p:nvSpPr>
          <p:spPr bwMode="auto">
            <a:xfrm>
              <a:off x="3631"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7" name="Rectangle 883"/>
            <p:cNvSpPr>
              <a:spLocks noChangeArrowheads="1"/>
            </p:cNvSpPr>
            <p:nvPr/>
          </p:nvSpPr>
          <p:spPr bwMode="auto">
            <a:xfrm>
              <a:off x="3672" y="3894"/>
              <a:ext cx="1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8" name="Rectangle 884"/>
            <p:cNvSpPr>
              <a:spLocks noChangeArrowheads="1"/>
            </p:cNvSpPr>
            <p:nvPr/>
          </p:nvSpPr>
          <p:spPr bwMode="auto">
            <a:xfrm>
              <a:off x="3693" y="3894"/>
              <a:ext cx="1" cy="26"/>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39" name="Oval 885"/>
            <p:cNvSpPr>
              <a:spLocks noChangeArrowheads="1"/>
            </p:cNvSpPr>
            <p:nvPr/>
          </p:nvSpPr>
          <p:spPr bwMode="auto">
            <a:xfrm>
              <a:off x="3344"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0" name="Oval 886"/>
            <p:cNvSpPr>
              <a:spLocks noChangeArrowheads="1"/>
            </p:cNvSpPr>
            <p:nvPr/>
          </p:nvSpPr>
          <p:spPr bwMode="auto">
            <a:xfrm>
              <a:off x="3362" y="3881"/>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7741" name="Oval 887"/>
            <p:cNvSpPr>
              <a:spLocks noChangeArrowheads="1"/>
            </p:cNvSpPr>
            <p:nvPr/>
          </p:nvSpPr>
          <p:spPr bwMode="auto">
            <a:xfrm>
              <a:off x="3405" y="3876"/>
              <a:ext cx="20"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42" name="Oval 888"/>
            <p:cNvSpPr>
              <a:spLocks noChangeArrowheads="1"/>
            </p:cNvSpPr>
            <p:nvPr/>
          </p:nvSpPr>
          <p:spPr bwMode="auto">
            <a:xfrm>
              <a:off x="3421"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3" name="Oval 889"/>
            <p:cNvSpPr>
              <a:spLocks noChangeArrowheads="1"/>
            </p:cNvSpPr>
            <p:nvPr/>
          </p:nvSpPr>
          <p:spPr bwMode="auto">
            <a:xfrm>
              <a:off x="3446" y="3886"/>
              <a:ext cx="3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4" name="Oval 890"/>
            <p:cNvSpPr>
              <a:spLocks noChangeArrowheads="1"/>
            </p:cNvSpPr>
            <p:nvPr/>
          </p:nvSpPr>
          <p:spPr bwMode="auto">
            <a:xfrm>
              <a:off x="3495"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5" name="Oval 891"/>
            <p:cNvSpPr>
              <a:spLocks noChangeArrowheads="1"/>
            </p:cNvSpPr>
            <p:nvPr/>
          </p:nvSpPr>
          <p:spPr bwMode="auto">
            <a:xfrm>
              <a:off x="3514" y="3886"/>
              <a:ext cx="11"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6" name="Oval 892"/>
            <p:cNvSpPr>
              <a:spLocks noChangeArrowheads="1"/>
            </p:cNvSpPr>
            <p:nvPr/>
          </p:nvSpPr>
          <p:spPr bwMode="auto">
            <a:xfrm>
              <a:off x="3540"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7" name="Oval 893"/>
            <p:cNvSpPr>
              <a:spLocks noChangeArrowheads="1"/>
            </p:cNvSpPr>
            <p:nvPr/>
          </p:nvSpPr>
          <p:spPr bwMode="auto">
            <a:xfrm>
              <a:off x="3619" y="3881"/>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8" name="Oval 894"/>
            <p:cNvSpPr>
              <a:spLocks noChangeArrowheads="1"/>
            </p:cNvSpPr>
            <p:nvPr/>
          </p:nvSpPr>
          <p:spPr bwMode="auto">
            <a:xfrm>
              <a:off x="3631"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49" name="Oval 895"/>
            <p:cNvSpPr>
              <a:spLocks noChangeArrowheads="1"/>
            </p:cNvSpPr>
            <p:nvPr/>
          </p:nvSpPr>
          <p:spPr bwMode="auto">
            <a:xfrm>
              <a:off x="3682" y="3876"/>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50" name="Oval 896"/>
            <p:cNvSpPr>
              <a:spLocks noChangeArrowheads="1"/>
            </p:cNvSpPr>
            <p:nvPr/>
          </p:nvSpPr>
          <p:spPr bwMode="auto">
            <a:xfrm>
              <a:off x="3693" y="3886"/>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51" name="Line 897"/>
            <p:cNvSpPr>
              <a:spLocks noChangeShapeType="1"/>
            </p:cNvSpPr>
            <p:nvPr/>
          </p:nvSpPr>
          <p:spPr bwMode="auto">
            <a:xfrm>
              <a:off x="3278" y="384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7752" name="Group 898"/>
            <p:cNvGrpSpPr>
              <a:grpSpLocks/>
            </p:cNvGrpSpPr>
            <p:nvPr/>
          </p:nvGrpSpPr>
          <p:grpSpPr bwMode="auto">
            <a:xfrm>
              <a:off x="3349" y="3796"/>
              <a:ext cx="345" cy="20"/>
              <a:chOff x="3349" y="3796"/>
              <a:chExt cx="345" cy="20"/>
            </a:xfrm>
          </p:grpSpPr>
          <p:sp>
            <p:nvSpPr>
              <p:cNvPr id="37753" name="Rectangle 899"/>
              <p:cNvSpPr>
                <a:spLocks noChangeArrowheads="1"/>
              </p:cNvSpPr>
              <p:nvPr/>
            </p:nvSpPr>
            <p:spPr bwMode="auto">
              <a:xfrm>
                <a:off x="3349" y="3801"/>
                <a:ext cx="8"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54" name="Rectangle 900"/>
              <p:cNvSpPr>
                <a:spLocks noChangeArrowheads="1"/>
              </p:cNvSpPr>
              <p:nvPr/>
            </p:nvSpPr>
            <p:spPr bwMode="auto">
              <a:xfrm>
                <a:off x="3362" y="3796"/>
                <a:ext cx="8" cy="2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55" name="Rectangle 901"/>
              <p:cNvSpPr>
                <a:spLocks noChangeArrowheads="1"/>
              </p:cNvSpPr>
              <p:nvPr/>
            </p:nvSpPr>
            <p:spPr bwMode="auto">
              <a:xfrm>
                <a:off x="3415"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56" name="Rectangle 902"/>
              <p:cNvSpPr>
                <a:spLocks noChangeArrowheads="1"/>
              </p:cNvSpPr>
              <p:nvPr/>
            </p:nvSpPr>
            <p:spPr bwMode="auto">
              <a:xfrm>
                <a:off x="3426"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57" name="Rectangle 903"/>
              <p:cNvSpPr>
                <a:spLocks noChangeArrowheads="1"/>
              </p:cNvSpPr>
              <p:nvPr/>
            </p:nvSpPr>
            <p:spPr bwMode="auto">
              <a:xfrm>
                <a:off x="3446" y="3801"/>
                <a:ext cx="4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58" name="Rectangle 904"/>
              <p:cNvSpPr>
                <a:spLocks noChangeArrowheads="1"/>
              </p:cNvSpPr>
              <p:nvPr/>
            </p:nvSpPr>
            <p:spPr bwMode="auto">
              <a:xfrm>
                <a:off x="3495" y="3801"/>
                <a:ext cx="0"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59" name="Rectangle 905"/>
              <p:cNvSpPr>
                <a:spLocks noChangeArrowheads="1"/>
              </p:cNvSpPr>
              <p:nvPr/>
            </p:nvSpPr>
            <p:spPr bwMode="auto">
              <a:xfrm>
                <a:off x="3514" y="3801"/>
                <a:ext cx="1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60" name="Rectangle 906"/>
              <p:cNvSpPr>
                <a:spLocks noChangeArrowheads="1"/>
              </p:cNvSpPr>
              <p:nvPr/>
            </p:nvSpPr>
            <p:spPr bwMode="auto">
              <a:xfrm>
                <a:off x="3545" y="3801"/>
                <a:ext cx="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61" name="Rectangle 907"/>
              <p:cNvSpPr>
                <a:spLocks noChangeArrowheads="1"/>
              </p:cNvSpPr>
              <p:nvPr/>
            </p:nvSpPr>
            <p:spPr bwMode="auto">
              <a:xfrm>
                <a:off x="3573" y="3801"/>
                <a:ext cx="49"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62" name="Rectangle 908"/>
              <p:cNvSpPr>
                <a:spLocks noChangeArrowheads="1"/>
              </p:cNvSpPr>
              <p:nvPr/>
            </p:nvSpPr>
            <p:spPr bwMode="auto">
              <a:xfrm>
                <a:off x="3631"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63" name="Rectangle 909"/>
              <p:cNvSpPr>
                <a:spLocks noChangeArrowheads="1"/>
              </p:cNvSpPr>
              <p:nvPr/>
            </p:nvSpPr>
            <p:spPr bwMode="auto">
              <a:xfrm>
                <a:off x="3672" y="3801"/>
                <a:ext cx="1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64" name="Rectangle 910"/>
              <p:cNvSpPr>
                <a:spLocks noChangeArrowheads="1"/>
              </p:cNvSpPr>
              <p:nvPr/>
            </p:nvSpPr>
            <p:spPr bwMode="auto">
              <a:xfrm>
                <a:off x="3693" y="3801"/>
                <a:ext cx="1" cy="10"/>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7765" name="Oval 911"/>
            <p:cNvSpPr>
              <a:spLocks noChangeArrowheads="1"/>
            </p:cNvSpPr>
            <p:nvPr/>
          </p:nvSpPr>
          <p:spPr bwMode="auto">
            <a:xfrm>
              <a:off x="3344"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66" name="Oval 912"/>
            <p:cNvSpPr>
              <a:spLocks noChangeArrowheads="1"/>
            </p:cNvSpPr>
            <p:nvPr/>
          </p:nvSpPr>
          <p:spPr bwMode="auto">
            <a:xfrm>
              <a:off x="3362"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67" name="Oval 913"/>
            <p:cNvSpPr>
              <a:spLocks noChangeArrowheads="1"/>
            </p:cNvSpPr>
            <p:nvPr/>
          </p:nvSpPr>
          <p:spPr bwMode="auto">
            <a:xfrm>
              <a:off x="341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68" name="Oval 914"/>
            <p:cNvSpPr>
              <a:spLocks noChangeArrowheads="1"/>
            </p:cNvSpPr>
            <p:nvPr/>
          </p:nvSpPr>
          <p:spPr bwMode="auto">
            <a:xfrm>
              <a:off x="3421"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69" name="Oval 915"/>
            <p:cNvSpPr>
              <a:spLocks noChangeArrowheads="1"/>
            </p:cNvSpPr>
            <p:nvPr/>
          </p:nvSpPr>
          <p:spPr bwMode="auto">
            <a:xfrm>
              <a:off x="3436" y="3768"/>
              <a:ext cx="49"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70" name="Oval 916"/>
            <p:cNvSpPr>
              <a:spLocks noChangeArrowheads="1"/>
            </p:cNvSpPr>
            <p:nvPr/>
          </p:nvSpPr>
          <p:spPr bwMode="auto">
            <a:xfrm>
              <a:off x="3484" y="3768"/>
              <a:ext cx="22"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71" name="Oval 917"/>
            <p:cNvSpPr>
              <a:spLocks noChangeArrowheads="1"/>
            </p:cNvSpPr>
            <p:nvPr/>
          </p:nvSpPr>
          <p:spPr bwMode="auto">
            <a:xfrm>
              <a:off x="3505" y="3768"/>
              <a:ext cx="31" cy="23"/>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72" name="Oval 918"/>
            <p:cNvSpPr>
              <a:spLocks noChangeArrowheads="1"/>
            </p:cNvSpPr>
            <p:nvPr/>
          </p:nvSpPr>
          <p:spPr bwMode="auto">
            <a:xfrm>
              <a:off x="3540" y="3773"/>
              <a:ext cx="9" cy="1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73" name="Oval 919"/>
            <p:cNvSpPr>
              <a:spLocks noChangeArrowheads="1"/>
            </p:cNvSpPr>
            <p:nvPr/>
          </p:nvSpPr>
          <p:spPr bwMode="auto">
            <a:xfrm>
              <a:off x="3619" y="3773"/>
              <a:ext cx="9" cy="12"/>
            </a:xfrm>
            <a:prstGeom prst="ellipse">
              <a:avLst/>
            </a:prstGeom>
            <a:solidFill>
              <a:srgbClr val="00FF78"/>
            </a:solidFill>
            <a:ln w="15875">
              <a:solidFill>
                <a:srgbClr val="005400"/>
              </a:solidFill>
              <a:round/>
              <a:headEnd/>
              <a:tailEnd/>
            </a:ln>
          </p:spPr>
          <p:txBody>
            <a:bodyPr/>
            <a:lstStyle/>
            <a:p>
              <a:pPr algn="ctr" eaLnBrk="0" hangingPunct="0"/>
              <a:endParaRPr lang="zh-CN" altLang="en-US"/>
            </a:p>
          </p:txBody>
        </p:sp>
        <p:sp>
          <p:nvSpPr>
            <p:cNvPr id="37774" name="Oval 920"/>
            <p:cNvSpPr>
              <a:spLocks noChangeArrowheads="1"/>
            </p:cNvSpPr>
            <p:nvPr/>
          </p:nvSpPr>
          <p:spPr bwMode="auto">
            <a:xfrm>
              <a:off x="3631"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75" name="Oval 921"/>
            <p:cNvSpPr>
              <a:spLocks noChangeArrowheads="1"/>
            </p:cNvSpPr>
            <p:nvPr/>
          </p:nvSpPr>
          <p:spPr bwMode="auto">
            <a:xfrm>
              <a:off x="3682" y="3768"/>
              <a:ext cx="21" cy="23"/>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76" name="Oval 922"/>
            <p:cNvSpPr>
              <a:spLocks noChangeArrowheads="1"/>
            </p:cNvSpPr>
            <p:nvPr/>
          </p:nvSpPr>
          <p:spPr bwMode="auto">
            <a:xfrm>
              <a:off x="3693" y="3778"/>
              <a:ext cx="0" cy="2"/>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77" name="Line 923"/>
            <p:cNvSpPr>
              <a:spLocks noChangeShapeType="1"/>
            </p:cNvSpPr>
            <p:nvPr/>
          </p:nvSpPr>
          <p:spPr bwMode="auto">
            <a:xfrm>
              <a:off x="3278" y="3768"/>
              <a:ext cx="798" cy="1"/>
            </a:xfrm>
            <a:prstGeom prst="line">
              <a:avLst/>
            </a:prstGeom>
            <a:noFill/>
            <a:ln w="15875">
              <a:solidFill>
                <a:srgbClr val="0054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7778" name="Group 924"/>
            <p:cNvGrpSpPr>
              <a:grpSpLocks/>
            </p:cNvGrpSpPr>
            <p:nvPr/>
          </p:nvGrpSpPr>
          <p:grpSpPr bwMode="auto">
            <a:xfrm>
              <a:off x="3349" y="3725"/>
              <a:ext cx="345" cy="14"/>
              <a:chOff x="3349" y="3725"/>
              <a:chExt cx="345" cy="14"/>
            </a:xfrm>
          </p:grpSpPr>
          <p:sp>
            <p:nvSpPr>
              <p:cNvPr id="37779" name="Rectangle 925"/>
              <p:cNvSpPr>
                <a:spLocks noChangeArrowheads="1"/>
              </p:cNvSpPr>
              <p:nvPr/>
            </p:nvSpPr>
            <p:spPr bwMode="auto">
              <a:xfrm>
                <a:off x="3349" y="3730"/>
                <a:ext cx="8"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0" name="Rectangle 926"/>
              <p:cNvSpPr>
                <a:spLocks noChangeArrowheads="1"/>
              </p:cNvSpPr>
              <p:nvPr/>
            </p:nvSpPr>
            <p:spPr bwMode="auto">
              <a:xfrm>
                <a:off x="3362" y="3725"/>
                <a:ext cx="8" cy="1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1" name="Rectangle 927"/>
              <p:cNvSpPr>
                <a:spLocks noChangeArrowheads="1"/>
              </p:cNvSpPr>
              <p:nvPr/>
            </p:nvSpPr>
            <p:spPr bwMode="auto">
              <a:xfrm>
                <a:off x="3415"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2" name="Rectangle 928"/>
              <p:cNvSpPr>
                <a:spLocks noChangeArrowheads="1"/>
              </p:cNvSpPr>
              <p:nvPr/>
            </p:nvSpPr>
            <p:spPr bwMode="auto">
              <a:xfrm>
                <a:off x="3426"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3" name="Rectangle 929"/>
              <p:cNvSpPr>
                <a:spLocks noChangeArrowheads="1"/>
              </p:cNvSpPr>
              <p:nvPr/>
            </p:nvSpPr>
            <p:spPr bwMode="auto">
              <a:xfrm>
                <a:off x="3446" y="3730"/>
                <a:ext cx="4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4" name="Rectangle 930"/>
              <p:cNvSpPr>
                <a:spLocks noChangeArrowheads="1"/>
              </p:cNvSpPr>
              <p:nvPr/>
            </p:nvSpPr>
            <p:spPr bwMode="auto">
              <a:xfrm>
                <a:off x="3495" y="3730"/>
                <a:ext cx="0"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5" name="Rectangle 931"/>
              <p:cNvSpPr>
                <a:spLocks noChangeArrowheads="1"/>
              </p:cNvSpPr>
              <p:nvPr/>
            </p:nvSpPr>
            <p:spPr bwMode="auto">
              <a:xfrm>
                <a:off x="3514" y="3730"/>
                <a:ext cx="1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6" name="Rectangle 932"/>
              <p:cNvSpPr>
                <a:spLocks noChangeArrowheads="1"/>
              </p:cNvSpPr>
              <p:nvPr/>
            </p:nvSpPr>
            <p:spPr bwMode="auto">
              <a:xfrm>
                <a:off x="3545" y="3730"/>
                <a:ext cx="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7" name="Rectangle 933"/>
              <p:cNvSpPr>
                <a:spLocks noChangeArrowheads="1"/>
              </p:cNvSpPr>
              <p:nvPr/>
            </p:nvSpPr>
            <p:spPr bwMode="auto">
              <a:xfrm>
                <a:off x="3573" y="3730"/>
                <a:ext cx="49"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8" name="Rectangle 934"/>
              <p:cNvSpPr>
                <a:spLocks noChangeArrowheads="1"/>
              </p:cNvSpPr>
              <p:nvPr/>
            </p:nvSpPr>
            <p:spPr bwMode="auto">
              <a:xfrm>
                <a:off x="3631"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89" name="Rectangle 935"/>
              <p:cNvSpPr>
                <a:spLocks noChangeArrowheads="1"/>
              </p:cNvSpPr>
              <p:nvPr/>
            </p:nvSpPr>
            <p:spPr bwMode="auto">
              <a:xfrm>
                <a:off x="3672" y="3730"/>
                <a:ext cx="1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790" name="Rectangle 936"/>
              <p:cNvSpPr>
                <a:spLocks noChangeArrowheads="1"/>
              </p:cNvSpPr>
              <p:nvPr/>
            </p:nvSpPr>
            <p:spPr bwMode="auto">
              <a:xfrm>
                <a:off x="3693" y="3730"/>
                <a:ext cx="1" cy="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grpSp>
        <p:sp>
          <p:nvSpPr>
            <p:cNvPr id="37791" name="Oval 937"/>
            <p:cNvSpPr>
              <a:spLocks noChangeArrowheads="1"/>
            </p:cNvSpPr>
            <p:nvPr/>
          </p:nvSpPr>
          <p:spPr bwMode="auto">
            <a:xfrm>
              <a:off x="3344"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2" name="Oval 938"/>
            <p:cNvSpPr>
              <a:spLocks noChangeArrowheads="1"/>
            </p:cNvSpPr>
            <p:nvPr/>
          </p:nvSpPr>
          <p:spPr bwMode="auto">
            <a:xfrm>
              <a:off x="3362"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3" name="Oval 939"/>
            <p:cNvSpPr>
              <a:spLocks noChangeArrowheads="1"/>
            </p:cNvSpPr>
            <p:nvPr/>
          </p:nvSpPr>
          <p:spPr bwMode="auto">
            <a:xfrm>
              <a:off x="341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4" name="Oval 940"/>
            <p:cNvSpPr>
              <a:spLocks noChangeArrowheads="1"/>
            </p:cNvSpPr>
            <p:nvPr/>
          </p:nvSpPr>
          <p:spPr bwMode="auto">
            <a:xfrm>
              <a:off x="3421"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5" name="Oval 941"/>
            <p:cNvSpPr>
              <a:spLocks noChangeArrowheads="1"/>
            </p:cNvSpPr>
            <p:nvPr/>
          </p:nvSpPr>
          <p:spPr bwMode="auto">
            <a:xfrm>
              <a:off x="3446" y="3677"/>
              <a:ext cx="3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6" name="Oval 942"/>
            <p:cNvSpPr>
              <a:spLocks noChangeArrowheads="1"/>
            </p:cNvSpPr>
            <p:nvPr/>
          </p:nvSpPr>
          <p:spPr bwMode="auto">
            <a:xfrm>
              <a:off x="3495"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7" name="Oval 943"/>
            <p:cNvSpPr>
              <a:spLocks noChangeArrowheads="1"/>
            </p:cNvSpPr>
            <p:nvPr/>
          </p:nvSpPr>
          <p:spPr bwMode="auto">
            <a:xfrm>
              <a:off x="3505" y="3666"/>
              <a:ext cx="31" cy="49"/>
            </a:xfrm>
            <a:prstGeom prst="ellipse">
              <a:avLst/>
            </a:prstGeom>
            <a:solidFill>
              <a:srgbClr val="FF2A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798" name="Oval 944"/>
            <p:cNvSpPr>
              <a:spLocks noChangeArrowheads="1"/>
            </p:cNvSpPr>
            <p:nvPr/>
          </p:nvSpPr>
          <p:spPr bwMode="auto">
            <a:xfrm>
              <a:off x="3540"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799" name="Oval 945"/>
            <p:cNvSpPr>
              <a:spLocks noChangeArrowheads="1"/>
            </p:cNvSpPr>
            <p:nvPr/>
          </p:nvSpPr>
          <p:spPr bwMode="auto">
            <a:xfrm>
              <a:off x="3619" y="3672"/>
              <a:ext cx="9" cy="3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800" name="Oval 946"/>
            <p:cNvSpPr>
              <a:spLocks noChangeArrowheads="1"/>
            </p:cNvSpPr>
            <p:nvPr/>
          </p:nvSpPr>
          <p:spPr bwMode="auto">
            <a:xfrm>
              <a:off x="3631"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801" name="Oval 947"/>
            <p:cNvSpPr>
              <a:spLocks noChangeArrowheads="1"/>
            </p:cNvSpPr>
            <p:nvPr/>
          </p:nvSpPr>
          <p:spPr bwMode="auto">
            <a:xfrm>
              <a:off x="3682" y="3666"/>
              <a:ext cx="21" cy="49"/>
            </a:xfrm>
            <a:prstGeom prst="ellipse">
              <a:avLst/>
            </a:prstGeom>
            <a:solidFill>
              <a:srgbClr val="00F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37802" name="Oval 948"/>
            <p:cNvSpPr>
              <a:spLocks noChangeArrowheads="1"/>
            </p:cNvSpPr>
            <p:nvPr/>
          </p:nvSpPr>
          <p:spPr bwMode="auto">
            <a:xfrm>
              <a:off x="3693" y="3677"/>
              <a:ext cx="0" cy="27"/>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803" name="Line 949"/>
            <p:cNvSpPr>
              <a:spLocks noChangeShapeType="1"/>
            </p:cNvSpPr>
            <p:nvPr/>
          </p:nvSpPr>
          <p:spPr bwMode="auto">
            <a:xfrm>
              <a:off x="3278" y="3666"/>
              <a:ext cx="79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04" name="Rectangle 950"/>
            <p:cNvSpPr>
              <a:spLocks noChangeArrowheads="1"/>
            </p:cNvSpPr>
            <p:nvPr/>
          </p:nvSpPr>
          <p:spPr bwMode="auto">
            <a:xfrm>
              <a:off x="4028" y="3691"/>
              <a:ext cx="30"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805" name="Rectangle 951"/>
            <p:cNvSpPr>
              <a:spLocks noChangeArrowheads="1"/>
            </p:cNvSpPr>
            <p:nvPr/>
          </p:nvSpPr>
          <p:spPr bwMode="auto">
            <a:xfrm>
              <a:off x="4028" y="3778"/>
              <a:ext cx="30" cy="11"/>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806" name="Rectangle 952"/>
            <p:cNvSpPr>
              <a:spLocks noChangeArrowheads="1"/>
            </p:cNvSpPr>
            <p:nvPr/>
          </p:nvSpPr>
          <p:spPr bwMode="auto">
            <a:xfrm>
              <a:off x="4028" y="3894"/>
              <a:ext cx="30"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807" name="Rectangle 953"/>
            <p:cNvSpPr>
              <a:spLocks noChangeArrowheads="1"/>
            </p:cNvSpPr>
            <p:nvPr/>
          </p:nvSpPr>
          <p:spPr bwMode="auto">
            <a:xfrm>
              <a:off x="3307" y="3691"/>
              <a:ext cx="22" cy="4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808" name="Rectangle 954"/>
            <p:cNvSpPr>
              <a:spLocks noChangeArrowheads="1"/>
            </p:cNvSpPr>
            <p:nvPr/>
          </p:nvSpPr>
          <p:spPr bwMode="auto">
            <a:xfrm>
              <a:off x="3307" y="3778"/>
              <a:ext cx="22" cy="33"/>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809" name="Rectangle 955"/>
            <p:cNvSpPr>
              <a:spLocks noChangeArrowheads="1"/>
            </p:cNvSpPr>
            <p:nvPr/>
          </p:nvSpPr>
          <p:spPr bwMode="auto">
            <a:xfrm>
              <a:off x="3307" y="3894"/>
              <a:ext cx="22" cy="19"/>
            </a:xfrm>
            <a:prstGeom prst="rect">
              <a:avLst/>
            </a:prstGeom>
            <a:solidFill>
              <a:srgbClr val="000000"/>
            </a:solidFill>
            <a:ln w="15875">
              <a:solidFill>
                <a:srgbClr val="000000"/>
              </a:solidFill>
              <a:miter lim="800000"/>
              <a:headEnd/>
              <a:tailEnd/>
            </a:ln>
          </p:spPr>
          <p:txBody>
            <a:bodyPr/>
            <a:lstStyle/>
            <a:p>
              <a:pPr algn="ctr" eaLnBrk="0" hangingPunct="0"/>
              <a:endParaRPr lang="zh-CN" altLang="en-US"/>
            </a:p>
          </p:txBody>
        </p:sp>
        <p:sp>
          <p:nvSpPr>
            <p:cNvPr id="37810" name="Rectangle 956"/>
            <p:cNvSpPr>
              <a:spLocks noChangeArrowheads="1"/>
            </p:cNvSpPr>
            <p:nvPr/>
          </p:nvSpPr>
          <p:spPr bwMode="auto">
            <a:xfrm>
              <a:off x="3362" y="3953"/>
              <a:ext cx="9" cy="4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811" name="Rectangle 957"/>
            <p:cNvSpPr>
              <a:spLocks noChangeArrowheads="1"/>
            </p:cNvSpPr>
            <p:nvPr/>
          </p:nvSpPr>
          <p:spPr bwMode="auto">
            <a:xfrm>
              <a:off x="3475" y="3958"/>
              <a:ext cx="11" cy="34"/>
            </a:xfrm>
            <a:prstGeom prst="rect">
              <a:avLst/>
            </a:prstGeom>
            <a:solidFill>
              <a:srgbClr val="A5A585"/>
            </a:solidFill>
            <a:ln w="15875">
              <a:solidFill>
                <a:srgbClr val="000000"/>
              </a:solidFill>
              <a:miter lim="800000"/>
              <a:headEnd/>
              <a:tailEnd/>
            </a:ln>
          </p:spPr>
          <p:txBody>
            <a:bodyPr/>
            <a:lstStyle/>
            <a:p>
              <a:pPr algn="ctr" eaLnBrk="0" hangingPunct="0"/>
              <a:endParaRPr lang="zh-CN" altLang="en-US"/>
            </a:p>
          </p:txBody>
        </p:sp>
        <p:sp>
          <p:nvSpPr>
            <p:cNvPr id="37812" name="Oval 958"/>
            <p:cNvSpPr>
              <a:spLocks noChangeArrowheads="1"/>
            </p:cNvSpPr>
            <p:nvPr/>
          </p:nvSpPr>
          <p:spPr bwMode="auto">
            <a:xfrm>
              <a:off x="3410" y="3953"/>
              <a:ext cx="9" cy="3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sp>
          <p:nvSpPr>
            <p:cNvPr id="37813" name="Oval 959"/>
            <p:cNvSpPr>
              <a:spLocks noChangeArrowheads="1"/>
            </p:cNvSpPr>
            <p:nvPr/>
          </p:nvSpPr>
          <p:spPr bwMode="auto">
            <a:xfrm>
              <a:off x="3495" y="3958"/>
              <a:ext cx="0" cy="26"/>
            </a:xfrm>
            <a:prstGeom prst="ellipse">
              <a:avLst/>
            </a:prstGeom>
            <a:solidFill>
              <a:srgbClr val="005400"/>
            </a:solidFill>
            <a:ln w="15875">
              <a:solidFill>
                <a:srgbClr val="005400"/>
              </a:solidFill>
              <a:round/>
              <a:headEnd/>
              <a:tailEnd/>
            </a:ln>
          </p:spPr>
          <p:txBody>
            <a:bodyPr/>
            <a:lstStyle/>
            <a:p>
              <a:pPr algn="ctr" eaLnBrk="0" hangingPunct="0"/>
              <a:endParaRPr lang="zh-CN" altLang="en-US"/>
            </a:p>
          </p:txBody>
        </p:sp>
      </p:grpSp>
      <p:grpSp>
        <p:nvGrpSpPr>
          <p:cNvPr id="21" name="Group 964"/>
          <p:cNvGrpSpPr>
            <a:grpSpLocks/>
          </p:cNvGrpSpPr>
          <p:nvPr/>
        </p:nvGrpSpPr>
        <p:grpSpPr bwMode="auto">
          <a:xfrm>
            <a:off x="6477000" y="2514597"/>
            <a:ext cx="1219200" cy="234950"/>
            <a:chOff x="3120" y="1344"/>
            <a:chExt cx="768" cy="148"/>
          </a:xfrm>
        </p:grpSpPr>
        <p:sp>
          <p:nvSpPr>
            <p:cNvPr id="37815" name="Text Box 95"/>
            <p:cNvSpPr txBox="1">
              <a:spLocks noChangeArrowheads="1"/>
            </p:cNvSpPr>
            <p:nvPr/>
          </p:nvSpPr>
          <p:spPr bwMode="auto">
            <a:xfrm>
              <a:off x="3120" y="1344"/>
              <a:ext cx="768" cy="148"/>
            </a:xfrm>
            <a:prstGeom prst="rect">
              <a:avLst/>
            </a:prstGeom>
            <a:solidFill>
              <a:srgbClr val="66FF99"/>
            </a:solidFill>
            <a:ln w="76200" cmpd="tri">
              <a:solidFill>
                <a:schemeClr val="accent2"/>
              </a:solidFill>
              <a:miter lim="800000"/>
              <a:headEnd/>
              <a:tailEnd/>
            </a:ln>
          </p:spPr>
          <p:txBody>
            <a:bodyPr>
              <a:spAutoFit/>
            </a:bodyPr>
            <a:lstStyle/>
            <a:p>
              <a:pPr algn="r" eaLnBrk="0" hangingPunct="0">
                <a:lnSpc>
                  <a:spcPct val="77000"/>
                </a:lnSpc>
                <a:buClr>
                  <a:srgbClr val="A50021"/>
                </a:buClr>
                <a:buSzPct val="114000"/>
                <a:buFontTx/>
                <a:buNone/>
              </a:pPr>
              <a:r>
                <a:rPr lang="zh-CN" altLang="en-US" sz="1200"/>
                <a:t>私钥</a:t>
              </a:r>
            </a:p>
          </p:txBody>
        </p:sp>
        <p:pic>
          <p:nvPicPr>
            <p:cNvPr id="37816" name="Picture 96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6" y="1344"/>
              <a:ext cx="34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498632" name="Line 968"/>
          <p:cNvSpPr>
            <a:spLocks noChangeShapeType="1"/>
          </p:cNvSpPr>
          <p:nvPr/>
        </p:nvSpPr>
        <p:spPr bwMode="auto">
          <a:xfrm flipV="1">
            <a:off x="8686800" y="1066800"/>
            <a:ext cx="0" cy="6858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2" name="Group 972"/>
          <p:cNvGrpSpPr>
            <a:grpSpLocks/>
          </p:cNvGrpSpPr>
          <p:nvPr/>
        </p:nvGrpSpPr>
        <p:grpSpPr bwMode="auto">
          <a:xfrm>
            <a:off x="6172200" y="3276606"/>
            <a:ext cx="1600200" cy="247651"/>
            <a:chOff x="2976" y="2064"/>
            <a:chExt cx="1008" cy="156"/>
          </a:xfrm>
          <a:solidFill>
            <a:srgbClr val="FF0000"/>
          </a:solidFill>
        </p:grpSpPr>
        <p:sp>
          <p:nvSpPr>
            <p:cNvPr id="37819" name="Text Box 969"/>
            <p:cNvSpPr txBox="1">
              <a:spLocks noChangeArrowheads="1"/>
            </p:cNvSpPr>
            <p:nvPr/>
          </p:nvSpPr>
          <p:spPr bwMode="auto">
            <a:xfrm>
              <a:off x="2976" y="2064"/>
              <a:ext cx="672" cy="153"/>
            </a:xfrm>
            <a:prstGeom prst="rect">
              <a:avLst/>
            </a:prstGeom>
            <a:grpFill/>
            <a:ln w="9525">
              <a:pattFill prst="pct50">
                <a:fgClr>
                  <a:srgbClr val="FF3399"/>
                </a:fgClr>
                <a:bgClr>
                  <a:srgbClr val="FFFFFF"/>
                </a:bgClr>
              </a:pattFill>
              <a:miter lim="800000"/>
              <a:headEnd/>
              <a:tailEnd/>
            </a:ln>
          </p:spPr>
          <p:txBody>
            <a:bodyPr>
              <a:spAutoFit/>
            </a:bodyPr>
            <a:lstStyle/>
            <a:p>
              <a:pPr eaLnBrk="0" hangingPunct="0">
                <a:lnSpc>
                  <a:spcPct val="77000"/>
                </a:lnSpc>
                <a:buClr>
                  <a:srgbClr val="A50021"/>
                </a:buClr>
                <a:buSzPct val="114000"/>
                <a:buFontTx/>
                <a:buNone/>
              </a:pPr>
              <a:r>
                <a:rPr lang="zh-CN" altLang="en-US" sz="1200"/>
                <a:t>原始数据包</a:t>
              </a:r>
            </a:p>
          </p:txBody>
        </p:sp>
        <p:sp>
          <p:nvSpPr>
            <p:cNvPr id="37820" name="Rectangle 970" descr="横向砖形"/>
            <p:cNvSpPr>
              <a:spLocks noChangeArrowheads="1"/>
            </p:cNvSpPr>
            <p:nvPr/>
          </p:nvSpPr>
          <p:spPr bwMode="auto">
            <a:xfrm>
              <a:off x="3648" y="2076"/>
              <a:ext cx="336" cy="144"/>
            </a:xfrm>
            <a:prstGeom prst="rect">
              <a:avLst/>
            </a:prstGeom>
            <a:solidFill>
              <a:srgbClr val="92D050"/>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DSS</a:t>
              </a:r>
            </a:p>
          </p:txBody>
        </p:sp>
      </p:grpSp>
      <p:sp>
        <p:nvSpPr>
          <p:cNvPr id="498635" name="Rectangle 971" descr="横向砖形"/>
          <p:cNvSpPr>
            <a:spLocks noChangeArrowheads="1"/>
          </p:cNvSpPr>
          <p:nvPr/>
        </p:nvSpPr>
        <p:spPr bwMode="auto">
          <a:xfrm>
            <a:off x="8382000" y="838200"/>
            <a:ext cx="533400" cy="228600"/>
          </a:xfrm>
          <a:prstGeom prst="rect">
            <a:avLst/>
          </a:prstGeom>
          <a:solidFill>
            <a:srgbClr val="92D050"/>
          </a:solidFill>
          <a:ln>
            <a:noFill/>
          </a:ln>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DSS</a:t>
            </a:r>
          </a:p>
        </p:txBody>
      </p:sp>
      <p:sp>
        <p:nvSpPr>
          <p:cNvPr id="498637" name="Text Box 973"/>
          <p:cNvSpPr txBox="1">
            <a:spLocks noChangeArrowheads="1"/>
          </p:cNvSpPr>
          <p:nvPr/>
        </p:nvSpPr>
        <p:spPr bwMode="auto">
          <a:xfrm>
            <a:off x="7924800" y="29718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buFontTx/>
              <a:buNone/>
            </a:pPr>
            <a:r>
              <a:rPr lang="zh-CN" altLang="en-US" sz="1200"/>
              <a:t>将数字签名附在原始包后面供对方验证签名</a:t>
            </a:r>
          </a:p>
        </p:txBody>
      </p:sp>
      <p:sp>
        <p:nvSpPr>
          <p:cNvPr id="498638" name="Text Box 974"/>
          <p:cNvSpPr txBox="1">
            <a:spLocks noChangeArrowheads="1"/>
          </p:cNvSpPr>
          <p:nvPr/>
        </p:nvSpPr>
        <p:spPr bwMode="auto">
          <a:xfrm>
            <a:off x="7620000" y="12954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buFontTx/>
              <a:buNone/>
            </a:pPr>
            <a:r>
              <a:rPr lang="zh-CN" altLang="en-US" sz="1200"/>
              <a:t>得到数字签名</a:t>
            </a:r>
          </a:p>
        </p:txBody>
      </p:sp>
      <p:grpSp>
        <p:nvGrpSpPr>
          <p:cNvPr id="23" name="Group 975"/>
          <p:cNvGrpSpPr>
            <a:grpSpLocks/>
          </p:cNvGrpSpPr>
          <p:nvPr/>
        </p:nvGrpSpPr>
        <p:grpSpPr bwMode="auto">
          <a:xfrm>
            <a:off x="5791200" y="6248400"/>
            <a:ext cx="1600200" cy="242888"/>
            <a:chOff x="2976" y="2064"/>
            <a:chExt cx="1008" cy="153"/>
          </a:xfrm>
          <a:solidFill>
            <a:srgbClr val="FF0000"/>
          </a:solidFill>
        </p:grpSpPr>
        <p:sp>
          <p:nvSpPr>
            <p:cNvPr id="37825" name="Text Box 976"/>
            <p:cNvSpPr txBox="1">
              <a:spLocks noChangeArrowheads="1"/>
            </p:cNvSpPr>
            <p:nvPr/>
          </p:nvSpPr>
          <p:spPr bwMode="auto">
            <a:xfrm>
              <a:off x="2976" y="2064"/>
              <a:ext cx="672" cy="153"/>
            </a:xfrm>
            <a:prstGeom prst="rect">
              <a:avLst/>
            </a:prstGeom>
            <a:grpFill/>
            <a:ln w="9525">
              <a:pattFill prst="pct50">
                <a:fgClr>
                  <a:srgbClr val="FF3399"/>
                </a:fgClr>
                <a:bgClr>
                  <a:srgbClr val="FFFFFF"/>
                </a:bgClr>
              </a:pattFill>
              <a:miter lim="800000"/>
              <a:headEnd/>
              <a:tailEnd/>
            </a:ln>
          </p:spPr>
          <p:txBody>
            <a:bodyPr>
              <a:spAutoFit/>
            </a:bodyPr>
            <a:lstStyle/>
            <a:p>
              <a:pPr eaLnBrk="0" hangingPunct="0">
                <a:lnSpc>
                  <a:spcPct val="77000"/>
                </a:lnSpc>
                <a:buClr>
                  <a:srgbClr val="A50021"/>
                </a:buClr>
                <a:buSzPct val="114000"/>
                <a:buFontTx/>
                <a:buNone/>
              </a:pPr>
              <a:r>
                <a:rPr lang="zh-CN" altLang="en-US" sz="1200"/>
                <a:t>原始数据包</a:t>
              </a:r>
            </a:p>
          </p:txBody>
        </p:sp>
        <p:sp>
          <p:nvSpPr>
            <p:cNvPr id="37826" name="Rectangle 977" descr="横向砖形"/>
            <p:cNvSpPr>
              <a:spLocks noChangeArrowheads="1"/>
            </p:cNvSpPr>
            <p:nvPr/>
          </p:nvSpPr>
          <p:spPr bwMode="auto">
            <a:xfrm>
              <a:off x="3648" y="2064"/>
              <a:ext cx="336" cy="144"/>
            </a:xfrm>
            <a:prstGeom prst="rect">
              <a:avLst/>
            </a:prstGeom>
            <a:solidFill>
              <a:srgbClr val="92D050"/>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DSS</a:t>
              </a:r>
            </a:p>
          </p:txBody>
        </p:sp>
      </p:grpSp>
      <p:grpSp>
        <p:nvGrpSpPr>
          <p:cNvPr id="24" name="Group 978"/>
          <p:cNvGrpSpPr>
            <a:grpSpLocks/>
          </p:cNvGrpSpPr>
          <p:nvPr/>
        </p:nvGrpSpPr>
        <p:grpSpPr bwMode="auto">
          <a:xfrm>
            <a:off x="5715000" y="4343406"/>
            <a:ext cx="1600200" cy="247651"/>
            <a:chOff x="2976" y="2064"/>
            <a:chExt cx="1008" cy="156"/>
          </a:xfrm>
          <a:solidFill>
            <a:srgbClr val="FF0000"/>
          </a:solidFill>
        </p:grpSpPr>
        <p:sp>
          <p:nvSpPr>
            <p:cNvPr id="37828" name="Text Box 979"/>
            <p:cNvSpPr txBox="1">
              <a:spLocks noChangeArrowheads="1"/>
            </p:cNvSpPr>
            <p:nvPr/>
          </p:nvSpPr>
          <p:spPr bwMode="auto">
            <a:xfrm>
              <a:off x="2976" y="2064"/>
              <a:ext cx="672" cy="153"/>
            </a:xfrm>
            <a:prstGeom prst="rect">
              <a:avLst/>
            </a:prstGeom>
            <a:grpFill/>
            <a:ln w="9525">
              <a:pattFill prst="pct50">
                <a:fgClr>
                  <a:srgbClr val="FF3399"/>
                </a:fgClr>
                <a:bgClr>
                  <a:srgbClr val="FFFFFF"/>
                </a:bgClr>
              </a:pattFill>
              <a:miter lim="800000"/>
              <a:headEnd/>
              <a:tailEnd/>
            </a:ln>
          </p:spPr>
          <p:txBody>
            <a:bodyPr>
              <a:spAutoFit/>
            </a:bodyPr>
            <a:lstStyle/>
            <a:p>
              <a:pPr eaLnBrk="0" hangingPunct="0">
                <a:lnSpc>
                  <a:spcPct val="77000"/>
                </a:lnSpc>
                <a:buClr>
                  <a:srgbClr val="A50021"/>
                </a:buClr>
                <a:buSzPct val="114000"/>
                <a:buFontTx/>
                <a:buNone/>
              </a:pPr>
              <a:r>
                <a:rPr lang="zh-CN" altLang="en-US" sz="1200"/>
                <a:t>原始数据包</a:t>
              </a:r>
            </a:p>
          </p:txBody>
        </p:sp>
        <p:sp>
          <p:nvSpPr>
            <p:cNvPr id="37829" name="Rectangle 980" descr="横向砖形"/>
            <p:cNvSpPr>
              <a:spLocks noChangeArrowheads="1"/>
            </p:cNvSpPr>
            <p:nvPr/>
          </p:nvSpPr>
          <p:spPr bwMode="auto">
            <a:xfrm>
              <a:off x="3648" y="2076"/>
              <a:ext cx="336" cy="144"/>
            </a:xfrm>
            <a:prstGeom prst="rect">
              <a:avLst/>
            </a:prstGeom>
            <a:solidFill>
              <a:srgbClr val="92D050"/>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DSS</a:t>
              </a:r>
            </a:p>
          </p:txBody>
        </p:sp>
      </p:grpSp>
      <p:sp>
        <p:nvSpPr>
          <p:cNvPr id="498647" name="Rectangle 983" descr="横向砖形"/>
          <p:cNvSpPr>
            <a:spLocks noChangeArrowheads="1"/>
          </p:cNvSpPr>
          <p:nvPr/>
        </p:nvSpPr>
        <p:spPr bwMode="auto">
          <a:xfrm>
            <a:off x="6781800" y="4800600"/>
            <a:ext cx="533400" cy="228600"/>
          </a:xfrm>
          <a:prstGeom prst="rect">
            <a:avLst/>
          </a:prstGeom>
          <a:solidFill>
            <a:srgbClr val="92D050"/>
          </a:solidFill>
          <a:ln>
            <a:noFill/>
          </a:ln>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DSS</a:t>
            </a:r>
          </a:p>
        </p:txBody>
      </p:sp>
      <p:sp>
        <p:nvSpPr>
          <p:cNvPr id="498648" name="Line 984"/>
          <p:cNvSpPr>
            <a:spLocks noChangeShapeType="1"/>
          </p:cNvSpPr>
          <p:nvPr/>
        </p:nvSpPr>
        <p:spPr bwMode="auto">
          <a:xfrm>
            <a:off x="7315200" y="4953000"/>
            <a:ext cx="6096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8649" name="Text Box 985"/>
          <p:cNvSpPr txBox="1">
            <a:spLocks noChangeArrowheads="1"/>
          </p:cNvSpPr>
          <p:nvPr/>
        </p:nvSpPr>
        <p:spPr bwMode="auto">
          <a:xfrm>
            <a:off x="7315200" y="4724400"/>
            <a:ext cx="609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200"/>
              <a:t>解密</a:t>
            </a:r>
            <a:endParaRPr lang="en-US" altLang="zh-CN" sz="1200"/>
          </a:p>
        </p:txBody>
      </p:sp>
      <p:sp>
        <p:nvSpPr>
          <p:cNvPr id="498650" name="Line 986"/>
          <p:cNvSpPr>
            <a:spLocks noChangeShapeType="1"/>
          </p:cNvSpPr>
          <p:nvPr/>
        </p:nvSpPr>
        <p:spPr bwMode="auto">
          <a:xfrm>
            <a:off x="9296400" y="4876800"/>
            <a:ext cx="0" cy="381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8651" name="Line 987"/>
          <p:cNvSpPr>
            <a:spLocks noChangeShapeType="1"/>
          </p:cNvSpPr>
          <p:nvPr/>
        </p:nvSpPr>
        <p:spPr bwMode="auto">
          <a:xfrm flipH="1">
            <a:off x="6553200" y="5257800"/>
            <a:ext cx="27432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8652" name="Line 988"/>
          <p:cNvSpPr>
            <a:spLocks noChangeShapeType="1"/>
          </p:cNvSpPr>
          <p:nvPr/>
        </p:nvSpPr>
        <p:spPr bwMode="auto">
          <a:xfrm>
            <a:off x="7010400" y="4572000"/>
            <a:ext cx="0" cy="2286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8653" name="Text Box 989"/>
          <p:cNvSpPr txBox="1">
            <a:spLocks noChangeArrowheads="1"/>
          </p:cNvSpPr>
          <p:nvPr/>
        </p:nvSpPr>
        <p:spPr bwMode="auto">
          <a:xfrm>
            <a:off x="9296400" y="4953000"/>
            <a:ext cx="838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200"/>
              <a:t>相等吗？</a:t>
            </a:r>
            <a:endParaRPr lang="en-US" altLang="zh-CN" sz="1200"/>
          </a:p>
        </p:txBody>
      </p:sp>
      <p:sp>
        <p:nvSpPr>
          <p:cNvPr id="498654" name="Text Box 990"/>
          <p:cNvSpPr txBox="1">
            <a:spLocks noChangeArrowheads="1"/>
          </p:cNvSpPr>
          <p:nvPr/>
        </p:nvSpPr>
        <p:spPr bwMode="auto">
          <a:xfrm>
            <a:off x="7391400" y="5029200"/>
            <a:ext cx="838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buFontTx/>
              <a:buNone/>
            </a:pPr>
            <a:r>
              <a:rPr lang="zh-CN" altLang="en-US" sz="1200"/>
              <a:t>验证通过</a:t>
            </a:r>
            <a:endParaRPr lang="en-US" altLang="zh-CN" sz="1200"/>
          </a:p>
        </p:txBody>
      </p:sp>
    </p:spTree>
    <p:extLst>
      <p:ext uri="{BB962C8B-B14F-4D97-AF65-F5344CB8AC3E}">
        <p14:creationId xmlns:p14="http://schemas.microsoft.com/office/powerpoint/2010/main" val="1931530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497747"/>
                                        </p:tgtEl>
                                        <p:attrNameLst>
                                          <p:attrName>style.visibility</p:attrName>
                                        </p:attrNameLst>
                                      </p:cBhvr>
                                      <p:to>
                                        <p:strVal val="visible"/>
                                      </p:to>
                                    </p:set>
                                    <p:animEffect transition="in" filter="wipe(down)">
                                      <p:cBhvr>
                                        <p:cTn id="11" dur="500"/>
                                        <p:tgtEl>
                                          <p:spTgt spid="497747"/>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97750"/>
                                        </p:tgtEl>
                                        <p:attrNameLst>
                                          <p:attrName>style.visibility</p:attrName>
                                        </p:attrNameLst>
                                      </p:cBhvr>
                                      <p:to>
                                        <p:strVal val="visible"/>
                                      </p:to>
                                    </p:set>
                                    <p:animEffect transition="in" filter="wipe(up)">
                                      <p:cBhvr>
                                        <p:cTn id="15" dur="500"/>
                                        <p:tgtEl>
                                          <p:spTgt spid="49775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97748"/>
                                        </p:tgtEl>
                                        <p:attrNameLst>
                                          <p:attrName>style.visibility</p:attrName>
                                        </p:attrNameLst>
                                      </p:cBhvr>
                                      <p:to>
                                        <p:strVal val="visible"/>
                                      </p:to>
                                    </p:set>
                                    <p:animEffect transition="in" filter="wipe(left)">
                                      <p:cBhvr>
                                        <p:cTn id="19" dur="500"/>
                                        <p:tgtEl>
                                          <p:spTgt spid="497748"/>
                                        </p:tgtEl>
                                      </p:cBhvr>
                                    </p:animEffect>
                                  </p:childTnLst>
                                </p:cTn>
                              </p:par>
                            </p:childTnLst>
                          </p:cTn>
                        </p:par>
                        <p:par>
                          <p:cTn id="20" fill="hold" nodeType="afterGroup">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42015"/>
                                        </p:tgtEl>
                                        <p:attrNameLst>
                                          <p:attrName>style.visibility</p:attrName>
                                        </p:attrNameLst>
                                      </p:cBhvr>
                                      <p:to>
                                        <p:strVal val="visible"/>
                                      </p:to>
                                    </p:set>
                                    <p:animEffect transition="in" filter="slide(fromLeft)">
                                      <p:cBhvr>
                                        <p:cTn id="23" dur="500"/>
                                        <p:tgtEl>
                                          <p:spTgt spid="42015"/>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497740"/>
                                        </p:tgtEl>
                                        <p:attrNameLst>
                                          <p:attrName>style.visibility</p:attrName>
                                        </p:attrNameLst>
                                      </p:cBhvr>
                                      <p:to>
                                        <p:strVal val="visible"/>
                                      </p:to>
                                    </p:set>
                                    <p:animEffect transition="in" filter="wipe(left)">
                                      <p:cBhvr>
                                        <p:cTn id="27" dur="500"/>
                                        <p:tgtEl>
                                          <p:spTgt spid="4977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497767"/>
                                        </p:tgtEl>
                                        <p:attrNameLst>
                                          <p:attrName>style.visibility</p:attrName>
                                        </p:attrNameLst>
                                      </p:cBhvr>
                                      <p:to>
                                        <p:strVal val="visible"/>
                                      </p:to>
                                    </p:set>
                                    <p:animEffect transition="in" filter="wipe(down)">
                                      <p:cBhvr>
                                        <p:cTn id="32" dur="500"/>
                                        <p:tgtEl>
                                          <p:spTgt spid="497767"/>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497768"/>
                                        </p:tgtEl>
                                        <p:attrNameLst>
                                          <p:attrName>style.visibility</p:attrName>
                                        </p:attrNameLst>
                                      </p:cBhvr>
                                      <p:to>
                                        <p:strVal val="visible"/>
                                      </p:to>
                                    </p:set>
                                    <p:animEffect transition="in" filter="wipe(left)">
                                      <p:cBhvr>
                                        <p:cTn id="36" dur="500"/>
                                        <p:tgtEl>
                                          <p:spTgt spid="497768"/>
                                        </p:tgtEl>
                                      </p:cBhvr>
                                    </p:animEffect>
                                  </p:childTnLst>
                                </p:cTn>
                              </p:par>
                            </p:childTnLst>
                          </p:cTn>
                        </p:par>
                        <p:par>
                          <p:cTn id="37" fill="hold" nodeType="afterGroup">
                            <p:stCondLst>
                              <p:cond delay="1000"/>
                            </p:stCondLst>
                            <p:childTnLst>
                              <p:par>
                                <p:cTn id="38" presetID="12" presetClass="entr" presetSubtype="8" fill="hold" grpId="0" nodeType="afterEffect">
                                  <p:stCondLst>
                                    <p:cond delay="0"/>
                                  </p:stCondLst>
                                  <p:childTnLst>
                                    <p:set>
                                      <p:cBhvr>
                                        <p:cTn id="39" dur="1" fill="hold">
                                          <p:stCondLst>
                                            <p:cond delay="0"/>
                                          </p:stCondLst>
                                        </p:cTn>
                                        <p:tgtEl>
                                          <p:spTgt spid="497752"/>
                                        </p:tgtEl>
                                        <p:attrNameLst>
                                          <p:attrName>style.visibility</p:attrName>
                                        </p:attrNameLst>
                                      </p:cBhvr>
                                      <p:to>
                                        <p:strVal val="visible"/>
                                      </p:to>
                                    </p:set>
                                    <p:animEffect transition="in" filter="slide(fromLeft)">
                                      <p:cBhvr>
                                        <p:cTn id="40" dur="500"/>
                                        <p:tgtEl>
                                          <p:spTgt spid="497752"/>
                                        </p:tgtEl>
                                      </p:cBhvr>
                                    </p:animEffect>
                                  </p:childTnLst>
                                </p:cTn>
                              </p:par>
                            </p:childTnLst>
                          </p:cTn>
                        </p:par>
                        <p:par>
                          <p:cTn id="41" fill="hold" nodeType="afterGroup">
                            <p:stCondLst>
                              <p:cond delay="1500"/>
                            </p:stCondLst>
                            <p:childTnLst>
                              <p:par>
                                <p:cTn id="42" presetID="12" presetClass="entr" presetSubtype="2" fill="hold" grpId="0" nodeType="afterEffect">
                                  <p:stCondLst>
                                    <p:cond delay="0"/>
                                  </p:stCondLst>
                                  <p:childTnLst>
                                    <p:set>
                                      <p:cBhvr>
                                        <p:cTn id="43" dur="1" fill="hold">
                                          <p:stCondLst>
                                            <p:cond delay="0"/>
                                          </p:stCondLst>
                                        </p:cTn>
                                        <p:tgtEl>
                                          <p:spTgt spid="497757"/>
                                        </p:tgtEl>
                                        <p:attrNameLst>
                                          <p:attrName>style.visibility</p:attrName>
                                        </p:attrNameLst>
                                      </p:cBhvr>
                                      <p:to>
                                        <p:strVal val="visible"/>
                                      </p:to>
                                    </p:set>
                                    <p:animEffect transition="in" filter="slide(fromRight)">
                                      <p:cBhvr>
                                        <p:cTn id="44" dur="500"/>
                                        <p:tgtEl>
                                          <p:spTgt spid="497757"/>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497756"/>
                                        </p:tgtEl>
                                        <p:attrNameLst>
                                          <p:attrName>style.visibility</p:attrName>
                                        </p:attrNameLst>
                                      </p:cBhvr>
                                      <p:to>
                                        <p:strVal val="visible"/>
                                      </p:to>
                                    </p:set>
                                    <p:animEffect transition="in" filter="wipe(left)">
                                      <p:cBhvr>
                                        <p:cTn id="48" dur="500"/>
                                        <p:tgtEl>
                                          <p:spTgt spid="497756"/>
                                        </p:tgtEl>
                                      </p:cBhvr>
                                    </p:animEffect>
                                  </p:childTnLst>
                                </p:cTn>
                              </p:par>
                            </p:childTnLst>
                          </p:cTn>
                        </p:par>
                        <p:par>
                          <p:cTn id="49" fill="hold" nodeType="afterGroup">
                            <p:stCondLst>
                              <p:cond delay="2500"/>
                            </p:stCondLst>
                            <p:childTnLst>
                              <p:par>
                                <p:cTn id="50" presetID="12" presetClass="entr" presetSubtype="8" fill="hold" grpId="0" nodeType="afterEffect">
                                  <p:stCondLst>
                                    <p:cond delay="0"/>
                                  </p:stCondLst>
                                  <p:childTnLst>
                                    <p:set>
                                      <p:cBhvr>
                                        <p:cTn id="51" dur="1" fill="hold">
                                          <p:stCondLst>
                                            <p:cond delay="0"/>
                                          </p:stCondLst>
                                        </p:cTn>
                                        <p:tgtEl>
                                          <p:spTgt spid="497758"/>
                                        </p:tgtEl>
                                        <p:attrNameLst>
                                          <p:attrName>style.visibility</p:attrName>
                                        </p:attrNameLst>
                                      </p:cBhvr>
                                      <p:to>
                                        <p:strVal val="visible"/>
                                      </p:to>
                                    </p:set>
                                    <p:animEffect transition="in" filter="slide(fromLeft)">
                                      <p:cBhvr>
                                        <p:cTn id="52" dur="500"/>
                                        <p:tgtEl>
                                          <p:spTgt spid="497758"/>
                                        </p:tgtEl>
                                      </p:cBhvr>
                                    </p:animEffect>
                                  </p:childTnLst>
                                </p:cTn>
                              </p:par>
                            </p:childTnLst>
                          </p:cTn>
                        </p:par>
                        <p:par>
                          <p:cTn id="53" fill="hold" nodeType="afterGroup">
                            <p:stCondLst>
                              <p:cond delay="3000"/>
                            </p:stCondLst>
                            <p:childTnLst>
                              <p:par>
                                <p:cTn id="54" presetID="22" presetClass="entr" presetSubtype="8" fill="hold" nodeType="afterEffect">
                                  <p:stCondLst>
                                    <p:cond delay="0"/>
                                  </p:stCondLst>
                                  <p:childTnLst>
                                    <p:set>
                                      <p:cBhvr>
                                        <p:cTn id="55" dur="1" fill="hold">
                                          <p:stCondLst>
                                            <p:cond delay="0"/>
                                          </p:stCondLst>
                                        </p:cTn>
                                        <p:tgtEl>
                                          <p:spTgt spid="497769"/>
                                        </p:tgtEl>
                                        <p:attrNameLst>
                                          <p:attrName>style.visibility</p:attrName>
                                        </p:attrNameLst>
                                      </p:cBhvr>
                                      <p:to>
                                        <p:strVal val="visible"/>
                                      </p:to>
                                    </p:set>
                                    <p:animEffect transition="in" filter="wipe(left)">
                                      <p:cBhvr>
                                        <p:cTn id="56" dur="500"/>
                                        <p:tgtEl>
                                          <p:spTgt spid="497769"/>
                                        </p:tgtEl>
                                      </p:cBhvr>
                                    </p:animEffect>
                                  </p:childTnLst>
                                </p:cTn>
                              </p:par>
                            </p:childTnLst>
                          </p:cTn>
                        </p:par>
                        <p:par>
                          <p:cTn id="57" fill="hold" nodeType="afterGroup">
                            <p:stCondLst>
                              <p:cond delay="3500"/>
                            </p:stCondLst>
                            <p:childTnLst>
                              <p:par>
                                <p:cTn id="58" presetID="12" presetClass="entr" presetSubtype="8" fill="hold"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slide(fromLeft)">
                                      <p:cBhvr>
                                        <p:cTn id="60" dur="500"/>
                                        <p:tgtEl>
                                          <p:spTgt spid="21"/>
                                        </p:tgtEl>
                                      </p:cBhvr>
                                    </p:animEffect>
                                  </p:childTnLst>
                                </p:cTn>
                              </p:par>
                            </p:childTnLst>
                          </p:cTn>
                        </p:par>
                        <p:par>
                          <p:cTn id="61" fill="hold" nodeType="afterGroup">
                            <p:stCondLst>
                              <p:cond delay="4000"/>
                            </p:stCondLst>
                            <p:childTnLst>
                              <p:par>
                                <p:cTn id="62" presetID="12" presetClass="entr" presetSubtype="8" fill="hold" grpId="0" nodeType="afterEffect">
                                  <p:stCondLst>
                                    <p:cond delay="0"/>
                                  </p:stCondLst>
                                  <p:childTnLst>
                                    <p:set>
                                      <p:cBhvr>
                                        <p:cTn id="63" dur="1" fill="hold">
                                          <p:stCondLst>
                                            <p:cond delay="0"/>
                                          </p:stCondLst>
                                        </p:cTn>
                                        <p:tgtEl>
                                          <p:spTgt spid="497766"/>
                                        </p:tgtEl>
                                        <p:attrNameLst>
                                          <p:attrName>style.visibility</p:attrName>
                                        </p:attrNameLst>
                                      </p:cBhvr>
                                      <p:to>
                                        <p:strVal val="visible"/>
                                      </p:to>
                                    </p:set>
                                    <p:animEffect transition="in" filter="slide(fromLeft)">
                                      <p:cBhvr>
                                        <p:cTn id="64" dur="500"/>
                                        <p:tgtEl>
                                          <p:spTgt spid="497766"/>
                                        </p:tgtEl>
                                      </p:cBhvr>
                                    </p:animEffect>
                                  </p:childTnLst>
                                </p:cTn>
                              </p:par>
                            </p:childTnLst>
                          </p:cTn>
                        </p:par>
                        <p:par>
                          <p:cTn id="65" fill="hold" nodeType="afterGroup">
                            <p:stCondLst>
                              <p:cond delay="4500"/>
                            </p:stCondLst>
                            <p:childTnLst>
                              <p:par>
                                <p:cTn id="66" presetID="22" presetClass="entr" presetSubtype="8" fill="hold" nodeType="afterEffect">
                                  <p:stCondLst>
                                    <p:cond delay="0"/>
                                  </p:stCondLst>
                                  <p:childTnLst>
                                    <p:set>
                                      <p:cBhvr>
                                        <p:cTn id="67" dur="1" fill="hold">
                                          <p:stCondLst>
                                            <p:cond delay="0"/>
                                          </p:stCondLst>
                                        </p:cTn>
                                        <p:tgtEl>
                                          <p:spTgt spid="497760"/>
                                        </p:tgtEl>
                                        <p:attrNameLst>
                                          <p:attrName>style.visibility</p:attrName>
                                        </p:attrNameLst>
                                      </p:cBhvr>
                                      <p:to>
                                        <p:strVal val="visible"/>
                                      </p:to>
                                    </p:set>
                                    <p:animEffect transition="in" filter="wipe(left)">
                                      <p:cBhvr>
                                        <p:cTn id="68" dur="500"/>
                                        <p:tgtEl>
                                          <p:spTgt spid="497760"/>
                                        </p:tgtEl>
                                      </p:cBhvr>
                                    </p:animEffect>
                                  </p:childTnLst>
                                </p:cTn>
                              </p:par>
                            </p:childTnLst>
                          </p:cTn>
                        </p:par>
                        <p:par>
                          <p:cTn id="69" fill="hold" nodeType="afterGroup">
                            <p:stCondLst>
                              <p:cond delay="5000"/>
                            </p:stCondLst>
                            <p:childTnLst>
                              <p:par>
                                <p:cTn id="70" presetID="22" presetClass="entr" presetSubtype="4" fill="hold" nodeType="afterEffect">
                                  <p:stCondLst>
                                    <p:cond delay="0"/>
                                  </p:stCondLst>
                                  <p:childTnLst>
                                    <p:set>
                                      <p:cBhvr>
                                        <p:cTn id="71" dur="1" fill="hold">
                                          <p:stCondLst>
                                            <p:cond delay="0"/>
                                          </p:stCondLst>
                                        </p:cTn>
                                        <p:tgtEl>
                                          <p:spTgt spid="497763"/>
                                        </p:tgtEl>
                                        <p:attrNameLst>
                                          <p:attrName>style.visibility</p:attrName>
                                        </p:attrNameLst>
                                      </p:cBhvr>
                                      <p:to>
                                        <p:strVal val="visible"/>
                                      </p:to>
                                    </p:set>
                                    <p:animEffect transition="in" filter="wipe(down)">
                                      <p:cBhvr>
                                        <p:cTn id="72" dur="500"/>
                                        <p:tgtEl>
                                          <p:spTgt spid="497763"/>
                                        </p:tgtEl>
                                      </p:cBhvr>
                                    </p:animEffect>
                                  </p:childTnLst>
                                </p:cTn>
                              </p:par>
                            </p:childTnLst>
                          </p:cTn>
                        </p:par>
                        <p:par>
                          <p:cTn id="73" fill="hold" nodeType="afterGroup">
                            <p:stCondLst>
                              <p:cond delay="5500"/>
                            </p:stCondLst>
                            <p:childTnLst>
                              <p:par>
                                <p:cTn id="74" presetID="22" presetClass="entr" presetSubtype="4" fill="hold" nodeType="afterEffect">
                                  <p:stCondLst>
                                    <p:cond delay="0"/>
                                  </p:stCondLst>
                                  <p:childTnLst>
                                    <p:set>
                                      <p:cBhvr>
                                        <p:cTn id="75" dur="1" fill="hold">
                                          <p:stCondLst>
                                            <p:cond delay="0"/>
                                          </p:stCondLst>
                                        </p:cTn>
                                        <p:tgtEl>
                                          <p:spTgt spid="498632"/>
                                        </p:tgtEl>
                                        <p:attrNameLst>
                                          <p:attrName>style.visibility</p:attrName>
                                        </p:attrNameLst>
                                      </p:cBhvr>
                                      <p:to>
                                        <p:strVal val="visible"/>
                                      </p:to>
                                    </p:set>
                                    <p:animEffect transition="in" filter="wipe(down)">
                                      <p:cBhvr>
                                        <p:cTn id="76" dur="500"/>
                                        <p:tgtEl>
                                          <p:spTgt spid="498632"/>
                                        </p:tgtEl>
                                      </p:cBhvr>
                                    </p:animEffect>
                                  </p:childTnLst>
                                </p:cTn>
                              </p:par>
                            </p:childTnLst>
                          </p:cTn>
                        </p:par>
                        <p:par>
                          <p:cTn id="77" fill="hold" nodeType="afterGroup">
                            <p:stCondLst>
                              <p:cond delay="6000"/>
                            </p:stCondLst>
                            <p:childTnLst>
                              <p:par>
                                <p:cTn id="78" presetID="12" presetClass="entr" presetSubtype="8" fill="hold" grpId="0" nodeType="afterEffect">
                                  <p:stCondLst>
                                    <p:cond delay="0"/>
                                  </p:stCondLst>
                                  <p:childTnLst>
                                    <p:set>
                                      <p:cBhvr>
                                        <p:cTn id="79" dur="1" fill="hold">
                                          <p:stCondLst>
                                            <p:cond delay="0"/>
                                          </p:stCondLst>
                                        </p:cTn>
                                        <p:tgtEl>
                                          <p:spTgt spid="498638"/>
                                        </p:tgtEl>
                                        <p:attrNameLst>
                                          <p:attrName>style.visibility</p:attrName>
                                        </p:attrNameLst>
                                      </p:cBhvr>
                                      <p:to>
                                        <p:strVal val="visible"/>
                                      </p:to>
                                    </p:set>
                                    <p:animEffect transition="in" filter="slide(fromLeft)">
                                      <p:cBhvr>
                                        <p:cTn id="80" dur="500"/>
                                        <p:tgtEl>
                                          <p:spTgt spid="498638"/>
                                        </p:tgtEl>
                                      </p:cBhvr>
                                    </p:animEffect>
                                  </p:childTnLst>
                                </p:cTn>
                              </p:par>
                            </p:childTnLst>
                          </p:cTn>
                        </p:par>
                        <p:par>
                          <p:cTn id="81" fill="hold" nodeType="afterGroup">
                            <p:stCondLst>
                              <p:cond delay="6500"/>
                            </p:stCondLst>
                            <p:childTnLst>
                              <p:par>
                                <p:cTn id="82" presetID="12" presetClass="entr" presetSubtype="4" fill="hold" grpId="0" nodeType="afterEffect">
                                  <p:stCondLst>
                                    <p:cond delay="0"/>
                                  </p:stCondLst>
                                  <p:childTnLst>
                                    <p:set>
                                      <p:cBhvr>
                                        <p:cTn id="83" dur="1" fill="hold">
                                          <p:stCondLst>
                                            <p:cond delay="0"/>
                                          </p:stCondLst>
                                        </p:cTn>
                                        <p:tgtEl>
                                          <p:spTgt spid="498635"/>
                                        </p:tgtEl>
                                        <p:attrNameLst>
                                          <p:attrName>style.visibility</p:attrName>
                                        </p:attrNameLst>
                                      </p:cBhvr>
                                      <p:to>
                                        <p:strVal val="visible"/>
                                      </p:to>
                                    </p:set>
                                    <p:animEffect transition="in" filter="slide(fromBottom)">
                                      <p:cBhvr>
                                        <p:cTn id="84" dur="500"/>
                                        <p:tgtEl>
                                          <p:spTgt spid="49863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497762"/>
                                        </p:tgtEl>
                                        <p:attrNameLst>
                                          <p:attrName>style.visibility</p:attrName>
                                        </p:attrNameLst>
                                      </p:cBhvr>
                                      <p:to>
                                        <p:strVal val="visible"/>
                                      </p:to>
                                    </p:set>
                                    <p:animEffect transition="in" filter="wipe(left)">
                                      <p:cBhvr>
                                        <p:cTn id="89" dur="500"/>
                                        <p:tgtEl>
                                          <p:spTgt spid="497762"/>
                                        </p:tgtEl>
                                      </p:cBhvr>
                                    </p:animEffect>
                                  </p:childTnLst>
                                </p:cTn>
                              </p:par>
                            </p:childTnLst>
                          </p:cTn>
                        </p:par>
                        <p:par>
                          <p:cTn id="90" fill="hold" nodeType="afterGroup">
                            <p:stCondLst>
                              <p:cond delay="500"/>
                            </p:stCondLst>
                            <p:childTnLst>
                              <p:par>
                                <p:cTn id="91" presetID="22" presetClass="entr" presetSubtype="1" fill="hold" nodeType="afterEffect">
                                  <p:stCondLst>
                                    <p:cond delay="0"/>
                                  </p:stCondLst>
                                  <p:childTnLst>
                                    <p:set>
                                      <p:cBhvr>
                                        <p:cTn id="92" dur="1" fill="hold">
                                          <p:stCondLst>
                                            <p:cond delay="0"/>
                                          </p:stCondLst>
                                        </p:cTn>
                                        <p:tgtEl>
                                          <p:spTgt spid="497764"/>
                                        </p:tgtEl>
                                        <p:attrNameLst>
                                          <p:attrName>style.visibility</p:attrName>
                                        </p:attrNameLst>
                                      </p:cBhvr>
                                      <p:to>
                                        <p:strVal val="visible"/>
                                      </p:to>
                                    </p:set>
                                    <p:animEffect transition="in" filter="wipe(up)">
                                      <p:cBhvr>
                                        <p:cTn id="93" dur="500"/>
                                        <p:tgtEl>
                                          <p:spTgt spid="497764"/>
                                        </p:tgtEl>
                                      </p:cBhvr>
                                    </p:animEffect>
                                  </p:childTnLst>
                                </p:cTn>
                              </p:par>
                            </p:childTnLst>
                          </p:cTn>
                        </p:par>
                        <p:par>
                          <p:cTn id="94" fill="hold" nodeType="afterGroup">
                            <p:stCondLst>
                              <p:cond delay="1000"/>
                            </p:stCondLst>
                            <p:childTnLst>
                              <p:par>
                                <p:cTn id="95" presetID="22" presetClass="entr" presetSubtype="2" fill="hold" nodeType="afterEffect">
                                  <p:stCondLst>
                                    <p:cond delay="0"/>
                                  </p:stCondLst>
                                  <p:childTnLst>
                                    <p:set>
                                      <p:cBhvr>
                                        <p:cTn id="96" dur="1" fill="hold">
                                          <p:stCondLst>
                                            <p:cond delay="0"/>
                                          </p:stCondLst>
                                        </p:cTn>
                                        <p:tgtEl>
                                          <p:spTgt spid="497765"/>
                                        </p:tgtEl>
                                        <p:attrNameLst>
                                          <p:attrName>style.visibility</p:attrName>
                                        </p:attrNameLst>
                                      </p:cBhvr>
                                      <p:to>
                                        <p:strVal val="visible"/>
                                      </p:to>
                                    </p:set>
                                    <p:animEffect transition="in" filter="wipe(right)">
                                      <p:cBhvr>
                                        <p:cTn id="97" dur="500"/>
                                        <p:tgtEl>
                                          <p:spTgt spid="497765"/>
                                        </p:tgtEl>
                                      </p:cBhvr>
                                    </p:animEffect>
                                  </p:childTnLst>
                                </p:cTn>
                              </p:par>
                            </p:childTnLst>
                          </p:cTn>
                        </p:par>
                        <p:par>
                          <p:cTn id="98" fill="hold" nodeType="afterGroup">
                            <p:stCondLst>
                              <p:cond delay="1500"/>
                            </p:stCondLst>
                            <p:childTnLst>
                              <p:par>
                                <p:cTn id="99" presetID="12" presetClass="entr" presetSubtype="2" fill="hold" grpId="0" nodeType="afterEffect">
                                  <p:stCondLst>
                                    <p:cond delay="0"/>
                                  </p:stCondLst>
                                  <p:childTnLst>
                                    <p:set>
                                      <p:cBhvr>
                                        <p:cTn id="100" dur="1" fill="hold">
                                          <p:stCondLst>
                                            <p:cond delay="0"/>
                                          </p:stCondLst>
                                        </p:cTn>
                                        <p:tgtEl>
                                          <p:spTgt spid="498637"/>
                                        </p:tgtEl>
                                        <p:attrNameLst>
                                          <p:attrName>style.visibility</p:attrName>
                                        </p:attrNameLst>
                                      </p:cBhvr>
                                      <p:to>
                                        <p:strVal val="visible"/>
                                      </p:to>
                                    </p:set>
                                    <p:animEffect transition="in" filter="slide(fromRight)">
                                      <p:cBhvr>
                                        <p:cTn id="101" dur="500"/>
                                        <p:tgtEl>
                                          <p:spTgt spid="498637"/>
                                        </p:tgtEl>
                                      </p:cBhvr>
                                    </p:animEffect>
                                  </p:childTnLst>
                                </p:cTn>
                              </p:par>
                            </p:childTnLst>
                          </p:cTn>
                        </p:par>
                        <p:par>
                          <p:cTn id="102" fill="hold" nodeType="afterGroup">
                            <p:stCondLst>
                              <p:cond delay="2000"/>
                            </p:stCondLst>
                            <p:childTnLst>
                              <p:par>
                                <p:cTn id="103" presetID="12" presetClass="entr" presetSubtype="2" fill="hold" nodeType="after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slide(fromRight)">
                                      <p:cBhvr>
                                        <p:cTn id="105" dur="500"/>
                                        <p:tgtEl>
                                          <p:spTgt spid="2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42009"/>
                                        </p:tgtEl>
                                        <p:attrNameLst>
                                          <p:attrName>style.visibility</p:attrName>
                                        </p:attrNameLst>
                                      </p:cBhvr>
                                      <p:to>
                                        <p:strVal val="visible"/>
                                      </p:to>
                                    </p:set>
                                    <p:animEffect transition="in" filter="wipe(up)">
                                      <p:cBhvr>
                                        <p:cTn id="110" dur="500"/>
                                        <p:tgtEl>
                                          <p:spTgt spid="42009"/>
                                        </p:tgtEl>
                                      </p:cBhvr>
                                    </p:animEffect>
                                  </p:childTnLst>
                                </p:cTn>
                              </p:par>
                            </p:childTnLst>
                          </p:cTn>
                        </p:par>
                        <p:par>
                          <p:cTn id="111" fill="hold" nodeType="afterGroup">
                            <p:stCondLst>
                              <p:cond delay="500"/>
                            </p:stCondLst>
                            <p:childTnLst>
                              <p:par>
                                <p:cTn id="112" presetID="22" presetClass="entr" presetSubtype="8" fill="hold" nodeType="afterEffect">
                                  <p:stCondLst>
                                    <p:cond delay="0"/>
                                  </p:stCondLst>
                                  <p:childTnLst>
                                    <p:set>
                                      <p:cBhvr>
                                        <p:cTn id="113" dur="1" fill="hold">
                                          <p:stCondLst>
                                            <p:cond delay="0"/>
                                          </p:stCondLst>
                                        </p:cTn>
                                        <p:tgtEl>
                                          <p:spTgt spid="42030"/>
                                        </p:tgtEl>
                                        <p:attrNameLst>
                                          <p:attrName>style.visibility</p:attrName>
                                        </p:attrNameLst>
                                      </p:cBhvr>
                                      <p:to>
                                        <p:strVal val="visible"/>
                                      </p:to>
                                    </p:set>
                                    <p:animEffect transition="in" filter="wipe(left)">
                                      <p:cBhvr>
                                        <p:cTn id="114" dur="500"/>
                                        <p:tgtEl>
                                          <p:spTgt spid="42030"/>
                                        </p:tgtEl>
                                      </p:cBhvr>
                                    </p:animEffect>
                                  </p:childTnLst>
                                </p:cTn>
                              </p:par>
                            </p:childTnLst>
                          </p:cTn>
                        </p:par>
                        <p:par>
                          <p:cTn id="115" fill="hold" nodeType="afterGroup">
                            <p:stCondLst>
                              <p:cond delay="1000"/>
                            </p:stCondLst>
                            <p:childTnLst>
                              <p:par>
                                <p:cTn id="116" presetID="22" presetClass="entr" presetSubtype="8" fill="hold" nodeType="afterEffect">
                                  <p:stCondLst>
                                    <p:cond delay="0"/>
                                  </p:stCondLst>
                                  <p:childTnLst>
                                    <p:set>
                                      <p:cBhvr>
                                        <p:cTn id="117" dur="1" fill="hold">
                                          <p:stCondLst>
                                            <p:cond delay="0"/>
                                          </p:stCondLst>
                                        </p:cTn>
                                        <p:tgtEl>
                                          <p:spTgt spid="42031"/>
                                        </p:tgtEl>
                                        <p:attrNameLst>
                                          <p:attrName>style.visibility</p:attrName>
                                        </p:attrNameLst>
                                      </p:cBhvr>
                                      <p:to>
                                        <p:strVal val="visible"/>
                                      </p:to>
                                    </p:set>
                                    <p:animEffect transition="in" filter="wipe(left)">
                                      <p:cBhvr>
                                        <p:cTn id="118" dur="500"/>
                                        <p:tgtEl>
                                          <p:spTgt spid="42031"/>
                                        </p:tgtEl>
                                      </p:cBhvr>
                                    </p:animEffect>
                                  </p:childTnLst>
                                </p:cTn>
                              </p:par>
                            </p:childTnLst>
                          </p:cTn>
                        </p:par>
                        <p:par>
                          <p:cTn id="119" fill="hold" nodeType="afterGroup">
                            <p:stCondLst>
                              <p:cond delay="1500"/>
                            </p:stCondLst>
                            <p:childTnLst>
                              <p:par>
                                <p:cTn id="120" presetID="12" presetClass="entr" presetSubtype="8" fill="hold" nodeType="afterEffect">
                                  <p:stCondLst>
                                    <p:cond delay="0"/>
                                  </p:stCondLst>
                                  <p:childTnLst>
                                    <p:set>
                                      <p:cBhvr>
                                        <p:cTn id="121" dur="1" fill="hold">
                                          <p:stCondLst>
                                            <p:cond delay="0"/>
                                          </p:stCondLst>
                                        </p:cTn>
                                        <p:tgtEl>
                                          <p:spTgt spid="23"/>
                                        </p:tgtEl>
                                        <p:attrNameLst>
                                          <p:attrName>style.visibility</p:attrName>
                                        </p:attrNameLst>
                                      </p:cBhvr>
                                      <p:to>
                                        <p:strVal val="visible"/>
                                      </p:to>
                                    </p:set>
                                    <p:animEffect transition="in" filter="slide(fromLeft)">
                                      <p:cBhvr>
                                        <p:cTn id="122" dur="500"/>
                                        <p:tgtEl>
                                          <p:spTgt spid="23"/>
                                        </p:tgtEl>
                                      </p:cBhvr>
                                    </p:animEffect>
                                  </p:childTnLst>
                                </p:cTn>
                              </p:par>
                            </p:childTnLst>
                          </p:cTn>
                        </p:par>
                        <p:par>
                          <p:cTn id="123" fill="hold" nodeType="afterGroup">
                            <p:stCondLst>
                              <p:cond delay="2000"/>
                            </p:stCondLst>
                            <p:childTnLst>
                              <p:par>
                                <p:cTn id="124" presetID="22" presetClass="entr" presetSubtype="4" fill="hold" nodeType="afterEffect">
                                  <p:stCondLst>
                                    <p:cond delay="0"/>
                                  </p:stCondLst>
                                  <p:childTnLst>
                                    <p:set>
                                      <p:cBhvr>
                                        <p:cTn id="125" dur="1" fill="hold">
                                          <p:stCondLst>
                                            <p:cond delay="0"/>
                                          </p:stCondLst>
                                        </p:cTn>
                                        <p:tgtEl>
                                          <p:spTgt spid="42032"/>
                                        </p:tgtEl>
                                        <p:attrNameLst>
                                          <p:attrName>style.visibility</p:attrName>
                                        </p:attrNameLst>
                                      </p:cBhvr>
                                      <p:to>
                                        <p:strVal val="visible"/>
                                      </p:to>
                                    </p:set>
                                    <p:animEffect transition="in" filter="wipe(down)">
                                      <p:cBhvr>
                                        <p:cTn id="126" dur="500"/>
                                        <p:tgtEl>
                                          <p:spTgt spid="42032"/>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4" fill="hold" nodeType="clickEffect">
                                  <p:stCondLst>
                                    <p:cond delay="0"/>
                                  </p:stCondLst>
                                  <p:childTnLst>
                                    <p:set>
                                      <p:cBhvr>
                                        <p:cTn id="130" dur="1" fill="hold">
                                          <p:stCondLst>
                                            <p:cond delay="0"/>
                                          </p:stCondLst>
                                        </p:cTn>
                                        <p:tgtEl>
                                          <p:spTgt spid="497790"/>
                                        </p:tgtEl>
                                        <p:attrNameLst>
                                          <p:attrName>style.visibility</p:attrName>
                                        </p:attrNameLst>
                                      </p:cBhvr>
                                      <p:to>
                                        <p:strVal val="visible"/>
                                      </p:to>
                                    </p:set>
                                    <p:animEffect transition="in" filter="wipe(down)">
                                      <p:cBhvr>
                                        <p:cTn id="131" dur="500"/>
                                        <p:tgtEl>
                                          <p:spTgt spid="497790"/>
                                        </p:tgtEl>
                                      </p:cBhvr>
                                    </p:animEffect>
                                  </p:childTnLst>
                                </p:cTn>
                              </p:par>
                            </p:childTnLst>
                          </p:cTn>
                        </p:par>
                        <p:par>
                          <p:cTn id="132" fill="hold" nodeType="afterGroup">
                            <p:stCondLst>
                              <p:cond delay="500"/>
                            </p:stCondLst>
                            <p:childTnLst>
                              <p:par>
                                <p:cTn id="133" presetID="22" presetClass="entr" presetSubtype="8" fill="hold" nodeType="afterEffect">
                                  <p:stCondLst>
                                    <p:cond delay="0"/>
                                  </p:stCondLst>
                                  <p:childTnLst>
                                    <p:set>
                                      <p:cBhvr>
                                        <p:cTn id="134" dur="1" fill="hold">
                                          <p:stCondLst>
                                            <p:cond delay="0"/>
                                          </p:stCondLst>
                                        </p:cTn>
                                        <p:tgtEl>
                                          <p:spTgt spid="497791"/>
                                        </p:tgtEl>
                                        <p:attrNameLst>
                                          <p:attrName>style.visibility</p:attrName>
                                        </p:attrNameLst>
                                      </p:cBhvr>
                                      <p:to>
                                        <p:strVal val="visible"/>
                                      </p:to>
                                    </p:set>
                                    <p:animEffect transition="in" filter="wipe(left)">
                                      <p:cBhvr>
                                        <p:cTn id="135" dur="500"/>
                                        <p:tgtEl>
                                          <p:spTgt spid="497791"/>
                                        </p:tgtEl>
                                      </p:cBhvr>
                                    </p:animEffect>
                                  </p:childTnLst>
                                </p:cTn>
                              </p:par>
                            </p:childTnLst>
                          </p:cTn>
                        </p:par>
                        <p:par>
                          <p:cTn id="136" fill="hold" nodeType="afterGroup">
                            <p:stCondLst>
                              <p:cond delay="1000"/>
                            </p:stCondLst>
                            <p:childTnLst>
                              <p:par>
                                <p:cTn id="137" presetID="12" presetClass="entr" presetSubtype="8" fill="hold" nodeType="afterEffect">
                                  <p:stCondLst>
                                    <p:cond delay="0"/>
                                  </p:stCondLst>
                                  <p:childTnLst>
                                    <p:set>
                                      <p:cBhvr>
                                        <p:cTn id="138" dur="1" fill="hold">
                                          <p:stCondLst>
                                            <p:cond delay="0"/>
                                          </p:stCondLst>
                                        </p:cTn>
                                        <p:tgtEl>
                                          <p:spTgt spid="24"/>
                                        </p:tgtEl>
                                        <p:attrNameLst>
                                          <p:attrName>style.visibility</p:attrName>
                                        </p:attrNameLst>
                                      </p:cBhvr>
                                      <p:to>
                                        <p:strVal val="visible"/>
                                      </p:to>
                                    </p:set>
                                    <p:animEffect transition="in" filter="slide(fromLeft)">
                                      <p:cBhvr>
                                        <p:cTn id="139" dur="500"/>
                                        <p:tgtEl>
                                          <p:spTgt spid="24"/>
                                        </p:tgtEl>
                                      </p:cBhvr>
                                    </p:animEffect>
                                  </p:childTnLst>
                                </p:cTn>
                              </p:par>
                            </p:childTnLst>
                          </p:cTn>
                        </p:par>
                        <p:par>
                          <p:cTn id="140" fill="hold" nodeType="afterGroup">
                            <p:stCondLst>
                              <p:cond delay="1500"/>
                            </p:stCondLst>
                            <p:childTnLst>
                              <p:par>
                                <p:cTn id="141" presetID="22" presetClass="entr" presetSubtype="8" fill="hold" grpId="0" nodeType="afterEffect">
                                  <p:stCondLst>
                                    <p:cond delay="0"/>
                                  </p:stCondLst>
                                  <p:childTnLst>
                                    <p:set>
                                      <p:cBhvr>
                                        <p:cTn id="142" dur="1" fill="hold">
                                          <p:stCondLst>
                                            <p:cond delay="0"/>
                                          </p:stCondLst>
                                        </p:cTn>
                                        <p:tgtEl>
                                          <p:spTgt spid="497781"/>
                                        </p:tgtEl>
                                        <p:attrNameLst>
                                          <p:attrName>style.visibility</p:attrName>
                                        </p:attrNameLst>
                                      </p:cBhvr>
                                      <p:to>
                                        <p:strVal val="visible"/>
                                      </p:to>
                                    </p:set>
                                    <p:animEffect transition="in" filter="wipe(left)">
                                      <p:cBhvr>
                                        <p:cTn id="143" dur="500"/>
                                        <p:tgtEl>
                                          <p:spTgt spid="497781"/>
                                        </p:tgtEl>
                                      </p:cBhvr>
                                    </p:animEffect>
                                  </p:childTnLst>
                                </p:cTn>
                              </p:par>
                            </p:childTnLst>
                          </p:cTn>
                        </p:par>
                        <p:par>
                          <p:cTn id="144" fill="hold" nodeType="afterGroup">
                            <p:stCondLst>
                              <p:cond delay="2000"/>
                            </p:stCondLst>
                            <p:childTnLst>
                              <p:par>
                                <p:cTn id="145" presetID="22" presetClass="entr" presetSubtype="8" fill="hold" nodeType="afterEffect">
                                  <p:stCondLst>
                                    <p:cond delay="0"/>
                                  </p:stCondLst>
                                  <p:childTnLst>
                                    <p:set>
                                      <p:cBhvr>
                                        <p:cTn id="146" dur="1" fill="hold">
                                          <p:stCondLst>
                                            <p:cond delay="0"/>
                                          </p:stCondLst>
                                        </p:cTn>
                                        <p:tgtEl>
                                          <p:spTgt spid="497779"/>
                                        </p:tgtEl>
                                        <p:attrNameLst>
                                          <p:attrName>style.visibility</p:attrName>
                                        </p:attrNameLst>
                                      </p:cBhvr>
                                      <p:to>
                                        <p:strVal val="visible"/>
                                      </p:to>
                                    </p:set>
                                    <p:animEffect transition="in" filter="wipe(left)">
                                      <p:cBhvr>
                                        <p:cTn id="147" dur="500"/>
                                        <p:tgtEl>
                                          <p:spTgt spid="497779"/>
                                        </p:tgtEl>
                                      </p:cBhvr>
                                    </p:animEffect>
                                  </p:childTnLst>
                                </p:cTn>
                              </p:par>
                            </p:childTnLst>
                          </p:cTn>
                        </p:par>
                        <p:par>
                          <p:cTn id="148" fill="hold" nodeType="afterGroup">
                            <p:stCondLst>
                              <p:cond delay="2500"/>
                            </p:stCondLst>
                            <p:childTnLst>
                              <p:par>
                                <p:cTn id="149" presetID="12" presetClass="entr" presetSubtype="8" fill="hold" grpId="0" nodeType="afterEffect">
                                  <p:stCondLst>
                                    <p:cond delay="0"/>
                                  </p:stCondLst>
                                  <p:childTnLst>
                                    <p:set>
                                      <p:cBhvr>
                                        <p:cTn id="150" dur="1" fill="hold">
                                          <p:stCondLst>
                                            <p:cond delay="0"/>
                                          </p:stCondLst>
                                        </p:cTn>
                                        <p:tgtEl>
                                          <p:spTgt spid="42037"/>
                                        </p:tgtEl>
                                        <p:attrNameLst>
                                          <p:attrName>style.visibility</p:attrName>
                                        </p:attrNameLst>
                                      </p:cBhvr>
                                      <p:to>
                                        <p:strVal val="visible"/>
                                      </p:to>
                                    </p:set>
                                    <p:animEffect transition="in" filter="slide(fromLeft)">
                                      <p:cBhvr>
                                        <p:cTn id="151" dur="500"/>
                                        <p:tgtEl>
                                          <p:spTgt spid="42037"/>
                                        </p:tgtEl>
                                      </p:cBhvr>
                                    </p:animEffect>
                                  </p:childTnLst>
                                </p:cTn>
                              </p:par>
                            </p:childTnLst>
                          </p:cTn>
                        </p:par>
                        <p:par>
                          <p:cTn id="152" fill="hold" nodeType="afterGroup">
                            <p:stCondLst>
                              <p:cond delay="3000"/>
                            </p:stCondLst>
                            <p:childTnLst>
                              <p:par>
                                <p:cTn id="153" presetID="12" presetClass="entr" presetSubtype="8" fill="hold" grpId="0" nodeType="afterEffect">
                                  <p:stCondLst>
                                    <p:cond delay="0"/>
                                  </p:stCondLst>
                                  <p:childTnLst>
                                    <p:set>
                                      <p:cBhvr>
                                        <p:cTn id="154" dur="1" fill="hold">
                                          <p:stCondLst>
                                            <p:cond delay="0"/>
                                          </p:stCondLst>
                                        </p:cTn>
                                        <p:tgtEl>
                                          <p:spTgt spid="497784"/>
                                        </p:tgtEl>
                                        <p:attrNameLst>
                                          <p:attrName>style.visibility</p:attrName>
                                        </p:attrNameLst>
                                      </p:cBhvr>
                                      <p:to>
                                        <p:strVal val="visible"/>
                                      </p:to>
                                    </p:set>
                                    <p:animEffect transition="in" filter="slide(fromLeft)">
                                      <p:cBhvr>
                                        <p:cTn id="155" dur="500"/>
                                        <p:tgtEl>
                                          <p:spTgt spid="497784"/>
                                        </p:tgtEl>
                                      </p:cBhvr>
                                    </p:animEffect>
                                  </p:childTnLst>
                                </p:cTn>
                              </p:par>
                            </p:childTnLst>
                          </p:cTn>
                        </p:par>
                        <p:par>
                          <p:cTn id="156" fill="hold" nodeType="afterGroup">
                            <p:stCondLst>
                              <p:cond delay="3500"/>
                            </p:stCondLst>
                            <p:childTnLst>
                              <p:par>
                                <p:cTn id="157" presetID="22" presetClass="entr" presetSubtype="8" fill="hold" nodeType="afterEffect">
                                  <p:stCondLst>
                                    <p:cond delay="0"/>
                                  </p:stCondLst>
                                  <p:childTnLst>
                                    <p:set>
                                      <p:cBhvr>
                                        <p:cTn id="158" dur="1" fill="hold">
                                          <p:stCondLst>
                                            <p:cond delay="0"/>
                                          </p:stCondLst>
                                        </p:cTn>
                                        <p:tgtEl>
                                          <p:spTgt spid="497783"/>
                                        </p:tgtEl>
                                        <p:attrNameLst>
                                          <p:attrName>style.visibility</p:attrName>
                                        </p:attrNameLst>
                                      </p:cBhvr>
                                      <p:to>
                                        <p:strVal val="visible"/>
                                      </p:to>
                                    </p:set>
                                    <p:animEffect transition="in" filter="wipe(left)">
                                      <p:cBhvr>
                                        <p:cTn id="159" dur="500"/>
                                        <p:tgtEl>
                                          <p:spTgt spid="497783"/>
                                        </p:tgtEl>
                                      </p:cBhvr>
                                    </p:animEffect>
                                  </p:childTnLst>
                                </p:cTn>
                              </p:par>
                            </p:childTnLst>
                          </p:cTn>
                        </p:par>
                        <p:par>
                          <p:cTn id="160" fill="hold" nodeType="afterGroup">
                            <p:stCondLst>
                              <p:cond delay="4000"/>
                            </p:stCondLst>
                            <p:childTnLst>
                              <p:par>
                                <p:cTn id="161" presetID="12" presetClass="entr" presetSubtype="8" fill="hold" grpId="0" nodeType="afterEffect">
                                  <p:stCondLst>
                                    <p:cond delay="0"/>
                                  </p:stCondLst>
                                  <p:childTnLst>
                                    <p:set>
                                      <p:cBhvr>
                                        <p:cTn id="162" dur="1" fill="hold">
                                          <p:stCondLst>
                                            <p:cond delay="0"/>
                                          </p:stCondLst>
                                        </p:cTn>
                                        <p:tgtEl>
                                          <p:spTgt spid="497780"/>
                                        </p:tgtEl>
                                        <p:attrNameLst>
                                          <p:attrName>style.visibility</p:attrName>
                                        </p:attrNameLst>
                                      </p:cBhvr>
                                      <p:to>
                                        <p:strVal val="visible"/>
                                      </p:to>
                                    </p:set>
                                    <p:animEffect transition="in" filter="slide(fromLeft)">
                                      <p:cBhvr>
                                        <p:cTn id="163" dur="500"/>
                                        <p:tgtEl>
                                          <p:spTgt spid="497780"/>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1" fill="hold" nodeType="clickEffect">
                                  <p:stCondLst>
                                    <p:cond delay="0"/>
                                  </p:stCondLst>
                                  <p:childTnLst>
                                    <p:set>
                                      <p:cBhvr>
                                        <p:cTn id="167" dur="1" fill="hold">
                                          <p:stCondLst>
                                            <p:cond delay="0"/>
                                          </p:stCondLst>
                                        </p:cTn>
                                        <p:tgtEl>
                                          <p:spTgt spid="498652"/>
                                        </p:tgtEl>
                                        <p:attrNameLst>
                                          <p:attrName>style.visibility</p:attrName>
                                        </p:attrNameLst>
                                      </p:cBhvr>
                                      <p:to>
                                        <p:strVal val="visible"/>
                                      </p:to>
                                    </p:set>
                                    <p:animEffect transition="in" filter="wipe(up)">
                                      <p:cBhvr>
                                        <p:cTn id="168" dur="500"/>
                                        <p:tgtEl>
                                          <p:spTgt spid="498652"/>
                                        </p:tgtEl>
                                      </p:cBhvr>
                                    </p:animEffect>
                                  </p:childTnLst>
                                </p:cTn>
                              </p:par>
                            </p:childTnLst>
                          </p:cTn>
                        </p:par>
                        <p:par>
                          <p:cTn id="169" fill="hold" nodeType="afterGroup">
                            <p:stCondLst>
                              <p:cond delay="500"/>
                            </p:stCondLst>
                            <p:childTnLst>
                              <p:par>
                                <p:cTn id="170" presetID="12" presetClass="entr" presetSubtype="1" fill="hold" grpId="0" nodeType="afterEffect">
                                  <p:stCondLst>
                                    <p:cond delay="0"/>
                                  </p:stCondLst>
                                  <p:childTnLst>
                                    <p:set>
                                      <p:cBhvr>
                                        <p:cTn id="171" dur="1" fill="hold">
                                          <p:stCondLst>
                                            <p:cond delay="0"/>
                                          </p:stCondLst>
                                        </p:cTn>
                                        <p:tgtEl>
                                          <p:spTgt spid="498647"/>
                                        </p:tgtEl>
                                        <p:attrNameLst>
                                          <p:attrName>style.visibility</p:attrName>
                                        </p:attrNameLst>
                                      </p:cBhvr>
                                      <p:to>
                                        <p:strVal val="visible"/>
                                      </p:to>
                                    </p:set>
                                    <p:animEffect transition="in" filter="slide(fromTop)">
                                      <p:cBhvr>
                                        <p:cTn id="172" dur="500"/>
                                        <p:tgtEl>
                                          <p:spTgt spid="498647"/>
                                        </p:tgtEl>
                                      </p:cBhvr>
                                    </p:animEffect>
                                  </p:childTnLst>
                                </p:cTn>
                              </p:par>
                            </p:childTnLst>
                          </p:cTn>
                        </p:par>
                        <p:par>
                          <p:cTn id="173" fill="hold" nodeType="afterGroup">
                            <p:stCondLst>
                              <p:cond delay="1000"/>
                            </p:stCondLst>
                            <p:childTnLst>
                              <p:par>
                                <p:cTn id="174" presetID="12" presetClass="entr" presetSubtype="8" fill="hold" grpId="0" nodeType="afterEffect">
                                  <p:stCondLst>
                                    <p:cond delay="0"/>
                                  </p:stCondLst>
                                  <p:childTnLst>
                                    <p:set>
                                      <p:cBhvr>
                                        <p:cTn id="175" dur="1" fill="hold">
                                          <p:stCondLst>
                                            <p:cond delay="0"/>
                                          </p:stCondLst>
                                        </p:cTn>
                                        <p:tgtEl>
                                          <p:spTgt spid="498649"/>
                                        </p:tgtEl>
                                        <p:attrNameLst>
                                          <p:attrName>style.visibility</p:attrName>
                                        </p:attrNameLst>
                                      </p:cBhvr>
                                      <p:to>
                                        <p:strVal val="visible"/>
                                      </p:to>
                                    </p:set>
                                    <p:animEffect transition="in" filter="slide(fromLeft)">
                                      <p:cBhvr>
                                        <p:cTn id="176" dur="500"/>
                                        <p:tgtEl>
                                          <p:spTgt spid="498649"/>
                                        </p:tgtEl>
                                      </p:cBhvr>
                                    </p:animEffect>
                                  </p:childTnLst>
                                </p:cTn>
                              </p:par>
                            </p:childTnLst>
                          </p:cTn>
                        </p:par>
                        <p:par>
                          <p:cTn id="177" fill="hold" nodeType="afterGroup">
                            <p:stCondLst>
                              <p:cond delay="1500"/>
                            </p:stCondLst>
                            <p:childTnLst>
                              <p:par>
                                <p:cTn id="178" presetID="22" presetClass="entr" presetSubtype="8" fill="hold" nodeType="afterEffect">
                                  <p:stCondLst>
                                    <p:cond delay="0"/>
                                  </p:stCondLst>
                                  <p:childTnLst>
                                    <p:set>
                                      <p:cBhvr>
                                        <p:cTn id="179" dur="1" fill="hold">
                                          <p:stCondLst>
                                            <p:cond delay="0"/>
                                          </p:stCondLst>
                                        </p:cTn>
                                        <p:tgtEl>
                                          <p:spTgt spid="498648"/>
                                        </p:tgtEl>
                                        <p:attrNameLst>
                                          <p:attrName>style.visibility</p:attrName>
                                        </p:attrNameLst>
                                      </p:cBhvr>
                                      <p:to>
                                        <p:strVal val="visible"/>
                                      </p:to>
                                    </p:set>
                                    <p:animEffect transition="in" filter="wipe(left)">
                                      <p:cBhvr>
                                        <p:cTn id="180" dur="500"/>
                                        <p:tgtEl>
                                          <p:spTgt spid="498648"/>
                                        </p:tgtEl>
                                      </p:cBhvr>
                                    </p:animEffect>
                                  </p:childTnLst>
                                </p:cTn>
                              </p:par>
                            </p:childTnLst>
                          </p:cTn>
                        </p:par>
                        <p:par>
                          <p:cTn id="181" fill="hold" nodeType="afterGroup">
                            <p:stCondLst>
                              <p:cond delay="2000"/>
                            </p:stCondLst>
                            <p:childTnLst>
                              <p:par>
                                <p:cTn id="182" presetID="12" presetClass="entr" presetSubtype="8" fill="hold" grpId="0" nodeType="afterEffect">
                                  <p:stCondLst>
                                    <p:cond delay="0"/>
                                  </p:stCondLst>
                                  <p:childTnLst>
                                    <p:set>
                                      <p:cBhvr>
                                        <p:cTn id="183" dur="1" fill="hold">
                                          <p:stCondLst>
                                            <p:cond delay="0"/>
                                          </p:stCondLst>
                                        </p:cTn>
                                        <p:tgtEl>
                                          <p:spTgt spid="497778"/>
                                        </p:tgtEl>
                                        <p:attrNameLst>
                                          <p:attrName>style.visibility</p:attrName>
                                        </p:attrNameLst>
                                      </p:cBhvr>
                                      <p:to>
                                        <p:strVal val="visible"/>
                                      </p:to>
                                    </p:set>
                                    <p:animEffect transition="in" filter="slide(fromLeft)">
                                      <p:cBhvr>
                                        <p:cTn id="184" dur="500"/>
                                        <p:tgtEl>
                                          <p:spTgt spid="497778"/>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8" fill="hold" nodeType="clickEffect">
                                  <p:stCondLst>
                                    <p:cond delay="0"/>
                                  </p:stCondLst>
                                  <p:childTnLst>
                                    <p:set>
                                      <p:cBhvr>
                                        <p:cTn id="188" dur="1" fill="hold">
                                          <p:stCondLst>
                                            <p:cond delay="0"/>
                                          </p:stCondLst>
                                        </p:cTn>
                                        <p:tgtEl>
                                          <p:spTgt spid="497786"/>
                                        </p:tgtEl>
                                        <p:attrNameLst>
                                          <p:attrName>style.visibility</p:attrName>
                                        </p:attrNameLst>
                                      </p:cBhvr>
                                      <p:to>
                                        <p:strVal val="visible"/>
                                      </p:to>
                                    </p:set>
                                    <p:animEffect transition="in" filter="wipe(left)">
                                      <p:cBhvr>
                                        <p:cTn id="189" dur="500"/>
                                        <p:tgtEl>
                                          <p:spTgt spid="497786"/>
                                        </p:tgtEl>
                                      </p:cBhvr>
                                    </p:animEffect>
                                  </p:childTnLst>
                                </p:cTn>
                              </p:par>
                            </p:childTnLst>
                          </p:cTn>
                        </p:par>
                        <p:par>
                          <p:cTn id="190" fill="hold" nodeType="afterGroup">
                            <p:stCondLst>
                              <p:cond delay="500"/>
                            </p:stCondLst>
                            <p:childTnLst>
                              <p:par>
                                <p:cTn id="191" presetID="22" presetClass="entr" presetSubtype="1" fill="hold" nodeType="afterEffect">
                                  <p:stCondLst>
                                    <p:cond delay="0"/>
                                  </p:stCondLst>
                                  <p:childTnLst>
                                    <p:set>
                                      <p:cBhvr>
                                        <p:cTn id="192" dur="1" fill="hold">
                                          <p:stCondLst>
                                            <p:cond delay="0"/>
                                          </p:stCondLst>
                                        </p:cTn>
                                        <p:tgtEl>
                                          <p:spTgt spid="497787"/>
                                        </p:tgtEl>
                                        <p:attrNameLst>
                                          <p:attrName>style.visibility</p:attrName>
                                        </p:attrNameLst>
                                      </p:cBhvr>
                                      <p:to>
                                        <p:strVal val="visible"/>
                                      </p:to>
                                    </p:set>
                                    <p:animEffect transition="in" filter="wipe(up)">
                                      <p:cBhvr>
                                        <p:cTn id="193" dur="500"/>
                                        <p:tgtEl>
                                          <p:spTgt spid="497787"/>
                                        </p:tgtEl>
                                      </p:cBhvr>
                                    </p:animEffect>
                                  </p:childTnLst>
                                </p:cTn>
                              </p:par>
                            </p:childTnLst>
                          </p:cTn>
                        </p:par>
                        <p:par>
                          <p:cTn id="194" fill="hold" nodeType="afterGroup">
                            <p:stCondLst>
                              <p:cond delay="1000"/>
                            </p:stCondLst>
                            <p:childTnLst>
                              <p:par>
                                <p:cTn id="195" presetID="22" presetClass="entr" presetSubtype="2" fill="hold" nodeType="afterEffect">
                                  <p:stCondLst>
                                    <p:cond delay="0"/>
                                  </p:stCondLst>
                                  <p:childTnLst>
                                    <p:set>
                                      <p:cBhvr>
                                        <p:cTn id="196" dur="1" fill="hold">
                                          <p:stCondLst>
                                            <p:cond delay="0"/>
                                          </p:stCondLst>
                                        </p:cTn>
                                        <p:tgtEl>
                                          <p:spTgt spid="497788"/>
                                        </p:tgtEl>
                                        <p:attrNameLst>
                                          <p:attrName>style.visibility</p:attrName>
                                        </p:attrNameLst>
                                      </p:cBhvr>
                                      <p:to>
                                        <p:strVal val="visible"/>
                                      </p:to>
                                    </p:set>
                                    <p:animEffect transition="in" filter="wipe(right)">
                                      <p:cBhvr>
                                        <p:cTn id="197" dur="500"/>
                                        <p:tgtEl>
                                          <p:spTgt spid="497788"/>
                                        </p:tgtEl>
                                      </p:cBhvr>
                                    </p:animEffect>
                                  </p:childTnLst>
                                </p:cTn>
                              </p:par>
                            </p:childTnLst>
                          </p:cTn>
                        </p:par>
                        <p:par>
                          <p:cTn id="198" fill="hold" nodeType="afterGroup">
                            <p:stCondLst>
                              <p:cond delay="1500"/>
                            </p:stCondLst>
                            <p:childTnLst>
                              <p:par>
                                <p:cTn id="199" presetID="12" presetClass="entr" presetSubtype="8" fill="hold" grpId="0" nodeType="afterEffect">
                                  <p:stCondLst>
                                    <p:cond delay="0"/>
                                  </p:stCondLst>
                                  <p:childTnLst>
                                    <p:set>
                                      <p:cBhvr>
                                        <p:cTn id="200" dur="1" fill="hold">
                                          <p:stCondLst>
                                            <p:cond delay="0"/>
                                          </p:stCondLst>
                                        </p:cTn>
                                        <p:tgtEl>
                                          <p:spTgt spid="497789"/>
                                        </p:tgtEl>
                                        <p:attrNameLst>
                                          <p:attrName>style.visibility</p:attrName>
                                        </p:attrNameLst>
                                      </p:cBhvr>
                                      <p:to>
                                        <p:strVal val="visible"/>
                                      </p:to>
                                    </p:set>
                                    <p:animEffect transition="in" filter="slide(fromLeft)">
                                      <p:cBhvr>
                                        <p:cTn id="201" dur="500"/>
                                        <p:tgtEl>
                                          <p:spTgt spid="497789"/>
                                        </p:tgtEl>
                                      </p:cBhvr>
                                    </p:animEffect>
                                  </p:childTnLst>
                                </p:cTn>
                              </p:par>
                            </p:childTnLst>
                          </p:cTn>
                        </p:par>
                        <p:par>
                          <p:cTn id="202" fill="hold" nodeType="afterGroup">
                            <p:stCondLst>
                              <p:cond delay="2000"/>
                            </p:stCondLst>
                            <p:childTnLst>
                              <p:par>
                                <p:cTn id="203" presetID="22" presetClass="entr" presetSubtype="1" fill="hold" nodeType="afterEffect">
                                  <p:stCondLst>
                                    <p:cond delay="0"/>
                                  </p:stCondLst>
                                  <p:childTnLst>
                                    <p:set>
                                      <p:cBhvr>
                                        <p:cTn id="204" dur="1" fill="hold">
                                          <p:stCondLst>
                                            <p:cond delay="0"/>
                                          </p:stCondLst>
                                        </p:cTn>
                                        <p:tgtEl>
                                          <p:spTgt spid="498650"/>
                                        </p:tgtEl>
                                        <p:attrNameLst>
                                          <p:attrName>style.visibility</p:attrName>
                                        </p:attrNameLst>
                                      </p:cBhvr>
                                      <p:to>
                                        <p:strVal val="visible"/>
                                      </p:to>
                                    </p:set>
                                    <p:animEffect transition="in" filter="wipe(up)">
                                      <p:cBhvr>
                                        <p:cTn id="205" dur="500"/>
                                        <p:tgtEl>
                                          <p:spTgt spid="498650"/>
                                        </p:tgtEl>
                                      </p:cBhvr>
                                    </p:animEffect>
                                  </p:childTnLst>
                                </p:cTn>
                              </p:par>
                            </p:childTnLst>
                          </p:cTn>
                        </p:par>
                        <p:par>
                          <p:cTn id="206" fill="hold" nodeType="afterGroup">
                            <p:stCondLst>
                              <p:cond delay="2500"/>
                            </p:stCondLst>
                            <p:childTnLst>
                              <p:par>
                                <p:cTn id="207" presetID="12" presetClass="entr" presetSubtype="2" fill="hold" grpId="0" nodeType="afterEffect">
                                  <p:stCondLst>
                                    <p:cond delay="0"/>
                                  </p:stCondLst>
                                  <p:childTnLst>
                                    <p:set>
                                      <p:cBhvr>
                                        <p:cTn id="208" dur="1" fill="hold">
                                          <p:stCondLst>
                                            <p:cond delay="0"/>
                                          </p:stCondLst>
                                        </p:cTn>
                                        <p:tgtEl>
                                          <p:spTgt spid="498653"/>
                                        </p:tgtEl>
                                        <p:attrNameLst>
                                          <p:attrName>style.visibility</p:attrName>
                                        </p:attrNameLst>
                                      </p:cBhvr>
                                      <p:to>
                                        <p:strVal val="visible"/>
                                      </p:to>
                                    </p:set>
                                    <p:animEffect transition="in" filter="slide(fromRight)">
                                      <p:cBhvr>
                                        <p:cTn id="209" dur="500"/>
                                        <p:tgtEl>
                                          <p:spTgt spid="498653"/>
                                        </p:tgtEl>
                                      </p:cBhvr>
                                    </p:animEffect>
                                  </p:childTnLst>
                                </p:cTn>
                              </p:par>
                            </p:childTnLst>
                          </p:cTn>
                        </p:par>
                        <p:par>
                          <p:cTn id="210" fill="hold" nodeType="afterGroup">
                            <p:stCondLst>
                              <p:cond delay="3000"/>
                            </p:stCondLst>
                            <p:childTnLst>
                              <p:par>
                                <p:cTn id="211" presetID="22" presetClass="entr" presetSubtype="2" fill="hold" nodeType="afterEffect">
                                  <p:stCondLst>
                                    <p:cond delay="0"/>
                                  </p:stCondLst>
                                  <p:childTnLst>
                                    <p:set>
                                      <p:cBhvr>
                                        <p:cTn id="212" dur="1" fill="hold">
                                          <p:stCondLst>
                                            <p:cond delay="0"/>
                                          </p:stCondLst>
                                        </p:cTn>
                                        <p:tgtEl>
                                          <p:spTgt spid="498651"/>
                                        </p:tgtEl>
                                        <p:attrNameLst>
                                          <p:attrName>style.visibility</p:attrName>
                                        </p:attrNameLst>
                                      </p:cBhvr>
                                      <p:to>
                                        <p:strVal val="visible"/>
                                      </p:to>
                                    </p:set>
                                    <p:animEffect transition="in" filter="wipe(right)">
                                      <p:cBhvr>
                                        <p:cTn id="213" dur="500"/>
                                        <p:tgtEl>
                                          <p:spTgt spid="498651"/>
                                        </p:tgtEl>
                                      </p:cBhvr>
                                    </p:animEffect>
                                  </p:childTnLst>
                                </p:cTn>
                              </p:par>
                            </p:childTnLst>
                          </p:cTn>
                        </p:par>
                        <p:par>
                          <p:cTn id="214" fill="hold" nodeType="afterGroup">
                            <p:stCondLst>
                              <p:cond delay="3500"/>
                            </p:stCondLst>
                            <p:childTnLst>
                              <p:par>
                                <p:cTn id="215" presetID="12" presetClass="entr" presetSubtype="2" fill="hold" grpId="0" nodeType="afterEffect">
                                  <p:stCondLst>
                                    <p:cond delay="0"/>
                                  </p:stCondLst>
                                  <p:childTnLst>
                                    <p:set>
                                      <p:cBhvr>
                                        <p:cTn id="216" dur="1" fill="hold">
                                          <p:stCondLst>
                                            <p:cond delay="0"/>
                                          </p:stCondLst>
                                        </p:cTn>
                                        <p:tgtEl>
                                          <p:spTgt spid="498654"/>
                                        </p:tgtEl>
                                        <p:attrNameLst>
                                          <p:attrName>style.visibility</p:attrName>
                                        </p:attrNameLst>
                                      </p:cBhvr>
                                      <p:to>
                                        <p:strVal val="visible"/>
                                      </p:to>
                                    </p:set>
                                    <p:animEffect transition="in" filter="slide(fromRight)">
                                      <p:cBhvr>
                                        <p:cTn id="217" dur="500"/>
                                        <p:tgtEl>
                                          <p:spTgt spid="498654"/>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22" presetClass="entr" presetSubtype="1" fill="hold" nodeType="clickEffect">
                                  <p:stCondLst>
                                    <p:cond delay="0"/>
                                  </p:stCondLst>
                                  <p:childTnLst>
                                    <p:set>
                                      <p:cBhvr>
                                        <p:cTn id="221" dur="1" fill="hold">
                                          <p:stCondLst>
                                            <p:cond delay="0"/>
                                          </p:stCondLst>
                                        </p:cTn>
                                        <p:tgtEl>
                                          <p:spTgt spid="497749"/>
                                        </p:tgtEl>
                                        <p:attrNameLst>
                                          <p:attrName>style.visibility</p:attrName>
                                        </p:attrNameLst>
                                      </p:cBhvr>
                                      <p:to>
                                        <p:strVal val="visible"/>
                                      </p:to>
                                    </p:set>
                                    <p:animEffect transition="in" filter="wipe(up)">
                                      <p:cBhvr>
                                        <p:cTn id="222" dur="500"/>
                                        <p:tgtEl>
                                          <p:spTgt spid="497749"/>
                                        </p:tgtEl>
                                      </p:cBhvr>
                                    </p:animEffect>
                                  </p:childTnLst>
                                </p:cTn>
                              </p:par>
                            </p:childTnLst>
                          </p:cTn>
                        </p:par>
                        <p:par>
                          <p:cTn id="223" fill="hold" nodeType="afterGroup">
                            <p:stCondLst>
                              <p:cond delay="500"/>
                            </p:stCondLst>
                            <p:childTnLst>
                              <p:par>
                                <p:cTn id="224" presetID="12" presetClass="entr" presetSubtype="8" fill="hold" grpId="0" nodeType="afterEffect">
                                  <p:stCondLst>
                                    <p:cond delay="0"/>
                                  </p:stCondLst>
                                  <p:childTnLst>
                                    <p:set>
                                      <p:cBhvr>
                                        <p:cTn id="225" dur="1" fill="hold">
                                          <p:stCondLst>
                                            <p:cond delay="0"/>
                                          </p:stCondLst>
                                        </p:cTn>
                                        <p:tgtEl>
                                          <p:spTgt spid="42040"/>
                                        </p:tgtEl>
                                        <p:attrNameLst>
                                          <p:attrName>style.visibility</p:attrName>
                                        </p:attrNameLst>
                                      </p:cBhvr>
                                      <p:to>
                                        <p:strVal val="visible"/>
                                      </p:to>
                                    </p:set>
                                    <p:animEffect transition="in" filter="slide(fromLeft)">
                                      <p:cBhvr>
                                        <p:cTn id="226" dur="500"/>
                                        <p:tgtEl>
                                          <p:spTgt spid="42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5" grpId="0" animBg="1"/>
      <p:bldP spid="497752" grpId="0" animBg="1"/>
      <p:bldP spid="497757" grpId="0"/>
      <p:bldP spid="497758" grpId="0" animBg="1"/>
      <p:bldP spid="497766" grpId="0"/>
      <p:bldP spid="497778" grpId="0" animBg="1"/>
      <p:bldP spid="497780" grpId="0" animBg="1"/>
      <p:bldP spid="497781" grpId="0"/>
      <p:bldP spid="42037" grpId="0" animBg="1"/>
      <p:bldP spid="497784" grpId="0"/>
      <p:bldP spid="42040" grpId="0" animBg="1"/>
      <p:bldP spid="497789" grpId="0"/>
      <p:bldP spid="498635" grpId="0" animBg="1"/>
      <p:bldP spid="498637" grpId="0"/>
      <p:bldP spid="498638" grpId="0"/>
      <p:bldP spid="498647" grpId="0" animBg="1"/>
      <p:bldP spid="498649" grpId="0"/>
      <p:bldP spid="498653" grpId="0"/>
      <p:bldP spid="49865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ChangeArrowheads="1"/>
          </p:cNvSpPr>
          <p:nvPr/>
        </p:nvSpPr>
        <p:spPr bwMode="auto">
          <a:xfrm>
            <a:off x="0" y="0"/>
            <a:ext cx="26468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gn="ctr" eaLnBrk="0" hangingPunct="0"/>
            <a:r>
              <a:rPr lang="zh-CN" altLang="en-US" sz="3200" b="1" smtClean="0">
                <a:solidFill>
                  <a:schemeClr val="bg1"/>
                </a:solidFill>
                <a:latin typeface="微软雅黑" panose="020B0503020204020204" pitchFamily="34" charset="-122"/>
                <a:ea typeface="微软雅黑" panose="020B0503020204020204" pitchFamily="34" charset="-122"/>
              </a:rPr>
              <a:t>重放</a:t>
            </a:r>
            <a:r>
              <a:rPr lang="zh-CN" altLang="en-US" sz="3200" b="1">
                <a:solidFill>
                  <a:schemeClr val="bg1"/>
                </a:solidFill>
                <a:latin typeface="微软雅黑" panose="020B0503020204020204" pitchFamily="34" charset="-122"/>
                <a:ea typeface="微软雅黑" panose="020B0503020204020204" pitchFamily="34" charset="-122"/>
              </a:rPr>
              <a:t>攻击保护</a:t>
            </a:r>
          </a:p>
        </p:txBody>
      </p:sp>
      <p:grpSp>
        <p:nvGrpSpPr>
          <p:cNvPr id="37890" name="Group 92"/>
          <p:cNvGrpSpPr>
            <a:grpSpLocks/>
          </p:cNvGrpSpPr>
          <p:nvPr/>
        </p:nvGrpSpPr>
        <p:grpSpPr bwMode="auto">
          <a:xfrm>
            <a:off x="925749" y="1121924"/>
            <a:ext cx="3200400" cy="1524000"/>
            <a:chOff x="384" y="768"/>
            <a:chExt cx="2896" cy="1392"/>
          </a:xfrm>
        </p:grpSpPr>
        <p:sp>
          <p:nvSpPr>
            <p:cNvPr id="37891" name="Rectangle 3"/>
            <p:cNvSpPr>
              <a:spLocks noChangeArrowheads="1"/>
            </p:cNvSpPr>
            <p:nvPr/>
          </p:nvSpPr>
          <p:spPr bwMode="auto">
            <a:xfrm>
              <a:off x="2408" y="768"/>
              <a:ext cx="864" cy="288"/>
            </a:xfrm>
            <a:prstGeom prst="rect">
              <a:avLst/>
            </a:prstGeom>
            <a:gradFill rotWithShape="0">
              <a:gsLst>
                <a:gs pos="0">
                  <a:schemeClr val="bg1"/>
                </a:gs>
                <a:gs pos="100000">
                  <a:srgbClr val="FF993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保留</a:t>
              </a:r>
            </a:p>
          </p:txBody>
        </p:sp>
        <p:sp>
          <p:nvSpPr>
            <p:cNvPr id="37892" name="Rectangle 4"/>
            <p:cNvSpPr>
              <a:spLocks noChangeArrowheads="1"/>
            </p:cNvSpPr>
            <p:nvPr/>
          </p:nvSpPr>
          <p:spPr bwMode="auto">
            <a:xfrm>
              <a:off x="1396" y="768"/>
              <a:ext cx="1012" cy="288"/>
            </a:xfrm>
            <a:prstGeom prst="rect">
              <a:avLst/>
            </a:prstGeom>
            <a:gradFill rotWithShape="0">
              <a:gsLst>
                <a:gs pos="0">
                  <a:schemeClr val="bg1"/>
                </a:gs>
                <a:gs pos="100000">
                  <a:srgbClr val="FF993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负载长度</a:t>
              </a:r>
            </a:p>
          </p:txBody>
        </p:sp>
        <p:sp>
          <p:nvSpPr>
            <p:cNvPr id="37893" name="Rectangle 5"/>
            <p:cNvSpPr>
              <a:spLocks noChangeArrowheads="1"/>
            </p:cNvSpPr>
            <p:nvPr/>
          </p:nvSpPr>
          <p:spPr bwMode="auto">
            <a:xfrm>
              <a:off x="384" y="1773"/>
              <a:ext cx="2888" cy="387"/>
            </a:xfrm>
            <a:prstGeom prst="rect">
              <a:avLst/>
            </a:prstGeom>
            <a:gradFill rotWithShape="0">
              <a:gsLst>
                <a:gs pos="0">
                  <a:schemeClr val="bg1"/>
                </a:gs>
                <a:gs pos="100000">
                  <a:srgbClr val="FF993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认证数据</a:t>
              </a:r>
            </a:p>
            <a:p>
              <a:pPr>
                <a:lnSpc>
                  <a:spcPct val="87000"/>
                </a:lnSpc>
                <a:spcBef>
                  <a:spcPct val="34000"/>
                </a:spcBef>
                <a:buClr>
                  <a:srgbClr val="A50021"/>
                </a:buClr>
                <a:buSzPct val="114000"/>
                <a:buFontTx/>
                <a:buNone/>
              </a:pPr>
              <a:r>
                <a:rPr lang="zh-CN" altLang="en-US" sz="1200"/>
                <a:t>（完整性校验值</a:t>
              </a:r>
              <a:r>
                <a:rPr lang="en-US" altLang="zh-CN" sz="1200"/>
                <a:t>ICV）</a:t>
              </a:r>
              <a:r>
                <a:rPr lang="zh-CN" altLang="en-US" sz="1200"/>
                <a:t>变长</a:t>
              </a:r>
            </a:p>
          </p:txBody>
        </p:sp>
        <p:sp>
          <p:nvSpPr>
            <p:cNvPr id="37894" name="Rectangle 6"/>
            <p:cNvSpPr>
              <a:spLocks noChangeArrowheads="1"/>
            </p:cNvSpPr>
            <p:nvPr/>
          </p:nvSpPr>
          <p:spPr bwMode="auto">
            <a:xfrm>
              <a:off x="384" y="1437"/>
              <a:ext cx="2888" cy="336"/>
            </a:xfrm>
            <a:prstGeom prst="rect">
              <a:avLst/>
            </a:prstGeom>
            <a:gradFill rotWithShape="0">
              <a:gsLst>
                <a:gs pos="0">
                  <a:schemeClr val="bg1"/>
                </a:gs>
                <a:gs pos="100000">
                  <a:srgbClr val="FF993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solidFill>
                    <a:srgbClr val="FF0000"/>
                  </a:solidFill>
                </a:rPr>
                <a:t>序列号</a:t>
              </a:r>
            </a:p>
          </p:txBody>
        </p:sp>
        <p:sp>
          <p:nvSpPr>
            <p:cNvPr id="37895" name="Rectangle 7"/>
            <p:cNvSpPr>
              <a:spLocks noChangeArrowheads="1"/>
            </p:cNvSpPr>
            <p:nvPr/>
          </p:nvSpPr>
          <p:spPr bwMode="auto">
            <a:xfrm>
              <a:off x="384" y="1056"/>
              <a:ext cx="2888" cy="381"/>
            </a:xfrm>
            <a:prstGeom prst="rect">
              <a:avLst/>
            </a:prstGeom>
            <a:gradFill rotWithShape="0">
              <a:gsLst>
                <a:gs pos="0">
                  <a:schemeClr val="bg1"/>
                </a:gs>
                <a:gs pos="100000">
                  <a:srgbClr val="FF993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安全参数索引（</a:t>
              </a:r>
              <a:r>
                <a:rPr lang="en-US" altLang="zh-CN" sz="1200"/>
                <a:t>SPI</a:t>
              </a:r>
              <a:r>
                <a:rPr lang="en-US" altLang="zh-CN" sz="1600"/>
                <a:t>）</a:t>
              </a:r>
            </a:p>
          </p:txBody>
        </p:sp>
        <p:sp>
          <p:nvSpPr>
            <p:cNvPr id="37896" name="Rectangle 8"/>
            <p:cNvSpPr>
              <a:spLocks noChangeArrowheads="1"/>
            </p:cNvSpPr>
            <p:nvPr/>
          </p:nvSpPr>
          <p:spPr bwMode="auto">
            <a:xfrm>
              <a:off x="384" y="768"/>
              <a:ext cx="1012" cy="288"/>
            </a:xfrm>
            <a:prstGeom prst="rect">
              <a:avLst/>
            </a:prstGeom>
            <a:gradFill rotWithShape="0">
              <a:gsLst>
                <a:gs pos="0">
                  <a:schemeClr val="bg1"/>
                </a:gs>
                <a:gs pos="100000">
                  <a:srgbClr val="FF993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下一头部</a:t>
              </a:r>
            </a:p>
          </p:txBody>
        </p:sp>
        <p:sp>
          <p:nvSpPr>
            <p:cNvPr id="37897" name="Line 9"/>
            <p:cNvSpPr>
              <a:spLocks noChangeShapeType="1"/>
            </p:cNvSpPr>
            <p:nvPr/>
          </p:nvSpPr>
          <p:spPr bwMode="auto">
            <a:xfrm>
              <a:off x="384" y="768"/>
              <a:ext cx="2888" cy="0"/>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8" name="Line 10"/>
            <p:cNvSpPr>
              <a:spLocks noChangeShapeType="1"/>
            </p:cNvSpPr>
            <p:nvPr/>
          </p:nvSpPr>
          <p:spPr bwMode="auto">
            <a:xfrm>
              <a:off x="384" y="2160"/>
              <a:ext cx="2888" cy="0"/>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9" name="Line 11"/>
            <p:cNvSpPr>
              <a:spLocks noChangeShapeType="1"/>
            </p:cNvSpPr>
            <p:nvPr/>
          </p:nvSpPr>
          <p:spPr bwMode="auto">
            <a:xfrm>
              <a:off x="384" y="768"/>
              <a:ext cx="0" cy="1392"/>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0" name="Line 12"/>
            <p:cNvSpPr>
              <a:spLocks noChangeShapeType="1"/>
            </p:cNvSpPr>
            <p:nvPr/>
          </p:nvSpPr>
          <p:spPr bwMode="auto">
            <a:xfrm>
              <a:off x="3272" y="768"/>
              <a:ext cx="0" cy="1392"/>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1" name="Line 13"/>
            <p:cNvSpPr>
              <a:spLocks noChangeShapeType="1"/>
            </p:cNvSpPr>
            <p:nvPr/>
          </p:nvSpPr>
          <p:spPr bwMode="auto">
            <a:xfrm>
              <a:off x="384" y="1056"/>
              <a:ext cx="2888" cy="0"/>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2" name="Line 14"/>
            <p:cNvSpPr>
              <a:spLocks noChangeShapeType="1"/>
            </p:cNvSpPr>
            <p:nvPr/>
          </p:nvSpPr>
          <p:spPr bwMode="auto">
            <a:xfrm>
              <a:off x="384" y="1437"/>
              <a:ext cx="2888" cy="0"/>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3" name="Line 15"/>
            <p:cNvSpPr>
              <a:spLocks noChangeShapeType="1"/>
            </p:cNvSpPr>
            <p:nvPr/>
          </p:nvSpPr>
          <p:spPr bwMode="auto">
            <a:xfrm>
              <a:off x="384" y="1773"/>
              <a:ext cx="2888" cy="0"/>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4" name="Line 16"/>
            <p:cNvSpPr>
              <a:spLocks noChangeShapeType="1"/>
            </p:cNvSpPr>
            <p:nvPr/>
          </p:nvSpPr>
          <p:spPr bwMode="auto">
            <a:xfrm>
              <a:off x="1396" y="768"/>
              <a:ext cx="0" cy="288"/>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5" name="Line 17"/>
            <p:cNvSpPr>
              <a:spLocks noChangeShapeType="1"/>
            </p:cNvSpPr>
            <p:nvPr/>
          </p:nvSpPr>
          <p:spPr bwMode="auto">
            <a:xfrm>
              <a:off x="2408" y="768"/>
              <a:ext cx="0" cy="288"/>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6" name="Line 24"/>
            <p:cNvSpPr>
              <a:spLocks noChangeShapeType="1"/>
            </p:cNvSpPr>
            <p:nvPr/>
          </p:nvSpPr>
          <p:spPr bwMode="auto">
            <a:xfrm>
              <a:off x="392" y="768"/>
              <a:ext cx="2888" cy="0"/>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7" name="Line 25"/>
            <p:cNvSpPr>
              <a:spLocks noChangeShapeType="1"/>
            </p:cNvSpPr>
            <p:nvPr/>
          </p:nvSpPr>
          <p:spPr bwMode="auto">
            <a:xfrm>
              <a:off x="392" y="2160"/>
              <a:ext cx="2888" cy="0"/>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8" name="Line 26"/>
            <p:cNvSpPr>
              <a:spLocks noChangeShapeType="1"/>
            </p:cNvSpPr>
            <p:nvPr/>
          </p:nvSpPr>
          <p:spPr bwMode="auto">
            <a:xfrm>
              <a:off x="392" y="768"/>
              <a:ext cx="0" cy="1392"/>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9" name="Line 27"/>
            <p:cNvSpPr>
              <a:spLocks noChangeShapeType="1"/>
            </p:cNvSpPr>
            <p:nvPr/>
          </p:nvSpPr>
          <p:spPr bwMode="auto">
            <a:xfrm>
              <a:off x="3280" y="768"/>
              <a:ext cx="0" cy="1392"/>
            </a:xfrm>
            <a:prstGeom prst="line">
              <a:avLst/>
            </a:prstGeom>
            <a:noFill/>
            <a:ln w="12700" cap="sq">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0" name="Line 28"/>
            <p:cNvSpPr>
              <a:spLocks noChangeShapeType="1"/>
            </p:cNvSpPr>
            <p:nvPr/>
          </p:nvSpPr>
          <p:spPr bwMode="auto">
            <a:xfrm>
              <a:off x="392" y="1056"/>
              <a:ext cx="2888" cy="0"/>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1" name="Line 29"/>
            <p:cNvSpPr>
              <a:spLocks noChangeShapeType="1"/>
            </p:cNvSpPr>
            <p:nvPr/>
          </p:nvSpPr>
          <p:spPr bwMode="auto">
            <a:xfrm>
              <a:off x="392" y="1437"/>
              <a:ext cx="2888" cy="0"/>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2" name="Line 30"/>
            <p:cNvSpPr>
              <a:spLocks noChangeShapeType="1"/>
            </p:cNvSpPr>
            <p:nvPr/>
          </p:nvSpPr>
          <p:spPr bwMode="auto">
            <a:xfrm>
              <a:off x="392" y="1773"/>
              <a:ext cx="2888" cy="0"/>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3" name="Line 31"/>
            <p:cNvSpPr>
              <a:spLocks noChangeShapeType="1"/>
            </p:cNvSpPr>
            <p:nvPr/>
          </p:nvSpPr>
          <p:spPr bwMode="auto">
            <a:xfrm>
              <a:off x="1404" y="768"/>
              <a:ext cx="0" cy="288"/>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4" name="Line 32"/>
            <p:cNvSpPr>
              <a:spLocks noChangeShapeType="1"/>
            </p:cNvSpPr>
            <p:nvPr/>
          </p:nvSpPr>
          <p:spPr bwMode="auto">
            <a:xfrm>
              <a:off x="2416" y="768"/>
              <a:ext cx="0" cy="288"/>
            </a:xfrm>
            <a:prstGeom prst="line">
              <a:avLst/>
            </a:prstGeom>
            <a:noFill/>
            <a:ln w="12700">
              <a:solidFill>
                <a:srgbClr val="99CC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915" name="Group 93"/>
          <p:cNvGrpSpPr>
            <a:grpSpLocks/>
          </p:cNvGrpSpPr>
          <p:nvPr/>
        </p:nvGrpSpPr>
        <p:grpSpPr bwMode="auto">
          <a:xfrm>
            <a:off x="925749" y="3636524"/>
            <a:ext cx="3962400" cy="2070100"/>
            <a:chOff x="1488" y="2496"/>
            <a:chExt cx="2496" cy="1304"/>
          </a:xfrm>
        </p:grpSpPr>
        <p:grpSp>
          <p:nvGrpSpPr>
            <p:cNvPr id="37916" name="Group 33"/>
            <p:cNvGrpSpPr>
              <a:grpSpLocks/>
            </p:cNvGrpSpPr>
            <p:nvPr/>
          </p:nvGrpSpPr>
          <p:grpSpPr bwMode="auto">
            <a:xfrm>
              <a:off x="1488" y="2496"/>
              <a:ext cx="2496" cy="1304"/>
              <a:chOff x="1008" y="1344"/>
              <a:chExt cx="2496" cy="1304"/>
            </a:xfrm>
          </p:grpSpPr>
          <p:sp>
            <p:nvSpPr>
              <p:cNvPr id="37917" name="Rectangle 34"/>
              <p:cNvSpPr>
                <a:spLocks noChangeArrowheads="1"/>
              </p:cNvSpPr>
              <p:nvPr/>
            </p:nvSpPr>
            <p:spPr bwMode="auto">
              <a:xfrm>
                <a:off x="1632" y="1981"/>
                <a:ext cx="1872" cy="157"/>
              </a:xfrm>
              <a:prstGeom prst="rect">
                <a:avLst/>
              </a:prstGeom>
              <a:solidFill>
                <a:srgbClr val="FFFFCC"/>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填充（0~255字节）</a:t>
                </a:r>
              </a:p>
            </p:txBody>
          </p:sp>
          <p:sp>
            <p:nvSpPr>
              <p:cNvPr id="37918" name="Rectangle 35"/>
              <p:cNvSpPr>
                <a:spLocks noChangeArrowheads="1"/>
              </p:cNvSpPr>
              <p:nvPr/>
            </p:nvSpPr>
            <p:spPr bwMode="auto">
              <a:xfrm>
                <a:off x="2880" y="2138"/>
                <a:ext cx="624" cy="166"/>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gn="l">
                  <a:lnSpc>
                    <a:spcPct val="87000"/>
                  </a:lnSpc>
                  <a:spcBef>
                    <a:spcPct val="34000"/>
                  </a:spcBef>
                  <a:buClr>
                    <a:srgbClr val="A50021"/>
                  </a:buClr>
                  <a:buSzPct val="114000"/>
                  <a:buFontTx/>
                  <a:buNone/>
                </a:pPr>
                <a:r>
                  <a:rPr lang="zh-CN" altLang="en-US" sz="1200"/>
                  <a:t>下一头部</a:t>
                </a:r>
              </a:p>
            </p:txBody>
          </p:sp>
          <p:sp>
            <p:nvSpPr>
              <p:cNvPr id="37919" name="Rectangle 36"/>
              <p:cNvSpPr>
                <a:spLocks noChangeArrowheads="1"/>
              </p:cNvSpPr>
              <p:nvPr/>
            </p:nvSpPr>
            <p:spPr bwMode="auto">
              <a:xfrm>
                <a:off x="2301" y="2138"/>
                <a:ext cx="579" cy="166"/>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填充长度</a:t>
                </a:r>
              </a:p>
            </p:txBody>
          </p:sp>
          <p:sp>
            <p:nvSpPr>
              <p:cNvPr id="37920" name="Rectangle 37"/>
              <p:cNvSpPr>
                <a:spLocks noChangeArrowheads="1"/>
              </p:cNvSpPr>
              <p:nvPr/>
            </p:nvSpPr>
            <p:spPr bwMode="auto">
              <a:xfrm>
                <a:off x="1008" y="2304"/>
                <a:ext cx="2496" cy="344"/>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认证数据</a:t>
                </a:r>
              </a:p>
              <a:p>
                <a:pPr>
                  <a:lnSpc>
                    <a:spcPct val="87000"/>
                  </a:lnSpc>
                  <a:spcBef>
                    <a:spcPct val="34000"/>
                  </a:spcBef>
                  <a:buClr>
                    <a:srgbClr val="A50021"/>
                  </a:buClr>
                  <a:buSzPct val="114000"/>
                  <a:buFontTx/>
                  <a:buNone/>
                </a:pPr>
                <a:r>
                  <a:rPr lang="zh-CN" altLang="en-US" sz="1200"/>
                  <a:t>（变长的）</a:t>
                </a:r>
              </a:p>
            </p:txBody>
          </p:sp>
          <p:sp>
            <p:nvSpPr>
              <p:cNvPr id="37921" name="Rectangle 38"/>
              <p:cNvSpPr>
                <a:spLocks noChangeArrowheads="1"/>
              </p:cNvSpPr>
              <p:nvPr/>
            </p:nvSpPr>
            <p:spPr bwMode="auto">
              <a:xfrm>
                <a:off x="1008" y="2138"/>
                <a:ext cx="1293" cy="166"/>
              </a:xfrm>
              <a:prstGeom prst="rect">
                <a:avLst/>
              </a:prstGeom>
              <a:solidFill>
                <a:srgbClr val="FFFFCC"/>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endParaRPr lang="zh-CN" altLang="en-US" sz="1200"/>
              </a:p>
            </p:txBody>
          </p:sp>
          <p:sp>
            <p:nvSpPr>
              <p:cNvPr id="37922" name="Rectangle 39"/>
              <p:cNvSpPr>
                <a:spLocks noChangeArrowheads="1"/>
              </p:cNvSpPr>
              <p:nvPr/>
            </p:nvSpPr>
            <p:spPr bwMode="auto">
              <a:xfrm>
                <a:off x="1008" y="1981"/>
                <a:ext cx="624" cy="157"/>
              </a:xfrm>
              <a:prstGeom prst="rect">
                <a:avLst/>
              </a:prstGeom>
              <a:solidFill>
                <a:srgbClr val="99CCFF"/>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endParaRPr lang="zh-CN" altLang="en-US" sz="1200"/>
              </a:p>
            </p:txBody>
          </p:sp>
          <p:sp>
            <p:nvSpPr>
              <p:cNvPr id="37923" name="Rectangle 40"/>
              <p:cNvSpPr>
                <a:spLocks noChangeArrowheads="1"/>
              </p:cNvSpPr>
              <p:nvPr/>
            </p:nvSpPr>
            <p:spPr bwMode="auto">
              <a:xfrm>
                <a:off x="1008" y="1658"/>
                <a:ext cx="2496" cy="323"/>
              </a:xfrm>
              <a:prstGeom prst="rect">
                <a:avLst/>
              </a:prstGeom>
              <a:solidFill>
                <a:srgbClr val="99CCFF"/>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负载数据</a:t>
                </a:r>
              </a:p>
              <a:p>
                <a:pPr>
                  <a:lnSpc>
                    <a:spcPct val="87000"/>
                  </a:lnSpc>
                  <a:spcBef>
                    <a:spcPct val="34000"/>
                  </a:spcBef>
                  <a:buClr>
                    <a:srgbClr val="A50021"/>
                  </a:buClr>
                  <a:buSzPct val="114000"/>
                  <a:buFontTx/>
                  <a:buNone/>
                </a:pPr>
                <a:r>
                  <a:rPr lang="zh-CN" altLang="en-US" sz="1200"/>
                  <a:t>（变长的）</a:t>
                </a:r>
              </a:p>
            </p:txBody>
          </p:sp>
          <p:sp>
            <p:nvSpPr>
              <p:cNvPr id="37924" name="Rectangle 41"/>
              <p:cNvSpPr>
                <a:spLocks noChangeArrowheads="1"/>
              </p:cNvSpPr>
              <p:nvPr/>
            </p:nvSpPr>
            <p:spPr bwMode="auto">
              <a:xfrm>
                <a:off x="1008" y="1501"/>
                <a:ext cx="2496"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solidFill>
                      <a:srgbClr val="FF0000"/>
                    </a:solidFill>
                  </a:rPr>
                  <a:t>序列号</a:t>
                </a:r>
              </a:p>
            </p:txBody>
          </p:sp>
          <p:sp>
            <p:nvSpPr>
              <p:cNvPr id="37925" name="Rectangle 42"/>
              <p:cNvSpPr>
                <a:spLocks noChangeArrowheads="1"/>
              </p:cNvSpPr>
              <p:nvPr/>
            </p:nvSpPr>
            <p:spPr bwMode="auto">
              <a:xfrm>
                <a:off x="1008" y="1344"/>
                <a:ext cx="2496"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安全参数索引（</a:t>
                </a:r>
                <a:r>
                  <a:rPr lang="en-US" altLang="zh-CN" sz="1200"/>
                  <a:t>SPI）</a:t>
                </a:r>
              </a:p>
            </p:txBody>
          </p:sp>
          <p:sp>
            <p:nvSpPr>
              <p:cNvPr id="37926" name="Line 43"/>
              <p:cNvSpPr>
                <a:spLocks noChangeShapeType="1"/>
              </p:cNvSpPr>
              <p:nvPr/>
            </p:nvSpPr>
            <p:spPr bwMode="auto">
              <a:xfrm>
                <a:off x="1008" y="1344"/>
                <a:ext cx="2496"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7" name="Line 44"/>
              <p:cNvSpPr>
                <a:spLocks noChangeShapeType="1"/>
              </p:cNvSpPr>
              <p:nvPr/>
            </p:nvSpPr>
            <p:spPr bwMode="auto">
              <a:xfrm>
                <a:off x="1008" y="2648"/>
                <a:ext cx="2496"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8" name="Line 45"/>
              <p:cNvSpPr>
                <a:spLocks noChangeShapeType="1"/>
              </p:cNvSpPr>
              <p:nvPr/>
            </p:nvSpPr>
            <p:spPr bwMode="auto">
              <a:xfrm>
                <a:off x="1008" y="1344"/>
                <a:ext cx="0" cy="1304"/>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9" name="Line 46"/>
              <p:cNvSpPr>
                <a:spLocks noChangeShapeType="1"/>
              </p:cNvSpPr>
              <p:nvPr/>
            </p:nvSpPr>
            <p:spPr bwMode="auto">
              <a:xfrm>
                <a:off x="3504" y="1344"/>
                <a:ext cx="0" cy="794"/>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0" name="Line 47"/>
              <p:cNvSpPr>
                <a:spLocks noChangeShapeType="1"/>
              </p:cNvSpPr>
              <p:nvPr/>
            </p:nvSpPr>
            <p:spPr bwMode="auto">
              <a:xfrm>
                <a:off x="1008" y="1501"/>
                <a:ext cx="2496"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1" name="Line 48"/>
              <p:cNvSpPr>
                <a:spLocks noChangeShapeType="1"/>
              </p:cNvSpPr>
              <p:nvPr/>
            </p:nvSpPr>
            <p:spPr bwMode="auto">
              <a:xfrm>
                <a:off x="1008" y="1658"/>
                <a:ext cx="2496"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2" name="Line 49"/>
              <p:cNvSpPr>
                <a:spLocks noChangeShapeType="1"/>
              </p:cNvSpPr>
              <p:nvPr/>
            </p:nvSpPr>
            <p:spPr bwMode="auto">
              <a:xfrm>
                <a:off x="1008" y="2138"/>
                <a:ext cx="624"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3" name="Line 50"/>
              <p:cNvSpPr>
                <a:spLocks noChangeShapeType="1"/>
              </p:cNvSpPr>
              <p:nvPr/>
            </p:nvSpPr>
            <p:spPr bwMode="auto">
              <a:xfrm>
                <a:off x="1008" y="2304"/>
                <a:ext cx="1872"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4" name="Line 51"/>
              <p:cNvSpPr>
                <a:spLocks noChangeShapeType="1"/>
              </p:cNvSpPr>
              <p:nvPr/>
            </p:nvSpPr>
            <p:spPr bwMode="auto">
              <a:xfrm>
                <a:off x="2301" y="2138"/>
                <a:ext cx="0" cy="166"/>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5" name="Line 52"/>
              <p:cNvSpPr>
                <a:spLocks noChangeShapeType="1"/>
              </p:cNvSpPr>
              <p:nvPr/>
            </p:nvSpPr>
            <p:spPr bwMode="auto">
              <a:xfrm>
                <a:off x="2880" y="2138"/>
                <a:ext cx="0" cy="166"/>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6" name="Line 53"/>
              <p:cNvSpPr>
                <a:spLocks noChangeShapeType="1"/>
              </p:cNvSpPr>
              <p:nvPr/>
            </p:nvSpPr>
            <p:spPr bwMode="auto">
              <a:xfrm>
                <a:off x="1632" y="1981"/>
                <a:ext cx="0" cy="157"/>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7" name="Line 54"/>
              <p:cNvSpPr>
                <a:spLocks noChangeShapeType="1"/>
              </p:cNvSpPr>
              <p:nvPr/>
            </p:nvSpPr>
            <p:spPr bwMode="auto">
              <a:xfrm>
                <a:off x="3504" y="2138"/>
                <a:ext cx="0" cy="166"/>
              </a:xfrm>
              <a:prstGeom prst="line">
                <a:avLst/>
              </a:prstGeom>
              <a:noFill/>
              <a:ln w="12700" cap="sq">
                <a:pattFill prst="smCheck">
                  <a:fgClr>
                    <a:schemeClr val="tx1"/>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8" name="Line 55"/>
              <p:cNvSpPr>
                <a:spLocks noChangeShapeType="1"/>
              </p:cNvSpPr>
              <p:nvPr/>
            </p:nvSpPr>
            <p:spPr bwMode="auto">
              <a:xfrm>
                <a:off x="2880" y="2304"/>
                <a:ext cx="624"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9" name="Line 56"/>
              <p:cNvSpPr>
                <a:spLocks noChangeShapeType="1"/>
              </p:cNvSpPr>
              <p:nvPr/>
            </p:nvSpPr>
            <p:spPr bwMode="auto">
              <a:xfrm>
                <a:off x="2880" y="2138"/>
                <a:ext cx="624"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0" name="Line 57"/>
              <p:cNvSpPr>
                <a:spLocks noChangeShapeType="1"/>
              </p:cNvSpPr>
              <p:nvPr/>
            </p:nvSpPr>
            <p:spPr bwMode="auto">
              <a:xfrm>
                <a:off x="3504" y="2304"/>
                <a:ext cx="0" cy="344"/>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1" name="Line 58"/>
              <p:cNvSpPr>
                <a:spLocks noChangeShapeType="1"/>
              </p:cNvSpPr>
              <p:nvPr/>
            </p:nvSpPr>
            <p:spPr bwMode="auto">
              <a:xfrm>
                <a:off x="1632" y="1981"/>
                <a:ext cx="1872"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2" name="Line 59"/>
              <p:cNvSpPr>
                <a:spLocks noChangeShapeType="1"/>
              </p:cNvSpPr>
              <p:nvPr/>
            </p:nvSpPr>
            <p:spPr bwMode="auto">
              <a:xfrm>
                <a:off x="2301" y="2138"/>
                <a:ext cx="579"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943" name="Line 71"/>
            <p:cNvSpPr>
              <a:spLocks noChangeShapeType="1"/>
            </p:cNvSpPr>
            <p:nvPr/>
          </p:nvSpPr>
          <p:spPr bwMode="auto">
            <a:xfrm>
              <a:off x="1488" y="2496"/>
              <a:ext cx="2496"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4" name="Line 72"/>
            <p:cNvSpPr>
              <a:spLocks noChangeShapeType="1"/>
            </p:cNvSpPr>
            <p:nvPr/>
          </p:nvSpPr>
          <p:spPr bwMode="auto">
            <a:xfrm>
              <a:off x="1488" y="3800"/>
              <a:ext cx="2496"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5" name="Line 73"/>
            <p:cNvSpPr>
              <a:spLocks noChangeShapeType="1"/>
            </p:cNvSpPr>
            <p:nvPr/>
          </p:nvSpPr>
          <p:spPr bwMode="auto">
            <a:xfrm>
              <a:off x="1488" y="2496"/>
              <a:ext cx="0" cy="1304"/>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6" name="Line 74"/>
            <p:cNvSpPr>
              <a:spLocks noChangeShapeType="1"/>
            </p:cNvSpPr>
            <p:nvPr/>
          </p:nvSpPr>
          <p:spPr bwMode="auto">
            <a:xfrm>
              <a:off x="3984" y="2496"/>
              <a:ext cx="0" cy="794"/>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7" name="Line 75"/>
            <p:cNvSpPr>
              <a:spLocks noChangeShapeType="1"/>
            </p:cNvSpPr>
            <p:nvPr/>
          </p:nvSpPr>
          <p:spPr bwMode="auto">
            <a:xfrm>
              <a:off x="1488" y="2653"/>
              <a:ext cx="2496"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8" name="Line 76"/>
            <p:cNvSpPr>
              <a:spLocks noChangeShapeType="1"/>
            </p:cNvSpPr>
            <p:nvPr/>
          </p:nvSpPr>
          <p:spPr bwMode="auto">
            <a:xfrm>
              <a:off x="1488" y="2810"/>
              <a:ext cx="2496"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9" name="Line 77"/>
            <p:cNvSpPr>
              <a:spLocks noChangeShapeType="1"/>
            </p:cNvSpPr>
            <p:nvPr/>
          </p:nvSpPr>
          <p:spPr bwMode="auto">
            <a:xfrm>
              <a:off x="1488" y="3290"/>
              <a:ext cx="624"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0" name="Line 78"/>
            <p:cNvSpPr>
              <a:spLocks noChangeShapeType="1"/>
            </p:cNvSpPr>
            <p:nvPr/>
          </p:nvSpPr>
          <p:spPr bwMode="auto">
            <a:xfrm>
              <a:off x="1488" y="3456"/>
              <a:ext cx="1872"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1" name="Line 79"/>
            <p:cNvSpPr>
              <a:spLocks noChangeShapeType="1"/>
            </p:cNvSpPr>
            <p:nvPr/>
          </p:nvSpPr>
          <p:spPr bwMode="auto">
            <a:xfrm>
              <a:off x="2781" y="3290"/>
              <a:ext cx="0" cy="166"/>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2" name="Line 80"/>
            <p:cNvSpPr>
              <a:spLocks noChangeShapeType="1"/>
            </p:cNvSpPr>
            <p:nvPr/>
          </p:nvSpPr>
          <p:spPr bwMode="auto">
            <a:xfrm>
              <a:off x="3360" y="3290"/>
              <a:ext cx="0" cy="166"/>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3" name="Line 81"/>
            <p:cNvSpPr>
              <a:spLocks noChangeShapeType="1"/>
            </p:cNvSpPr>
            <p:nvPr/>
          </p:nvSpPr>
          <p:spPr bwMode="auto">
            <a:xfrm>
              <a:off x="2112" y="3133"/>
              <a:ext cx="0" cy="157"/>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4" name="Line 82"/>
            <p:cNvSpPr>
              <a:spLocks noChangeShapeType="1"/>
            </p:cNvSpPr>
            <p:nvPr/>
          </p:nvSpPr>
          <p:spPr bwMode="auto">
            <a:xfrm>
              <a:off x="3984" y="3290"/>
              <a:ext cx="0" cy="166"/>
            </a:xfrm>
            <a:prstGeom prst="line">
              <a:avLst/>
            </a:prstGeom>
            <a:noFill/>
            <a:ln w="12700" cap="sq">
              <a:pattFill prst="smCheck">
                <a:fgClr>
                  <a:schemeClr val="tx1"/>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5" name="Line 83"/>
            <p:cNvSpPr>
              <a:spLocks noChangeShapeType="1"/>
            </p:cNvSpPr>
            <p:nvPr/>
          </p:nvSpPr>
          <p:spPr bwMode="auto">
            <a:xfrm>
              <a:off x="3360" y="3456"/>
              <a:ext cx="624"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6" name="Line 84"/>
            <p:cNvSpPr>
              <a:spLocks noChangeShapeType="1"/>
            </p:cNvSpPr>
            <p:nvPr/>
          </p:nvSpPr>
          <p:spPr bwMode="auto">
            <a:xfrm>
              <a:off x="3360" y="3290"/>
              <a:ext cx="624" cy="0"/>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7" name="Line 85"/>
            <p:cNvSpPr>
              <a:spLocks noChangeShapeType="1"/>
            </p:cNvSpPr>
            <p:nvPr/>
          </p:nvSpPr>
          <p:spPr bwMode="auto">
            <a:xfrm>
              <a:off x="3984" y="3456"/>
              <a:ext cx="0" cy="344"/>
            </a:xfrm>
            <a:prstGeom prst="line">
              <a:avLst/>
            </a:prstGeom>
            <a:noFill/>
            <a:ln w="12700" cap="sq">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8" name="Line 86"/>
            <p:cNvSpPr>
              <a:spLocks noChangeShapeType="1"/>
            </p:cNvSpPr>
            <p:nvPr/>
          </p:nvSpPr>
          <p:spPr bwMode="auto">
            <a:xfrm>
              <a:off x="2112" y="3133"/>
              <a:ext cx="1872"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9" name="Line 87"/>
            <p:cNvSpPr>
              <a:spLocks noChangeShapeType="1"/>
            </p:cNvSpPr>
            <p:nvPr/>
          </p:nvSpPr>
          <p:spPr bwMode="auto">
            <a:xfrm>
              <a:off x="2781" y="3290"/>
              <a:ext cx="579" cy="0"/>
            </a:xfrm>
            <a:prstGeom prst="line">
              <a:avLst/>
            </a:prstGeom>
            <a:noFill/>
            <a:ln w="12700">
              <a:pattFill prst="smCheck">
                <a:fgClr>
                  <a:srgbClr val="99CCFF"/>
                </a:fgClr>
                <a:bgClr>
                  <a:srgbClr val="FF9933"/>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960" name="Text Box 94"/>
          <p:cNvSpPr txBox="1">
            <a:spLocks noChangeArrowheads="1"/>
          </p:cNvSpPr>
          <p:nvPr/>
        </p:nvSpPr>
        <p:spPr bwMode="auto">
          <a:xfrm>
            <a:off x="925749" y="817124"/>
            <a:ext cx="1066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buFontTx/>
              <a:buNone/>
            </a:pPr>
            <a:r>
              <a:rPr lang="en-US" altLang="zh-CN" sz="1200"/>
              <a:t>AH</a:t>
            </a:r>
            <a:r>
              <a:rPr lang="zh-CN" altLang="en-US" sz="1200"/>
              <a:t>协议头</a:t>
            </a:r>
          </a:p>
        </p:txBody>
      </p:sp>
      <p:sp>
        <p:nvSpPr>
          <p:cNvPr id="37961" name="Text Box 95"/>
          <p:cNvSpPr txBox="1">
            <a:spLocks noChangeArrowheads="1"/>
          </p:cNvSpPr>
          <p:nvPr/>
        </p:nvSpPr>
        <p:spPr bwMode="auto">
          <a:xfrm>
            <a:off x="925749" y="2798324"/>
            <a:ext cx="990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buFontTx/>
              <a:buNone/>
            </a:pPr>
            <a:r>
              <a:rPr lang="en-US" altLang="zh-CN" sz="1200"/>
              <a:t>ESP</a:t>
            </a:r>
            <a:r>
              <a:rPr lang="zh-CN" altLang="en-US" sz="1200"/>
              <a:t>协议头</a:t>
            </a:r>
          </a:p>
        </p:txBody>
      </p:sp>
      <p:grpSp>
        <p:nvGrpSpPr>
          <p:cNvPr id="5" name="Group 102"/>
          <p:cNvGrpSpPr>
            <a:grpSpLocks/>
          </p:cNvGrpSpPr>
          <p:nvPr/>
        </p:nvGrpSpPr>
        <p:grpSpPr bwMode="auto">
          <a:xfrm>
            <a:off x="4126149" y="2036324"/>
            <a:ext cx="1447800" cy="1981200"/>
            <a:chOff x="2736" y="1344"/>
            <a:chExt cx="912" cy="912"/>
          </a:xfrm>
        </p:grpSpPr>
        <p:sp>
          <p:nvSpPr>
            <p:cNvPr id="37963" name="Line 96"/>
            <p:cNvSpPr>
              <a:spLocks noChangeShapeType="1"/>
            </p:cNvSpPr>
            <p:nvPr/>
          </p:nvSpPr>
          <p:spPr bwMode="auto">
            <a:xfrm>
              <a:off x="2736" y="1344"/>
              <a:ext cx="912" cy="0"/>
            </a:xfrm>
            <a:prstGeom prst="line">
              <a:avLst/>
            </a:prstGeom>
            <a:noFill/>
            <a:ln w="76200" cmpd="tri">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64" name="Line 97"/>
            <p:cNvSpPr>
              <a:spLocks noChangeShapeType="1"/>
            </p:cNvSpPr>
            <p:nvPr/>
          </p:nvSpPr>
          <p:spPr bwMode="auto">
            <a:xfrm>
              <a:off x="3216" y="2256"/>
              <a:ext cx="432" cy="0"/>
            </a:xfrm>
            <a:prstGeom prst="line">
              <a:avLst/>
            </a:prstGeom>
            <a:noFill/>
            <a:ln w="76200" cmpd="tri">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8786" name="Line 98"/>
          <p:cNvSpPr>
            <a:spLocks noChangeShapeType="1"/>
          </p:cNvSpPr>
          <p:nvPr/>
        </p:nvSpPr>
        <p:spPr bwMode="auto">
          <a:xfrm>
            <a:off x="5573949" y="2112524"/>
            <a:ext cx="0" cy="1905000"/>
          </a:xfrm>
          <a:prstGeom prst="line">
            <a:avLst/>
          </a:prstGeom>
          <a:noFill/>
          <a:ln w="76200" cmpd="tri">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8787" name="Line 99"/>
          <p:cNvSpPr>
            <a:spLocks noChangeShapeType="1"/>
          </p:cNvSpPr>
          <p:nvPr/>
        </p:nvSpPr>
        <p:spPr bwMode="auto">
          <a:xfrm>
            <a:off x="5573949" y="3179324"/>
            <a:ext cx="1524000" cy="0"/>
          </a:xfrm>
          <a:prstGeom prst="line">
            <a:avLst/>
          </a:prstGeom>
          <a:noFill/>
          <a:ln w="76200" cmpd="tri">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8788" name="Text Box 100"/>
          <p:cNvSpPr txBox="1">
            <a:spLocks noChangeArrowheads="1"/>
          </p:cNvSpPr>
          <p:nvPr/>
        </p:nvSpPr>
        <p:spPr bwMode="auto">
          <a:xfrm>
            <a:off x="5345348" y="4550925"/>
            <a:ext cx="567058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eaLnBrk="0" hangingPunct="0"/>
            <a:r>
              <a:rPr lang="en-US" altLang="zh-CN" sz="1600" dirty="0" smtClean="0">
                <a:latin typeface="微软雅黑" panose="020B0503020204020204" pitchFamily="34" charset="-122"/>
                <a:ea typeface="微软雅黑" panose="020B0503020204020204" pitchFamily="34" charset="-122"/>
              </a:rPr>
              <a:t>SA</a:t>
            </a:r>
            <a:r>
              <a:rPr lang="zh-CN" altLang="en-US" sz="1600" dirty="0" smtClean="0">
                <a:latin typeface="微软雅黑" panose="020B0503020204020204" pitchFamily="34" charset="-122"/>
                <a:ea typeface="微软雅黑" panose="020B0503020204020204" pitchFamily="34" charset="-122"/>
              </a:rPr>
              <a:t>（</a:t>
            </a:r>
            <a:r>
              <a:rPr lang="en-US" altLang="zh-CN" sz="1600" dirty="0"/>
              <a:t>Security Association</a:t>
            </a:r>
            <a:r>
              <a:rPr lang="zh-CN" altLang="en-US" sz="1600" dirty="0"/>
              <a:t>，安全</a:t>
            </a:r>
            <a:r>
              <a:rPr lang="zh-CN" altLang="en-US" sz="1600" dirty="0" smtClean="0"/>
              <a:t>关联</a:t>
            </a:r>
            <a:r>
              <a:rPr lang="zh-CN" altLang="en-US" sz="1600" dirty="0" smtClean="0">
                <a:latin typeface="微软雅黑" panose="020B0503020204020204" pitchFamily="34" charset="-122"/>
                <a:ea typeface="微软雅黑" panose="020B0503020204020204" pitchFamily="34" charset="-122"/>
              </a:rPr>
              <a:t>）建立</a:t>
            </a:r>
            <a:r>
              <a:rPr lang="zh-CN" altLang="en-US" sz="1600" dirty="0">
                <a:latin typeface="微软雅黑" panose="020B0503020204020204" pitchFamily="34" charset="-122"/>
                <a:ea typeface="微软雅黑" panose="020B0503020204020204" pitchFamily="34" charset="-122"/>
              </a:rPr>
              <a:t>之初，序列号初始化为0，使用该</a:t>
            </a:r>
            <a:r>
              <a:rPr lang="en-US" altLang="zh-CN" sz="1600" dirty="0">
                <a:latin typeface="微软雅黑" panose="020B0503020204020204" pitchFamily="34" charset="-122"/>
                <a:ea typeface="微软雅黑" panose="020B0503020204020204" pitchFamily="34" charset="-122"/>
              </a:rPr>
              <a:t>SA</a:t>
            </a:r>
            <a:r>
              <a:rPr lang="zh-CN" altLang="en-US" sz="1600" dirty="0">
                <a:latin typeface="微软雅黑" panose="020B0503020204020204" pitchFamily="34" charset="-122"/>
                <a:ea typeface="微软雅黑" panose="020B0503020204020204" pitchFamily="34" charset="-122"/>
              </a:rPr>
              <a:t>传递的第一个数据包序列号为1，序列号不允许重复，因此每个</a:t>
            </a:r>
            <a:r>
              <a:rPr lang="en-US" altLang="zh-CN" sz="1600" dirty="0">
                <a:latin typeface="微软雅黑" panose="020B0503020204020204" pitchFamily="34" charset="-122"/>
                <a:ea typeface="微软雅黑" panose="020B0503020204020204" pitchFamily="34" charset="-122"/>
              </a:rPr>
              <a:t>SA</a:t>
            </a:r>
            <a:r>
              <a:rPr lang="zh-CN" altLang="en-US" sz="1600" dirty="0">
                <a:latin typeface="微软雅黑" panose="020B0503020204020204" pitchFamily="34" charset="-122"/>
                <a:ea typeface="微软雅黑" panose="020B0503020204020204" pitchFamily="34" charset="-122"/>
              </a:rPr>
              <a:t>所能传递的最大</a:t>
            </a:r>
            <a:r>
              <a:rPr lang="en-US" altLang="zh-CN" sz="1600" dirty="0">
                <a:latin typeface="微软雅黑" panose="020B0503020204020204" pitchFamily="34" charset="-122"/>
                <a:ea typeface="微软雅黑" panose="020B0503020204020204" pitchFamily="34" charset="-122"/>
              </a:rPr>
              <a:t>IP</a:t>
            </a:r>
            <a:r>
              <a:rPr lang="zh-CN" altLang="en-US" sz="1600" dirty="0">
                <a:latin typeface="微软雅黑" panose="020B0503020204020204" pitchFamily="34" charset="-122"/>
                <a:ea typeface="微软雅黑" panose="020B0503020204020204" pitchFamily="34" charset="-122"/>
              </a:rPr>
              <a:t>报文数为2</a:t>
            </a:r>
            <a:r>
              <a:rPr lang="zh-CN" altLang="en-US" sz="1600" baseline="30000" dirty="0">
                <a:latin typeface="微软雅黑" panose="020B0503020204020204" pitchFamily="34" charset="-122"/>
                <a:ea typeface="微软雅黑" panose="020B0503020204020204" pitchFamily="34" charset="-122"/>
              </a:rPr>
              <a:t>32</a:t>
            </a:r>
            <a:r>
              <a:rPr lang="zh-CN" altLang="en-US" sz="1600" dirty="0">
                <a:latin typeface="微软雅黑" panose="020B0503020204020204" pitchFamily="34" charset="-122"/>
                <a:ea typeface="微软雅黑" panose="020B0503020204020204" pitchFamily="34" charset="-122"/>
              </a:rPr>
              <a:t>—1，当序列号达到最大时，就需要建立一个新的</a:t>
            </a:r>
            <a:r>
              <a:rPr lang="en-US" altLang="zh-CN" sz="1600" dirty="0">
                <a:latin typeface="微软雅黑" panose="020B0503020204020204" pitchFamily="34" charset="-122"/>
                <a:ea typeface="微软雅黑" panose="020B0503020204020204" pitchFamily="34" charset="-122"/>
              </a:rPr>
              <a:t>SA，</a:t>
            </a:r>
            <a:r>
              <a:rPr lang="zh-CN" altLang="en-US" sz="1600" dirty="0">
                <a:latin typeface="微软雅黑" panose="020B0503020204020204" pitchFamily="34" charset="-122"/>
                <a:ea typeface="微软雅黑" panose="020B0503020204020204" pitchFamily="34" charset="-122"/>
              </a:rPr>
              <a:t>使用新的密钥。</a:t>
            </a:r>
          </a:p>
        </p:txBody>
      </p:sp>
      <p:sp>
        <p:nvSpPr>
          <p:cNvPr id="498789" name="Line 101"/>
          <p:cNvSpPr>
            <a:spLocks noChangeShapeType="1"/>
          </p:cNvSpPr>
          <p:nvPr/>
        </p:nvSpPr>
        <p:spPr bwMode="auto">
          <a:xfrm>
            <a:off x="7097949" y="3179324"/>
            <a:ext cx="0" cy="1371600"/>
          </a:xfrm>
          <a:prstGeom prst="line">
            <a:avLst/>
          </a:prstGeom>
          <a:noFill/>
          <a:ln w="76200" cmpd="tri">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921225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nodeType="afterGroup">
                            <p:stCondLst>
                              <p:cond delay="500"/>
                            </p:stCondLst>
                            <p:childTnLst>
                              <p:par>
                                <p:cTn id="9" presetID="16" presetClass="entr" presetSubtype="42" fill="hold" nodeType="afterEffect">
                                  <p:stCondLst>
                                    <p:cond delay="0"/>
                                  </p:stCondLst>
                                  <p:childTnLst>
                                    <p:set>
                                      <p:cBhvr>
                                        <p:cTn id="10" dur="1" fill="hold">
                                          <p:stCondLst>
                                            <p:cond delay="0"/>
                                          </p:stCondLst>
                                        </p:cTn>
                                        <p:tgtEl>
                                          <p:spTgt spid="498786"/>
                                        </p:tgtEl>
                                        <p:attrNameLst>
                                          <p:attrName>style.visibility</p:attrName>
                                        </p:attrNameLst>
                                      </p:cBhvr>
                                      <p:to>
                                        <p:strVal val="visible"/>
                                      </p:to>
                                    </p:set>
                                    <p:animEffect transition="in" filter="barn(outHorizontal)">
                                      <p:cBhvr>
                                        <p:cTn id="11" dur="500"/>
                                        <p:tgtEl>
                                          <p:spTgt spid="498786"/>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498787"/>
                                        </p:tgtEl>
                                        <p:attrNameLst>
                                          <p:attrName>style.visibility</p:attrName>
                                        </p:attrNameLst>
                                      </p:cBhvr>
                                      <p:to>
                                        <p:strVal val="visible"/>
                                      </p:to>
                                    </p:set>
                                    <p:animEffect transition="in" filter="wipe(left)">
                                      <p:cBhvr>
                                        <p:cTn id="15" dur="500"/>
                                        <p:tgtEl>
                                          <p:spTgt spid="498787"/>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498789"/>
                                        </p:tgtEl>
                                        <p:attrNameLst>
                                          <p:attrName>style.visibility</p:attrName>
                                        </p:attrNameLst>
                                      </p:cBhvr>
                                      <p:to>
                                        <p:strVal val="visible"/>
                                      </p:to>
                                    </p:set>
                                    <p:animEffect transition="in" filter="wipe(up)">
                                      <p:cBhvr>
                                        <p:cTn id="19" dur="500"/>
                                        <p:tgtEl>
                                          <p:spTgt spid="498789"/>
                                        </p:tgtEl>
                                      </p:cBhvr>
                                    </p:animEffect>
                                  </p:childTnLst>
                                </p:cTn>
                              </p:par>
                            </p:childTnLst>
                          </p:cTn>
                        </p:par>
                        <p:par>
                          <p:cTn id="20" fill="hold" nodeType="afterGroup">
                            <p:stCondLst>
                              <p:cond delay="2000"/>
                            </p:stCondLst>
                            <p:childTnLst>
                              <p:par>
                                <p:cTn id="21" presetID="12" presetClass="entr" presetSubtype="1" fill="hold" grpId="0" nodeType="afterEffect">
                                  <p:stCondLst>
                                    <p:cond delay="0"/>
                                  </p:stCondLst>
                                  <p:childTnLst>
                                    <p:set>
                                      <p:cBhvr>
                                        <p:cTn id="22" dur="1" fill="hold">
                                          <p:stCondLst>
                                            <p:cond delay="0"/>
                                          </p:stCondLst>
                                        </p:cTn>
                                        <p:tgtEl>
                                          <p:spTgt spid="498788"/>
                                        </p:tgtEl>
                                        <p:attrNameLst>
                                          <p:attrName>style.visibility</p:attrName>
                                        </p:attrNameLst>
                                      </p:cBhvr>
                                      <p:to>
                                        <p:strVal val="visible"/>
                                      </p:to>
                                    </p:set>
                                    <p:animEffect transition="in" filter="slide(fromTop)">
                                      <p:cBhvr>
                                        <p:cTn id="23" dur="500"/>
                                        <p:tgtEl>
                                          <p:spTgt spid="498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78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76"/>
          <p:cNvGrpSpPr>
            <a:grpSpLocks/>
          </p:cNvGrpSpPr>
          <p:nvPr/>
        </p:nvGrpSpPr>
        <p:grpSpPr bwMode="auto">
          <a:xfrm>
            <a:off x="956115" y="1410579"/>
            <a:ext cx="7656513" cy="3889375"/>
            <a:chOff x="144" y="528"/>
            <a:chExt cx="5424" cy="3403"/>
          </a:xfrm>
        </p:grpSpPr>
        <p:sp>
          <p:nvSpPr>
            <p:cNvPr id="5" name="Line 2"/>
            <p:cNvSpPr>
              <a:spLocks noChangeShapeType="1"/>
            </p:cNvSpPr>
            <p:nvPr/>
          </p:nvSpPr>
          <p:spPr bwMode="auto">
            <a:xfrm>
              <a:off x="1104" y="2448"/>
              <a:ext cx="3504"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Line 3"/>
            <p:cNvSpPr>
              <a:spLocks noChangeShapeType="1"/>
            </p:cNvSpPr>
            <p:nvPr/>
          </p:nvSpPr>
          <p:spPr bwMode="auto">
            <a:xfrm flipV="1">
              <a:off x="1056" y="1248"/>
              <a:ext cx="3648"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 name="Line 4"/>
            <p:cNvSpPr>
              <a:spLocks noChangeShapeType="1"/>
            </p:cNvSpPr>
            <p:nvPr/>
          </p:nvSpPr>
          <p:spPr bwMode="auto">
            <a:xfrm>
              <a:off x="1152" y="2304"/>
              <a:ext cx="39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8"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 y="981"/>
              <a:ext cx="3264" cy="2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9" name="Group 6"/>
            <p:cNvGrpSpPr>
              <a:grpSpLocks/>
            </p:cNvGrpSpPr>
            <p:nvPr/>
          </p:nvGrpSpPr>
          <p:grpSpPr bwMode="auto">
            <a:xfrm>
              <a:off x="5088" y="1968"/>
              <a:ext cx="480" cy="648"/>
              <a:chOff x="3264" y="1680"/>
              <a:chExt cx="480" cy="648"/>
            </a:xfrm>
          </p:grpSpPr>
          <p:sp>
            <p:nvSpPr>
              <p:cNvPr id="73" name="Rectangle 7"/>
              <p:cNvSpPr>
                <a:spLocks noChangeArrowheads="1"/>
              </p:cNvSpPr>
              <p:nvPr/>
            </p:nvSpPr>
            <p:spPr bwMode="auto">
              <a:xfrm>
                <a:off x="3264" y="1680"/>
                <a:ext cx="43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zh-CN" altLang="en-US" sz="1400">
                    <a:solidFill>
                      <a:schemeClr val="tx2"/>
                    </a:solidFill>
                    <a:latin typeface="Times New Roman" panose="02020603050405020304" pitchFamily="18" charset="0"/>
                  </a:rPr>
                  <a:t>远程访问</a:t>
                </a:r>
              </a:p>
            </p:txBody>
          </p:sp>
          <p:pic>
            <p:nvPicPr>
              <p:cNvPr id="74"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05" y="1872"/>
                <a:ext cx="439"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
          <p:nvSpPr>
            <p:cNvPr id="10" name="Text Box 9"/>
            <p:cNvSpPr txBox="1">
              <a:spLocks noChangeArrowheads="1"/>
            </p:cNvSpPr>
            <p:nvPr/>
          </p:nvSpPr>
          <p:spPr bwMode="auto">
            <a:xfrm>
              <a:off x="3120" y="2543"/>
              <a:ext cx="1216"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eaLnBrk="0" hangingPunct="0">
                <a:spcBef>
                  <a:spcPct val="50000"/>
                </a:spcBef>
              </a:pPr>
              <a:r>
                <a:rPr lang="en-US" altLang="zh-CN" sz="3200" b="1" dirty="0">
                  <a:latin typeface="Times New Roman" panose="02020603050405020304" pitchFamily="18" charset="0"/>
                </a:rPr>
                <a:t>Internet</a:t>
              </a:r>
            </a:p>
          </p:txBody>
        </p:sp>
        <p:grpSp>
          <p:nvGrpSpPr>
            <p:cNvPr id="11" name="Group 10"/>
            <p:cNvGrpSpPr>
              <a:grpSpLocks/>
            </p:cNvGrpSpPr>
            <p:nvPr/>
          </p:nvGrpSpPr>
          <p:grpSpPr bwMode="auto">
            <a:xfrm>
              <a:off x="144" y="1920"/>
              <a:ext cx="960" cy="864"/>
              <a:chOff x="144" y="1920"/>
              <a:chExt cx="960" cy="864"/>
            </a:xfrm>
          </p:grpSpPr>
          <p:sp>
            <p:nvSpPr>
              <p:cNvPr id="60" name="Oval 11"/>
              <p:cNvSpPr>
                <a:spLocks noChangeArrowheads="1"/>
              </p:cNvSpPr>
              <p:nvPr/>
            </p:nvSpPr>
            <p:spPr bwMode="auto">
              <a:xfrm>
                <a:off x="144" y="1920"/>
                <a:ext cx="960" cy="864"/>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Line 12"/>
              <p:cNvSpPr>
                <a:spLocks noChangeShapeType="1"/>
              </p:cNvSpPr>
              <p:nvPr/>
            </p:nvSpPr>
            <p:spPr bwMode="auto">
              <a:xfrm>
                <a:off x="333" y="2391"/>
                <a:ext cx="0" cy="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13"/>
              <p:cNvSpPr>
                <a:spLocks noChangeShapeType="1"/>
              </p:cNvSpPr>
              <p:nvPr/>
            </p:nvSpPr>
            <p:spPr bwMode="auto">
              <a:xfrm>
                <a:off x="504" y="2369"/>
                <a:ext cx="0" cy="11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Line 14"/>
              <p:cNvSpPr>
                <a:spLocks noChangeShapeType="1"/>
              </p:cNvSpPr>
              <p:nvPr/>
            </p:nvSpPr>
            <p:spPr bwMode="auto">
              <a:xfrm>
                <a:off x="693" y="2369"/>
                <a:ext cx="0" cy="11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Line 15"/>
              <p:cNvSpPr>
                <a:spLocks noChangeShapeType="1"/>
              </p:cNvSpPr>
              <p:nvPr/>
            </p:nvSpPr>
            <p:spPr bwMode="auto">
              <a:xfrm>
                <a:off x="930" y="2408"/>
                <a:ext cx="0" cy="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65" name="Picture 1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6" y="2239"/>
                <a:ext cx="146"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aphicFrame>
            <p:nvGraphicFramePr>
              <p:cNvPr id="66" name="Object 17"/>
              <p:cNvGraphicFramePr>
                <a:graphicFrameLocks noChangeAspect="1"/>
              </p:cNvGraphicFramePr>
              <p:nvPr/>
            </p:nvGraphicFramePr>
            <p:xfrm>
              <a:off x="258" y="2108"/>
              <a:ext cx="114" cy="288"/>
            </p:xfrm>
            <a:graphic>
              <a:graphicData uri="http://schemas.openxmlformats.org/presentationml/2006/ole">
                <mc:AlternateContent xmlns:mc="http://schemas.openxmlformats.org/markup-compatibility/2006">
                  <mc:Choice xmlns:v="urn:schemas-microsoft-com:vml" Requires="v">
                    <p:oleObj spid="_x0000_s80408" name="Clip" r:id="rId6" imgW="2734920" imgH="3825360" progId="MS_ClipArt_Gallery.5">
                      <p:embed/>
                    </p:oleObj>
                  </mc:Choice>
                  <mc:Fallback>
                    <p:oleObj name="Clip" r:id="rId6" imgW="2734920" imgH="3825360" progId="MS_ClipArt_Gallery.5">
                      <p:embed/>
                      <p:pic>
                        <p:nvPicPr>
                          <p:cNvPr id="13329"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 y="210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7" name="Picture 1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7" y="2239"/>
                <a:ext cx="146"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8" name="Picture 1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6" y="2256"/>
                <a:ext cx="254"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2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28" y="2544"/>
                <a:ext cx="109"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0" name="Rectangle 21"/>
              <p:cNvSpPr>
                <a:spLocks noChangeArrowheads="1"/>
              </p:cNvSpPr>
              <p:nvPr/>
            </p:nvSpPr>
            <p:spPr bwMode="auto">
              <a:xfrm>
                <a:off x="480" y="2064"/>
                <a:ext cx="480"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zh-CN" altLang="en-US" sz="1200">
                    <a:latin typeface="Times New Roman" panose="02020603050405020304" pitchFamily="18" charset="0"/>
                  </a:rPr>
                  <a:t>内部网</a:t>
                </a:r>
              </a:p>
            </p:txBody>
          </p:sp>
          <p:sp>
            <p:nvSpPr>
              <p:cNvPr id="71" name="Line 22"/>
              <p:cNvSpPr>
                <a:spLocks noChangeShapeType="1"/>
              </p:cNvSpPr>
              <p:nvPr/>
            </p:nvSpPr>
            <p:spPr bwMode="auto">
              <a:xfrm>
                <a:off x="584" y="2479"/>
                <a:ext cx="0" cy="65"/>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Line 23"/>
              <p:cNvSpPr>
                <a:spLocks noChangeShapeType="1"/>
              </p:cNvSpPr>
              <p:nvPr/>
            </p:nvSpPr>
            <p:spPr bwMode="auto">
              <a:xfrm>
                <a:off x="240" y="2496"/>
                <a:ext cx="768" cy="0"/>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2" name="Group 24"/>
            <p:cNvGrpSpPr>
              <a:grpSpLocks/>
            </p:cNvGrpSpPr>
            <p:nvPr/>
          </p:nvGrpSpPr>
          <p:grpSpPr bwMode="auto">
            <a:xfrm>
              <a:off x="4608" y="528"/>
              <a:ext cx="960" cy="864"/>
              <a:chOff x="144" y="1920"/>
              <a:chExt cx="960" cy="864"/>
            </a:xfrm>
          </p:grpSpPr>
          <p:sp>
            <p:nvSpPr>
              <p:cNvPr id="47" name="Oval 25"/>
              <p:cNvSpPr>
                <a:spLocks noChangeArrowheads="1"/>
              </p:cNvSpPr>
              <p:nvPr/>
            </p:nvSpPr>
            <p:spPr bwMode="auto">
              <a:xfrm>
                <a:off x="144" y="1920"/>
                <a:ext cx="960" cy="864"/>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Line 26"/>
              <p:cNvSpPr>
                <a:spLocks noChangeShapeType="1"/>
              </p:cNvSpPr>
              <p:nvPr/>
            </p:nvSpPr>
            <p:spPr bwMode="auto">
              <a:xfrm>
                <a:off x="333" y="2391"/>
                <a:ext cx="0" cy="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27"/>
              <p:cNvSpPr>
                <a:spLocks noChangeShapeType="1"/>
              </p:cNvSpPr>
              <p:nvPr/>
            </p:nvSpPr>
            <p:spPr bwMode="auto">
              <a:xfrm>
                <a:off x="504" y="2369"/>
                <a:ext cx="0" cy="11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28"/>
              <p:cNvSpPr>
                <a:spLocks noChangeShapeType="1"/>
              </p:cNvSpPr>
              <p:nvPr/>
            </p:nvSpPr>
            <p:spPr bwMode="auto">
              <a:xfrm>
                <a:off x="693" y="2369"/>
                <a:ext cx="0" cy="11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Line 29"/>
              <p:cNvSpPr>
                <a:spLocks noChangeShapeType="1"/>
              </p:cNvSpPr>
              <p:nvPr/>
            </p:nvSpPr>
            <p:spPr bwMode="auto">
              <a:xfrm>
                <a:off x="930" y="2408"/>
                <a:ext cx="0" cy="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52" name="Picture 3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6" y="2239"/>
                <a:ext cx="146"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aphicFrame>
            <p:nvGraphicFramePr>
              <p:cNvPr id="53" name="Object 31"/>
              <p:cNvGraphicFramePr>
                <a:graphicFrameLocks noChangeAspect="1"/>
              </p:cNvGraphicFramePr>
              <p:nvPr/>
            </p:nvGraphicFramePr>
            <p:xfrm>
              <a:off x="258" y="2108"/>
              <a:ext cx="114" cy="288"/>
            </p:xfrm>
            <a:graphic>
              <a:graphicData uri="http://schemas.openxmlformats.org/presentationml/2006/ole">
                <mc:AlternateContent xmlns:mc="http://schemas.openxmlformats.org/markup-compatibility/2006">
                  <mc:Choice xmlns:v="urn:schemas-microsoft-com:vml" Requires="v">
                    <p:oleObj spid="_x0000_s80409" name="Clip" r:id="rId10" imgW="2734920" imgH="3825360" progId="MS_ClipArt_Gallery.5">
                      <p:embed/>
                    </p:oleObj>
                  </mc:Choice>
                  <mc:Fallback>
                    <p:oleObj name="Clip" r:id="rId10" imgW="2734920" imgH="3825360" progId="MS_ClipArt_Gallery.5">
                      <p:embed/>
                      <p:pic>
                        <p:nvPicPr>
                          <p:cNvPr id="13343"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 y="210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4" name="Picture 3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7" y="2239"/>
                <a:ext cx="146"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5" name="Picture 33"/>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6" y="2256"/>
                <a:ext cx="254"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3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28" y="2544"/>
                <a:ext cx="109"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 name="Rectangle 35"/>
              <p:cNvSpPr>
                <a:spLocks noChangeArrowheads="1"/>
              </p:cNvSpPr>
              <p:nvPr/>
            </p:nvSpPr>
            <p:spPr bwMode="auto">
              <a:xfrm>
                <a:off x="480" y="2064"/>
                <a:ext cx="480"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zh-CN" altLang="en-US" sz="1200">
                    <a:latin typeface="Times New Roman" panose="02020603050405020304" pitchFamily="18" charset="0"/>
                  </a:rPr>
                  <a:t>合作伙伴</a:t>
                </a:r>
              </a:p>
            </p:txBody>
          </p:sp>
          <p:sp>
            <p:nvSpPr>
              <p:cNvPr id="58" name="Line 36"/>
              <p:cNvSpPr>
                <a:spLocks noChangeShapeType="1"/>
              </p:cNvSpPr>
              <p:nvPr/>
            </p:nvSpPr>
            <p:spPr bwMode="auto">
              <a:xfrm>
                <a:off x="584" y="2479"/>
                <a:ext cx="0" cy="65"/>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 name="Line 37"/>
              <p:cNvSpPr>
                <a:spLocks noChangeShapeType="1"/>
              </p:cNvSpPr>
              <p:nvPr/>
            </p:nvSpPr>
            <p:spPr bwMode="auto">
              <a:xfrm>
                <a:off x="240" y="2496"/>
                <a:ext cx="768" cy="0"/>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3" name="Group 38"/>
            <p:cNvGrpSpPr>
              <a:grpSpLocks/>
            </p:cNvGrpSpPr>
            <p:nvPr/>
          </p:nvGrpSpPr>
          <p:grpSpPr bwMode="auto">
            <a:xfrm>
              <a:off x="4608" y="3067"/>
              <a:ext cx="960" cy="864"/>
              <a:chOff x="144" y="1920"/>
              <a:chExt cx="960" cy="864"/>
            </a:xfrm>
          </p:grpSpPr>
          <p:sp>
            <p:nvSpPr>
              <p:cNvPr id="34" name="Oval 39"/>
              <p:cNvSpPr>
                <a:spLocks noChangeArrowheads="1"/>
              </p:cNvSpPr>
              <p:nvPr/>
            </p:nvSpPr>
            <p:spPr bwMode="auto">
              <a:xfrm>
                <a:off x="144" y="1920"/>
                <a:ext cx="960" cy="864"/>
              </a:xfrm>
              <a:prstGeom prst="ellipse">
                <a:avLst/>
              </a:prstGeom>
              <a:noFill/>
              <a:ln w="952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Line 40"/>
              <p:cNvSpPr>
                <a:spLocks noChangeShapeType="1"/>
              </p:cNvSpPr>
              <p:nvPr/>
            </p:nvSpPr>
            <p:spPr bwMode="auto">
              <a:xfrm>
                <a:off x="333" y="2391"/>
                <a:ext cx="0" cy="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41"/>
              <p:cNvSpPr>
                <a:spLocks noChangeShapeType="1"/>
              </p:cNvSpPr>
              <p:nvPr/>
            </p:nvSpPr>
            <p:spPr bwMode="auto">
              <a:xfrm>
                <a:off x="504" y="2369"/>
                <a:ext cx="0" cy="11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42"/>
              <p:cNvSpPr>
                <a:spLocks noChangeShapeType="1"/>
              </p:cNvSpPr>
              <p:nvPr/>
            </p:nvSpPr>
            <p:spPr bwMode="auto">
              <a:xfrm>
                <a:off x="693" y="2369"/>
                <a:ext cx="0" cy="11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43"/>
              <p:cNvSpPr>
                <a:spLocks noChangeShapeType="1"/>
              </p:cNvSpPr>
              <p:nvPr/>
            </p:nvSpPr>
            <p:spPr bwMode="auto">
              <a:xfrm>
                <a:off x="930" y="2408"/>
                <a:ext cx="0" cy="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39" name="Picture 4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6" y="2239"/>
                <a:ext cx="146"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aphicFrame>
            <p:nvGraphicFramePr>
              <p:cNvPr id="40" name="Object 45"/>
              <p:cNvGraphicFramePr>
                <a:graphicFrameLocks noChangeAspect="1"/>
              </p:cNvGraphicFramePr>
              <p:nvPr/>
            </p:nvGraphicFramePr>
            <p:xfrm>
              <a:off x="258" y="2108"/>
              <a:ext cx="114" cy="288"/>
            </p:xfrm>
            <a:graphic>
              <a:graphicData uri="http://schemas.openxmlformats.org/presentationml/2006/ole">
                <mc:AlternateContent xmlns:mc="http://schemas.openxmlformats.org/markup-compatibility/2006">
                  <mc:Choice xmlns:v="urn:schemas-microsoft-com:vml" Requires="v">
                    <p:oleObj spid="_x0000_s80410" name="Clip" r:id="rId11" imgW="2734920" imgH="3825360" progId="MS_ClipArt_Gallery.5">
                      <p:embed/>
                    </p:oleObj>
                  </mc:Choice>
                  <mc:Fallback>
                    <p:oleObj name="Clip" r:id="rId11" imgW="2734920" imgH="3825360" progId="MS_ClipArt_Gallery.5">
                      <p:embed/>
                      <p:pic>
                        <p:nvPicPr>
                          <p:cNvPr id="13357"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 y="210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 name="Picture 4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7" y="2239"/>
                <a:ext cx="146"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 name="Picture 4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6" y="2256"/>
                <a:ext cx="254"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 name="Picture 4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28" y="2544"/>
                <a:ext cx="109"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4" name="Rectangle 49"/>
              <p:cNvSpPr>
                <a:spLocks noChangeArrowheads="1"/>
              </p:cNvSpPr>
              <p:nvPr/>
            </p:nvSpPr>
            <p:spPr bwMode="auto">
              <a:xfrm>
                <a:off x="480" y="2064"/>
                <a:ext cx="480"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zh-CN" altLang="en-US" sz="1200">
                    <a:latin typeface="Times New Roman" panose="02020603050405020304" pitchFamily="18" charset="0"/>
                  </a:rPr>
                  <a:t>分支机构</a:t>
                </a:r>
              </a:p>
            </p:txBody>
          </p:sp>
          <p:sp>
            <p:nvSpPr>
              <p:cNvPr id="45" name="Line 50"/>
              <p:cNvSpPr>
                <a:spLocks noChangeShapeType="1"/>
              </p:cNvSpPr>
              <p:nvPr/>
            </p:nvSpPr>
            <p:spPr bwMode="auto">
              <a:xfrm>
                <a:off x="584" y="2479"/>
                <a:ext cx="0" cy="65"/>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 name="Line 51"/>
              <p:cNvSpPr>
                <a:spLocks noChangeShapeType="1"/>
              </p:cNvSpPr>
              <p:nvPr/>
            </p:nvSpPr>
            <p:spPr bwMode="auto">
              <a:xfrm>
                <a:off x="240" y="2496"/>
                <a:ext cx="768" cy="0"/>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4" name="Group 53"/>
            <p:cNvGrpSpPr>
              <a:grpSpLocks/>
            </p:cNvGrpSpPr>
            <p:nvPr/>
          </p:nvGrpSpPr>
          <p:grpSpPr bwMode="auto">
            <a:xfrm>
              <a:off x="1344" y="1208"/>
              <a:ext cx="3211" cy="952"/>
              <a:chOff x="480" y="490"/>
              <a:chExt cx="3308" cy="1238"/>
            </a:xfrm>
          </p:grpSpPr>
          <p:sp>
            <p:nvSpPr>
              <p:cNvPr id="30" name="Line 54"/>
              <p:cNvSpPr>
                <a:spLocks noChangeShapeType="1"/>
              </p:cNvSpPr>
              <p:nvPr/>
            </p:nvSpPr>
            <p:spPr bwMode="auto">
              <a:xfrm flipV="1">
                <a:off x="576" y="576"/>
                <a:ext cx="3120" cy="1008"/>
              </a:xfrm>
              <a:prstGeom prst="line">
                <a:avLst/>
              </a:prstGeom>
              <a:noFill/>
              <a:ln w="3175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Oval 55"/>
              <p:cNvSpPr>
                <a:spLocks noChangeArrowheads="1"/>
              </p:cNvSpPr>
              <p:nvPr/>
            </p:nvSpPr>
            <p:spPr bwMode="auto">
              <a:xfrm>
                <a:off x="3596" y="490"/>
                <a:ext cx="192" cy="240"/>
              </a:xfrm>
              <a:prstGeom prst="ellipse">
                <a:avLst/>
              </a:prstGeom>
              <a:solidFill>
                <a:srgbClr val="FFCC99"/>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56"/>
              <p:cNvSpPr>
                <a:spLocks noChangeShapeType="1"/>
              </p:cNvSpPr>
              <p:nvPr/>
            </p:nvSpPr>
            <p:spPr bwMode="auto">
              <a:xfrm flipV="1">
                <a:off x="528" y="720"/>
                <a:ext cx="3120" cy="1008"/>
              </a:xfrm>
              <a:prstGeom prst="line">
                <a:avLst/>
              </a:prstGeom>
              <a:noFill/>
              <a:ln w="762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Oval 57"/>
              <p:cNvSpPr>
                <a:spLocks noChangeArrowheads="1"/>
              </p:cNvSpPr>
              <p:nvPr/>
            </p:nvSpPr>
            <p:spPr bwMode="auto">
              <a:xfrm>
                <a:off x="480" y="1488"/>
                <a:ext cx="144" cy="240"/>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5" name="Text Box 58"/>
            <p:cNvSpPr txBox="1">
              <a:spLocks noChangeArrowheads="1"/>
            </p:cNvSpPr>
            <p:nvPr/>
          </p:nvSpPr>
          <p:spPr bwMode="auto">
            <a:xfrm rot="20949170">
              <a:off x="1829" y="1677"/>
              <a:ext cx="1583"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spcBef>
                  <a:spcPct val="50000"/>
                </a:spcBef>
              </a:pPr>
              <a:r>
                <a:rPr lang="zh-CN" altLang="en-US" sz="1200">
                  <a:latin typeface="Times New Roman" panose="02020603050405020304" pitchFamily="18" charset="0"/>
                </a:rPr>
                <a:t>虚拟私有网</a:t>
              </a:r>
            </a:p>
          </p:txBody>
        </p:sp>
        <p:grpSp>
          <p:nvGrpSpPr>
            <p:cNvPr id="16" name="Group 59"/>
            <p:cNvGrpSpPr>
              <a:grpSpLocks/>
            </p:cNvGrpSpPr>
            <p:nvPr/>
          </p:nvGrpSpPr>
          <p:grpSpPr bwMode="auto">
            <a:xfrm>
              <a:off x="1344" y="2448"/>
              <a:ext cx="3120" cy="1104"/>
              <a:chOff x="1344" y="2448"/>
              <a:chExt cx="3120" cy="1104"/>
            </a:xfrm>
          </p:grpSpPr>
          <p:grpSp>
            <p:nvGrpSpPr>
              <p:cNvPr id="24" name="Group 60"/>
              <p:cNvGrpSpPr>
                <a:grpSpLocks/>
              </p:cNvGrpSpPr>
              <p:nvPr/>
            </p:nvGrpSpPr>
            <p:grpSpPr bwMode="auto">
              <a:xfrm flipV="1">
                <a:off x="1344" y="2448"/>
                <a:ext cx="3120" cy="1104"/>
                <a:chOff x="480" y="480"/>
                <a:chExt cx="3264" cy="1248"/>
              </a:xfrm>
            </p:grpSpPr>
            <p:sp>
              <p:nvSpPr>
                <p:cNvPr id="26" name="Line 61"/>
                <p:cNvSpPr>
                  <a:spLocks noChangeShapeType="1"/>
                </p:cNvSpPr>
                <p:nvPr/>
              </p:nvSpPr>
              <p:spPr bwMode="auto">
                <a:xfrm flipV="1">
                  <a:off x="576" y="576"/>
                  <a:ext cx="3120" cy="1008"/>
                </a:xfrm>
                <a:prstGeom prst="line">
                  <a:avLst/>
                </a:prstGeom>
                <a:noFill/>
                <a:ln w="3175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Oval 62"/>
                <p:cNvSpPr>
                  <a:spLocks noChangeArrowheads="1"/>
                </p:cNvSpPr>
                <p:nvPr/>
              </p:nvSpPr>
              <p:spPr bwMode="auto">
                <a:xfrm>
                  <a:off x="3552" y="480"/>
                  <a:ext cx="192" cy="240"/>
                </a:xfrm>
                <a:prstGeom prst="ellipse">
                  <a:avLst/>
                </a:prstGeom>
                <a:solidFill>
                  <a:srgbClr val="FFCC99"/>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Line 63"/>
                <p:cNvSpPr>
                  <a:spLocks noChangeShapeType="1"/>
                </p:cNvSpPr>
                <p:nvPr/>
              </p:nvSpPr>
              <p:spPr bwMode="auto">
                <a:xfrm flipV="1">
                  <a:off x="528" y="720"/>
                  <a:ext cx="3120" cy="1008"/>
                </a:xfrm>
                <a:prstGeom prst="line">
                  <a:avLst/>
                </a:prstGeom>
                <a:noFill/>
                <a:ln w="762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Oval 64"/>
                <p:cNvSpPr>
                  <a:spLocks noChangeArrowheads="1"/>
                </p:cNvSpPr>
                <p:nvPr/>
              </p:nvSpPr>
              <p:spPr bwMode="auto">
                <a:xfrm>
                  <a:off x="480" y="1488"/>
                  <a:ext cx="144" cy="240"/>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5" name="Text Box 65"/>
              <p:cNvSpPr txBox="1">
                <a:spLocks noChangeArrowheads="1"/>
              </p:cNvSpPr>
              <p:nvPr/>
            </p:nvSpPr>
            <p:spPr bwMode="auto">
              <a:xfrm rot="900000">
                <a:off x="1912" y="2828"/>
                <a:ext cx="1585"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spcBef>
                    <a:spcPct val="50000"/>
                  </a:spcBef>
                </a:pPr>
                <a:r>
                  <a:rPr lang="zh-CN" altLang="en-US" sz="1200">
                    <a:latin typeface="Times New Roman" panose="02020603050405020304" pitchFamily="18" charset="0"/>
                  </a:rPr>
                  <a:t>虚拟私有网</a:t>
                </a:r>
              </a:p>
            </p:txBody>
          </p:sp>
        </p:grpSp>
        <p:grpSp>
          <p:nvGrpSpPr>
            <p:cNvPr id="17" name="Group 66"/>
            <p:cNvGrpSpPr>
              <a:grpSpLocks/>
            </p:cNvGrpSpPr>
            <p:nvPr/>
          </p:nvGrpSpPr>
          <p:grpSpPr bwMode="auto">
            <a:xfrm>
              <a:off x="1440" y="2208"/>
              <a:ext cx="3552" cy="241"/>
              <a:chOff x="1440" y="2208"/>
              <a:chExt cx="3552" cy="241"/>
            </a:xfrm>
          </p:grpSpPr>
          <p:grpSp>
            <p:nvGrpSpPr>
              <p:cNvPr id="18" name="Group 67"/>
              <p:cNvGrpSpPr>
                <a:grpSpLocks/>
              </p:cNvGrpSpPr>
              <p:nvPr/>
            </p:nvGrpSpPr>
            <p:grpSpPr bwMode="auto">
              <a:xfrm>
                <a:off x="1440" y="2208"/>
                <a:ext cx="3552" cy="192"/>
                <a:chOff x="480" y="3696"/>
                <a:chExt cx="3312" cy="192"/>
              </a:xfrm>
            </p:grpSpPr>
            <p:sp>
              <p:nvSpPr>
                <p:cNvPr id="20" name="Line 68"/>
                <p:cNvSpPr>
                  <a:spLocks noChangeShapeType="1"/>
                </p:cNvSpPr>
                <p:nvPr/>
              </p:nvSpPr>
              <p:spPr bwMode="auto">
                <a:xfrm>
                  <a:off x="528" y="3744"/>
                  <a:ext cx="3216" cy="0"/>
                </a:xfrm>
                <a:prstGeom prst="line">
                  <a:avLst/>
                </a:prstGeom>
                <a:noFill/>
                <a:ln w="1524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Line 69"/>
                <p:cNvSpPr>
                  <a:spLocks noChangeShapeType="1"/>
                </p:cNvSpPr>
                <p:nvPr/>
              </p:nvSpPr>
              <p:spPr bwMode="auto">
                <a:xfrm>
                  <a:off x="528" y="3840"/>
                  <a:ext cx="3216" cy="0"/>
                </a:xfrm>
                <a:prstGeom prst="line">
                  <a:avLst/>
                </a:prstGeom>
                <a:noFill/>
                <a:ln w="1524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 name="Oval 70"/>
                <p:cNvSpPr>
                  <a:spLocks noChangeArrowheads="1"/>
                </p:cNvSpPr>
                <p:nvPr/>
              </p:nvSpPr>
              <p:spPr bwMode="auto">
                <a:xfrm>
                  <a:off x="480" y="3696"/>
                  <a:ext cx="96" cy="192"/>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Oval 71"/>
                <p:cNvSpPr>
                  <a:spLocks noChangeArrowheads="1"/>
                </p:cNvSpPr>
                <p:nvPr/>
              </p:nvSpPr>
              <p:spPr bwMode="auto">
                <a:xfrm>
                  <a:off x="3696" y="3696"/>
                  <a:ext cx="96" cy="192"/>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9" name="Text Box 72"/>
              <p:cNvSpPr txBox="1">
                <a:spLocks noChangeArrowheads="1"/>
              </p:cNvSpPr>
              <p:nvPr/>
            </p:nvSpPr>
            <p:spPr bwMode="auto">
              <a:xfrm>
                <a:off x="2688" y="2208"/>
                <a:ext cx="1584"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spcBef>
                    <a:spcPct val="50000"/>
                  </a:spcBef>
                </a:pPr>
                <a:r>
                  <a:rPr lang="zh-CN" altLang="en-US" sz="1200">
                    <a:latin typeface="Times New Roman" panose="02020603050405020304" pitchFamily="18" charset="0"/>
                  </a:rPr>
                  <a:t>虚拟私有网</a:t>
                </a:r>
              </a:p>
            </p:txBody>
          </p:sp>
        </p:grpSp>
      </p:grpSp>
      <p:sp>
        <p:nvSpPr>
          <p:cNvPr id="75" name="Text Box 73"/>
          <p:cNvSpPr txBox="1">
            <a:spLocks noChangeArrowheads="1"/>
          </p:cNvSpPr>
          <p:nvPr/>
        </p:nvSpPr>
        <p:spPr bwMode="auto">
          <a:xfrm>
            <a:off x="3560468" y="5915764"/>
            <a:ext cx="56522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hangingPunct="0">
              <a:spcBef>
                <a:spcPct val="50000"/>
              </a:spcBef>
            </a:pPr>
            <a:r>
              <a:rPr lang="en-US" altLang="zh-CN" sz="2000" dirty="0">
                <a:latin typeface="Times New Roman" panose="02020603050405020304" pitchFamily="18" charset="0"/>
              </a:rPr>
              <a:t>VPN</a:t>
            </a:r>
            <a:r>
              <a:rPr lang="zh-CN" altLang="en-US" sz="2000" dirty="0">
                <a:latin typeface="Times New Roman" panose="02020603050405020304" pitchFamily="18" charset="0"/>
              </a:rPr>
              <a:t>是企业网（专用网）在因特网上的延伸</a:t>
            </a:r>
          </a:p>
        </p:txBody>
      </p:sp>
      <p:sp>
        <p:nvSpPr>
          <p:cNvPr id="76" name="Rectangle 75"/>
          <p:cNvSpPr txBox="1">
            <a:spLocks noChangeArrowheads="1"/>
          </p:cNvSpPr>
          <p:nvPr/>
        </p:nvSpPr>
        <p:spPr>
          <a:xfrm>
            <a:off x="-1" y="0"/>
            <a:ext cx="6417891" cy="617718"/>
          </a:xfrm>
          <a:prstGeom prst="rect">
            <a:avLst/>
          </a:prstGeom>
          <a:noFill/>
          <a:ln/>
          <a:extLst>
            <a:ext uri="{91240B29-F687-4F45-9708-019B960494DF}">
              <a14:hiddenLine xmlns:a14="http://schemas.microsoft.com/office/drawing/2010/main" w="9525" algn="ctr">
                <a:solidFill>
                  <a:schemeClr val="tx1"/>
                </a:solidFill>
                <a:miter lim="800000"/>
                <a:headEnd/>
                <a:tailEnd/>
              </a14:hiddenLine>
            </a:ext>
          </a:extLst>
        </p:spPr>
        <p:txBody>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algn="l"/>
            <a:r>
              <a:rPr lang="en-US" altLang="zh-CN" sz="3200" b="1" kern="0" smtClean="0">
                <a:solidFill>
                  <a:schemeClr val="bg1"/>
                </a:solidFill>
                <a:latin typeface="微软雅黑" panose="020B0503020204020204" pitchFamily="34" charset="-122"/>
                <a:ea typeface="微软雅黑" panose="020B0503020204020204" pitchFamily="34" charset="-122"/>
              </a:rPr>
              <a:t>VPN</a:t>
            </a:r>
            <a:r>
              <a:rPr lang="zh-CN" altLang="en-US" sz="3200" b="1" kern="0" smtClean="0">
                <a:solidFill>
                  <a:schemeClr val="bg1"/>
                </a:solidFill>
                <a:latin typeface="微软雅黑" panose="020B0503020204020204" pitchFamily="34" charset="-122"/>
                <a:ea typeface="微软雅黑" panose="020B0503020204020204" pitchFamily="34" charset="-122"/>
              </a:rPr>
              <a:t>典型部署</a:t>
            </a:r>
            <a:endParaRPr lang="zh-CN" altLang="en-US" sz="3200" b="1" kern="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42455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ChangeArrowheads="1"/>
          </p:cNvSpPr>
          <p:nvPr/>
        </p:nvSpPr>
        <p:spPr bwMode="auto">
          <a:xfrm>
            <a:off x="115862" y="43191"/>
            <a:ext cx="3967753" cy="584775"/>
          </a:xfrm>
          <a:prstGeom prst="rect">
            <a:avLst/>
          </a:prstGeom>
          <a:noFill/>
          <a:ln w="38100">
            <a:noFill/>
            <a:miter lim="800000"/>
          </a:ln>
          <a:effectLst/>
        </p:spPr>
        <p:txBody>
          <a:bodyPr wrap="none">
            <a:spAutoFit/>
          </a:bodyPr>
          <a:lstStyle/>
          <a:p>
            <a:pPr defTabSz="457200"/>
            <a:r>
              <a:rPr lang="zh-CN" altLang="en-US" sz="3200" b="1" dirty="0">
                <a:solidFill>
                  <a:schemeClr val="bg1"/>
                </a:solidFill>
                <a:latin typeface="微软雅黑" panose="020B0503020204020204" pitchFamily="34" charset="-122"/>
                <a:ea typeface="微软雅黑" panose="020B0503020204020204" pitchFamily="34" charset="-122"/>
              </a:rPr>
              <a:t>用</a:t>
            </a:r>
            <a:r>
              <a:rPr lang="en-US" altLang="zh-CN" sz="3200" b="1" dirty="0">
                <a:solidFill>
                  <a:schemeClr val="bg1"/>
                </a:solidFill>
                <a:latin typeface="微软雅黑" panose="020B0503020204020204" pitchFamily="34" charset="-122"/>
                <a:ea typeface="微软雅黑" panose="020B0503020204020204" pitchFamily="34" charset="-122"/>
              </a:rPr>
              <a:t>VPN</a:t>
            </a:r>
            <a:r>
              <a:rPr lang="zh-CN" altLang="en-US" sz="3200" b="1" dirty="0">
                <a:solidFill>
                  <a:schemeClr val="bg1"/>
                </a:solidFill>
                <a:latin typeface="微软雅黑" panose="020B0503020204020204" pitchFamily="34" charset="-122"/>
                <a:ea typeface="微软雅黑" panose="020B0503020204020204" pitchFamily="34" charset="-122"/>
              </a:rPr>
              <a:t>连接分支机构</a:t>
            </a:r>
          </a:p>
        </p:txBody>
      </p:sp>
      <p:sp>
        <p:nvSpPr>
          <p:cNvPr id="515075" name="Line 3"/>
          <p:cNvSpPr>
            <a:spLocks noChangeShapeType="1"/>
          </p:cNvSpPr>
          <p:nvPr/>
        </p:nvSpPr>
        <p:spPr bwMode="auto">
          <a:xfrm flipV="1">
            <a:off x="2298970" y="2213042"/>
            <a:ext cx="0" cy="304800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076" name="Line 4"/>
          <p:cNvSpPr>
            <a:spLocks noChangeShapeType="1"/>
          </p:cNvSpPr>
          <p:nvPr/>
        </p:nvSpPr>
        <p:spPr bwMode="auto">
          <a:xfrm>
            <a:off x="2805383" y="5395980"/>
            <a:ext cx="1371600" cy="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077" name="Line 5"/>
          <p:cNvSpPr>
            <a:spLocks noChangeShapeType="1"/>
          </p:cNvSpPr>
          <p:nvPr/>
        </p:nvSpPr>
        <p:spPr bwMode="auto">
          <a:xfrm>
            <a:off x="8928370" y="2136842"/>
            <a:ext cx="0" cy="304800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078" name="Line 6"/>
          <p:cNvSpPr>
            <a:spLocks noChangeShapeType="1"/>
          </p:cNvSpPr>
          <p:nvPr/>
        </p:nvSpPr>
        <p:spPr bwMode="auto">
          <a:xfrm>
            <a:off x="7453583" y="5395980"/>
            <a:ext cx="1219200" cy="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grpSp>
        <p:nvGrpSpPr>
          <p:cNvPr id="2" name="Group 7"/>
          <p:cNvGrpSpPr/>
          <p:nvPr/>
        </p:nvGrpSpPr>
        <p:grpSpPr bwMode="auto">
          <a:xfrm>
            <a:off x="3975370" y="4499042"/>
            <a:ext cx="3429000" cy="1828800"/>
            <a:chOff x="1793" y="2699"/>
            <a:chExt cx="2160" cy="1152"/>
          </a:xfrm>
        </p:grpSpPr>
        <p:pic>
          <p:nvPicPr>
            <p:cNvPr id="515080" name="Picture 8"/>
            <p:cNvPicPr>
              <a:picLocks noChangeArrowheads="1"/>
            </p:cNvPicPr>
            <p:nvPr/>
          </p:nvPicPr>
          <p:blipFill>
            <a:blip r:embed="rId3"/>
            <a:srcRect/>
            <a:stretch>
              <a:fillRect/>
            </a:stretch>
          </p:blipFill>
          <p:spPr bwMode="auto">
            <a:xfrm>
              <a:off x="1793" y="2699"/>
              <a:ext cx="2160" cy="1152"/>
            </a:xfrm>
            <a:prstGeom prst="rect">
              <a:avLst/>
            </a:prstGeom>
            <a:noFill/>
            <a:ln w="12700">
              <a:noFill/>
              <a:miter lim="800000"/>
              <a:headEnd/>
              <a:tailEnd/>
            </a:ln>
            <a:effectLst/>
          </p:spPr>
        </p:pic>
        <p:sp>
          <p:nvSpPr>
            <p:cNvPr id="515081" name="Text Box 9"/>
            <p:cNvSpPr txBox="1">
              <a:spLocks noChangeArrowheads="1"/>
            </p:cNvSpPr>
            <p:nvPr/>
          </p:nvSpPr>
          <p:spPr bwMode="auto">
            <a:xfrm>
              <a:off x="2304" y="2976"/>
              <a:ext cx="1169" cy="213"/>
            </a:xfrm>
            <a:prstGeom prst="rect">
              <a:avLst/>
            </a:prstGeom>
            <a:noFill/>
            <a:ln w="9525">
              <a:noFill/>
              <a:miter lim="800000"/>
            </a:ln>
            <a:effectLst/>
          </p:spPr>
          <p:txBody>
            <a:bodyPr>
              <a:spAutoFit/>
            </a:bodyPr>
            <a:lstStyle/>
            <a:p>
              <a:pPr defTabSz="457200"/>
              <a:r>
                <a:rPr lang="en-US" altLang="zh-CN" sz="1600">
                  <a:solidFill>
                    <a:prstClr val="black"/>
                  </a:solidFill>
                  <a:latin typeface="+mn-ea"/>
                  <a:ea typeface="+mn-ea"/>
                </a:rPr>
                <a:t>Internet</a:t>
              </a:r>
            </a:p>
          </p:txBody>
        </p:sp>
      </p:grpSp>
      <p:graphicFrame>
        <p:nvGraphicFramePr>
          <p:cNvPr id="515082" name="Object 10"/>
          <p:cNvGraphicFramePr>
            <a:graphicFrameLocks noChangeAspect="1"/>
          </p:cNvGraphicFramePr>
          <p:nvPr>
            <p:extLst>
              <p:ext uri="{D42A27DB-BD31-4B8C-83A1-F6EECF244321}">
                <p14:modId xmlns:p14="http://schemas.microsoft.com/office/powerpoint/2010/main" val="1181621739"/>
              </p:ext>
            </p:extLst>
          </p:nvPr>
        </p:nvGraphicFramePr>
        <p:xfrm>
          <a:off x="1967183" y="5243581"/>
          <a:ext cx="838200" cy="371475"/>
        </p:xfrm>
        <a:graphic>
          <a:graphicData uri="http://schemas.openxmlformats.org/presentationml/2006/ole">
            <mc:AlternateContent xmlns:mc="http://schemas.openxmlformats.org/markup-compatibility/2006">
              <mc:Choice xmlns:v="urn:schemas-microsoft-com:vml" Requires="v">
                <p:oleObj spid="_x0000_s95882" name="文档" r:id="rId4" imgW="887095" imgH="938530" progId="Word.Document.8">
                  <p:embed/>
                </p:oleObj>
              </mc:Choice>
              <mc:Fallback>
                <p:oleObj name="文档" r:id="rId4" imgW="887095" imgH="938530" progId="Word.Document.8">
                  <p:embed/>
                  <p:pic>
                    <p:nvPicPr>
                      <p:cNvPr id="515082"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7183" y="5243581"/>
                        <a:ext cx="8382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5083" name="Object 11"/>
          <p:cNvGraphicFramePr>
            <a:graphicFrameLocks noChangeAspect="1"/>
          </p:cNvGraphicFramePr>
          <p:nvPr>
            <p:extLst>
              <p:ext uri="{D42A27DB-BD31-4B8C-83A1-F6EECF244321}">
                <p14:modId xmlns:p14="http://schemas.microsoft.com/office/powerpoint/2010/main" val="2907338943"/>
              </p:ext>
            </p:extLst>
          </p:nvPr>
        </p:nvGraphicFramePr>
        <p:xfrm>
          <a:off x="8672783" y="5167381"/>
          <a:ext cx="838200" cy="371475"/>
        </p:xfrm>
        <a:graphic>
          <a:graphicData uri="http://schemas.openxmlformats.org/presentationml/2006/ole">
            <mc:AlternateContent xmlns:mc="http://schemas.openxmlformats.org/markup-compatibility/2006">
              <mc:Choice xmlns:v="urn:schemas-microsoft-com:vml" Requires="v">
                <p:oleObj spid="_x0000_s95883" name="文档" r:id="rId6" imgW="887095" imgH="938530" progId="Word.Document.8">
                  <p:embed/>
                </p:oleObj>
              </mc:Choice>
              <mc:Fallback>
                <p:oleObj name="文档" r:id="rId6" imgW="887095" imgH="938530" progId="Word.Document.8">
                  <p:embed/>
                  <p:pic>
                    <p:nvPicPr>
                      <p:cNvPr id="515083"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72783" y="5167381"/>
                        <a:ext cx="8382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12"/>
          <p:cNvGrpSpPr/>
          <p:nvPr/>
        </p:nvGrpSpPr>
        <p:grpSpPr bwMode="auto">
          <a:xfrm>
            <a:off x="8090170" y="765242"/>
            <a:ext cx="1905000" cy="1752600"/>
            <a:chOff x="1152" y="1824"/>
            <a:chExt cx="1200" cy="1104"/>
          </a:xfrm>
        </p:grpSpPr>
        <p:sp>
          <p:nvSpPr>
            <p:cNvPr id="515085" name="Oval 13"/>
            <p:cNvSpPr>
              <a:spLocks noChangeArrowheads="1"/>
            </p:cNvSpPr>
            <p:nvPr/>
          </p:nvSpPr>
          <p:spPr bwMode="auto">
            <a:xfrm>
              <a:off x="1152" y="1824"/>
              <a:ext cx="1200" cy="1104"/>
            </a:xfrm>
            <a:prstGeom prst="ellipse">
              <a:avLst/>
            </a:prstGeom>
            <a:noFill/>
            <a:ln w="38100" cmpd="dbl">
              <a:solidFill>
                <a:srgbClr val="FFCC99"/>
              </a:solidFill>
              <a:round/>
            </a:ln>
            <a:effectLst/>
          </p:spPr>
          <p:txBody>
            <a:bodyPr wrap="none" anchor="ctr"/>
            <a:lstStyle/>
            <a:p>
              <a:pPr defTabSz="457200"/>
              <a:endParaRPr lang="zh-CN" altLang="en-US">
                <a:solidFill>
                  <a:prstClr val="black"/>
                </a:solidFill>
                <a:latin typeface="+mn-ea"/>
                <a:ea typeface="+mn-ea"/>
              </a:endParaRPr>
            </a:p>
          </p:txBody>
        </p:sp>
        <p:sp>
          <p:nvSpPr>
            <p:cNvPr id="515086" name="Line 14"/>
            <p:cNvSpPr>
              <a:spLocks noChangeShapeType="1"/>
            </p:cNvSpPr>
            <p:nvPr/>
          </p:nvSpPr>
          <p:spPr bwMode="auto">
            <a:xfrm>
              <a:off x="1400" y="2343"/>
              <a:ext cx="0" cy="88"/>
            </a:xfrm>
            <a:prstGeom prst="line">
              <a:avLst/>
            </a:prstGeom>
            <a:noFill/>
            <a:ln w="38100">
              <a:solidFill>
                <a:schemeClr val="hlink"/>
              </a:solidFill>
              <a:round/>
            </a:ln>
            <a:effectLst/>
          </p:spPr>
          <p:txBody>
            <a:bodyPr/>
            <a:lstStyle/>
            <a:p>
              <a:pPr defTabSz="457200"/>
              <a:endParaRPr lang="zh-CN" altLang="en-US">
                <a:solidFill>
                  <a:prstClr val="black"/>
                </a:solidFill>
                <a:latin typeface="+mn-ea"/>
                <a:ea typeface="+mn-ea"/>
              </a:endParaRPr>
            </a:p>
          </p:txBody>
        </p:sp>
        <p:sp>
          <p:nvSpPr>
            <p:cNvPr id="515087" name="Line 15"/>
            <p:cNvSpPr>
              <a:spLocks noChangeShapeType="1"/>
            </p:cNvSpPr>
            <p:nvPr/>
          </p:nvSpPr>
          <p:spPr bwMode="auto">
            <a:xfrm>
              <a:off x="1579" y="2321"/>
              <a:ext cx="0" cy="110"/>
            </a:xfrm>
            <a:prstGeom prst="line">
              <a:avLst/>
            </a:prstGeom>
            <a:noFill/>
            <a:ln w="38100">
              <a:solidFill>
                <a:schemeClr val="hlink"/>
              </a:solidFill>
              <a:round/>
            </a:ln>
            <a:effectLst/>
          </p:spPr>
          <p:txBody>
            <a:bodyPr/>
            <a:lstStyle/>
            <a:p>
              <a:pPr defTabSz="457200"/>
              <a:endParaRPr lang="zh-CN" altLang="en-US">
                <a:solidFill>
                  <a:prstClr val="black"/>
                </a:solidFill>
                <a:latin typeface="+mn-ea"/>
                <a:ea typeface="+mn-ea"/>
              </a:endParaRPr>
            </a:p>
          </p:txBody>
        </p:sp>
        <p:sp>
          <p:nvSpPr>
            <p:cNvPr id="515088" name="Line 16"/>
            <p:cNvSpPr>
              <a:spLocks noChangeShapeType="1"/>
            </p:cNvSpPr>
            <p:nvPr/>
          </p:nvSpPr>
          <p:spPr bwMode="auto">
            <a:xfrm>
              <a:off x="1776" y="2321"/>
              <a:ext cx="0" cy="110"/>
            </a:xfrm>
            <a:prstGeom prst="line">
              <a:avLst/>
            </a:prstGeom>
            <a:noFill/>
            <a:ln w="38100">
              <a:solidFill>
                <a:schemeClr val="hlink"/>
              </a:solidFill>
              <a:round/>
            </a:ln>
            <a:effectLst/>
          </p:spPr>
          <p:txBody>
            <a:bodyPr/>
            <a:lstStyle/>
            <a:p>
              <a:pPr defTabSz="457200"/>
              <a:endParaRPr lang="zh-CN" altLang="en-US">
                <a:solidFill>
                  <a:prstClr val="black"/>
                </a:solidFill>
                <a:latin typeface="+mn-ea"/>
                <a:ea typeface="+mn-ea"/>
              </a:endParaRPr>
            </a:p>
          </p:txBody>
        </p:sp>
        <p:sp>
          <p:nvSpPr>
            <p:cNvPr id="515089" name="Line 17"/>
            <p:cNvSpPr>
              <a:spLocks noChangeShapeType="1"/>
            </p:cNvSpPr>
            <p:nvPr/>
          </p:nvSpPr>
          <p:spPr bwMode="auto">
            <a:xfrm>
              <a:off x="2024" y="2360"/>
              <a:ext cx="0" cy="88"/>
            </a:xfrm>
            <a:prstGeom prst="line">
              <a:avLst/>
            </a:prstGeom>
            <a:noFill/>
            <a:ln w="38100">
              <a:solidFill>
                <a:schemeClr val="hlink"/>
              </a:solidFill>
              <a:round/>
            </a:ln>
            <a:effectLst/>
          </p:spPr>
          <p:txBody>
            <a:bodyPr/>
            <a:lstStyle/>
            <a:p>
              <a:pPr defTabSz="457200"/>
              <a:endParaRPr lang="zh-CN" altLang="en-US">
                <a:solidFill>
                  <a:prstClr val="black"/>
                </a:solidFill>
                <a:latin typeface="+mn-ea"/>
                <a:ea typeface="+mn-ea"/>
              </a:endParaRPr>
            </a:p>
          </p:txBody>
        </p:sp>
        <p:pic>
          <p:nvPicPr>
            <p:cNvPr id="515090" name="Picture 18"/>
            <p:cNvPicPr>
              <a:picLocks noChangeArrowheads="1"/>
            </p:cNvPicPr>
            <p:nvPr/>
          </p:nvPicPr>
          <p:blipFill>
            <a:blip r:embed="rId7"/>
            <a:srcRect/>
            <a:stretch>
              <a:fillRect/>
            </a:stretch>
          </p:blipFill>
          <p:spPr bwMode="auto">
            <a:xfrm>
              <a:off x="1717" y="2191"/>
              <a:ext cx="152" cy="151"/>
            </a:xfrm>
            <a:prstGeom prst="rect">
              <a:avLst/>
            </a:prstGeom>
            <a:noFill/>
            <a:ln w="12700">
              <a:noFill/>
              <a:miter lim="800000"/>
              <a:headEnd/>
              <a:tailEnd/>
            </a:ln>
            <a:effectLst/>
          </p:spPr>
        </p:pic>
        <p:graphicFrame>
          <p:nvGraphicFramePr>
            <p:cNvPr id="515091" name="Object 19"/>
            <p:cNvGraphicFramePr>
              <a:graphicFrameLocks noChangeAspect="1"/>
            </p:cNvGraphicFramePr>
            <p:nvPr/>
          </p:nvGraphicFramePr>
          <p:xfrm>
            <a:off x="1321" y="2060"/>
            <a:ext cx="120" cy="288"/>
          </p:xfrm>
          <a:graphic>
            <a:graphicData uri="http://schemas.openxmlformats.org/presentationml/2006/ole">
              <mc:AlternateContent xmlns:mc="http://schemas.openxmlformats.org/markup-compatibility/2006">
                <mc:Choice xmlns:v="urn:schemas-microsoft-com:vml" Requires="v">
                  <p:oleObj spid="_x0000_s95884" name="Clip" r:id="rId8" imgW="2735580" imgH="3825875" progId="MS_ClipArt_Gallery.5">
                    <p:embed/>
                  </p:oleObj>
                </mc:Choice>
                <mc:Fallback>
                  <p:oleObj name="Clip" r:id="rId8" imgW="2735580" imgH="3825875" progId="MS_ClipArt_Gallery.5">
                    <p:embed/>
                    <p:pic>
                      <p:nvPicPr>
                        <p:cNvPr id="515091"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5092" name="Picture 20"/>
            <p:cNvPicPr>
              <a:picLocks noChangeArrowheads="1"/>
            </p:cNvPicPr>
            <p:nvPr/>
          </p:nvPicPr>
          <p:blipFill>
            <a:blip r:embed="rId7"/>
            <a:srcRect/>
            <a:stretch>
              <a:fillRect/>
            </a:stretch>
          </p:blipFill>
          <p:spPr bwMode="auto">
            <a:xfrm>
              <a:off x="1519" y="2191"/>
              <a:ext cx="153" cy="151"/>
            </a:xfrm>
            <a:prstGeom prst="rect">
              <a:avLst/>
            </a:prstGeom>
            <a:noFill/>
            <a:ln w="12700">
              <a:noFill/>
              <a:miter lim="800000"/>
              <a:headEnd/>
              <a:tailEnd/>
            </a:ln>
            <a:effectLst/>
          </p:spPr>
        </p:pic>
        <p:pic>
          <p:nvPicPr>
            <p:cNvPr id="515093" name="Picture 21"/>
            <p:cNvPicPr>
              <a:picLocks noChangeArrowheads="1"/>
            </p:cNvPicPr>
            <p:nvPr/>
          </p:nvPicPr>
          <p:blipFill>
            <a:blip r:embed="rId10"/>
            <a:srcRect/>
            <a:stretch>
              <a:fillRect/>
            </a:stretch>
          </p:blipFill>
          <p:spPr bwMode="auto">
            <a:xfrm>
              <a:off x="1905" y="2208"/>
              <a:ext cx="265" cy="168"/>
            </a:xfrm>
            <a:prstGeom prst="rect">
              <a:avLst/>
            </a:prstGeom>
            <a:noFill/>
            <a:ln w="9525">
              <a:noFill/>
              <a:miter lim="800000"/>
              <a:headEnd/>
              <a:tailEnd/>
            </a:ln>
            <a:effectLst/>
          </p:spPr>
        </p:pic>
        <p:pic>
          <p:nvPicPr>
            <p:cNvPr id="515094" name="Picture 22"/>
            <p:cNvPicPr>
              <a:picLocks noChangeArrowheads="1"/>
            </p:cNvPicPr>
            <p:nvPr/>
          </p:nvPicPr>
          <p:blipFill>
            <a:blip r:embed="rId11"/>
            <a:srcRect/>
            <a:stretch>
              <a:fillRect/>
            </a:stretch>
          </p:blipFill>
          <p:spPr bwMode="auto">
            <a:xfrm>
              <a:off x="1604" y="2496"/>
              <a:ext cx="114" cy="205"/>
            </a:xfrm>
            <a:prstGeom prst="rect">
              <a:avLst/>
            </a:prstGeom>
            <a:noFill/>
            <a:ln w="12700">
              <a:noFill/>
              <a:miter lim="800000"/>
              <a:headEnd/>
              <a:tailEnd/>
            </a:ln>
            <a:effectLst/>
          </p:spPr>
        </p:pic>
        <p:sp>
          <p:nvSpPr>
            <p:cNvPr id="515095" name="Rectangle 23"/>
            <p:cNvSpPr>
              <a:spLocks noChangeArrowheads="1"/>
            </p:cNvSpPr>
            <p:nvPr/>
          </p:nvSpPr>
          <p:spPr bwMode="auto">
            <a:xfrm>
              <a:off x="1553" y="2016"/>
              <a:ext cx="502" cy="138"/>
            </a:xfrm>
            <a:prstGeom prst="rect">
              <a:avLst/>
            </a:prstGeom>
            <a:noFill/>
            <a:ln w="9525">
              <a:noFill/>
              <a:miter lim="800000"/>
            </a:ln>
            <a:effectLst/>
          </p:spPr>
          <p:txBody>
            <a:bodyPr wrap="none" anchor="ctr"/>
            <a:lstStyle/>
            <a:p>
              <a:pPr defTabSz="457200"/>
              <a:r>
                <a:rPr lang="zh-CN" altLang="en-US" sz="1200">
                  <a:solidFill>
                    <a:prstClr val="black"/>
                  </a:solidFill>
                  <a:latin typeface="+mn-ea"/>
                  <a:ea typeface="+mn-ea"/>
                </a:rPr>
                <a:t>分支机构</a:t>
              </a:r>
              <a:endParaRPr lang="en-US" altLang="zh-CN" sz="1200">
                <a:solidFill>
                  <a:prstClr val="black"/>
                </a:solidFill>
                <a:latin typeface="+mn-ea"/>
                <a:ea typeface="+mn-ea"/>
              </a:endParaRPr>
            </a:p>
          </p:txBody>
        </p:sp>
        <p:sp>
          <p:nvSpPr>
            <p:cNvPr id="515096" name="Line 24"/>
            <p:cNvSpPr>
              <a:spLocks noChangeShapeType="1"/>
            </p:cNvSpPr>
            <p:nvPr/>
          </p:nvSpPr>
          <p:spPr bwMode="auto">
            <a:xfrm>
              <a:off x="1662" y="2431"/>
              <a:ext cx="0" cy="65"/>
            </a:xfrm>
            <a:prstGeom prst="line">
              <a:avLst/>
            </a:prstGeom>
            <a:noFill/>
            <a:ln w="38100">
              <a:solidFill>
                <a:schemeClr val="hlink"/>
              </a:solidFill>
              <a:round/>
            </a:ln>
            <a:effectLst/>
          </p:spPr>
          <p:txBody>
            <a:bodyPr/>
            <a:lstStyle/>
            <a:p>
              <a:pPr defTabSz="457200"/>
              <a:endParaRPr lang="zh-CN" altLang="en-US">
                <a:solidFill>
                  <a:prstClr val="black"/>
                </a:solidFill>
                <a:latin typeface="+mn-ea"/>
                <a:ea typeface="+mn-ea"/>
              </a:endParaRPr>
            </a:p>
          </p:txBody>
        </p:sp>
        <p:sp>
          <p:nvSpPr>
            <p:cNvPr id="515097" name="Line 25"/>
            <p:cNvSpPr>
              <a:spLocks noChangeShapeType="1"/>
            </p:cNvSpPr>
            <p:nvPr/>
          </p:nvSpPr>
          <p:spPr bwMode="auto">
            <a:xfrm>
              <a:off x="1303" y="2448"/>
              <a:ext cx="802" cy="0"/>
            </a:xfrm>
            <a:prstGeom prst="line">
              <a:avLst/>
            </a:prstGeom>
            <a:noFill/>
            <a:ln w="57150">
              <a:solidFill>
                <a:schemeClr val="hlink"/>
              </a:solidFill>
              <a:round/>
            </a:ln>
            <a:effectLst/>
          </p:spPr>
          <p:txBody>
            <a:bodyPr/>
            <a:lstStyle/>
            <a:p>
              <a:pPr defTabSz="457200"/>
              <a:endParaRPr lang="zh-CN" altLang="en-US">
                <a:solidFill>
                  <a:prstClr val="black"/>
                </a:solidFill>
                <a:latin typeface="+mn-ea"/>
                <a:ea typeface="+mn-ea"/>
              </a:endParaRPr>
            </a:p>
          </p:txBody>
        </p:sp>
        <p:graphicFrame>
          <p:nvGraphicFramePr>
            <p:cNvPr id="515098" name="Object 26"/>
            <p:cNvGraphicFramePr/>
            <p:nvPr/>
          </p:nvGraphicFramePr>
          <p:xfrm>
            <a:off x="1776" y="2544"/>
            <a:ext cx="288" cy="239"/>
          </p:xfrm>
          <a:graphic>
            <a:graphicData uri="http://schemas.openxmlformats.org/presentationml/2006/ole">
              <mc:AlternateContent xmlns:mc="http://schemas.openxmlformats.org/markup-compatibility/2006">
                <mc:Choice xmlns:v="urn:schemas-microsoft-com:vml" Requires="v">
                  <p:oleObj spid="_x0000_s95885" name="剪辑" r:id="rId12" imgW="1012825" imgH="809625" progId="MS_ClipArt_Gallery.2">
                    <p:embed/>
                  </p:oleObj>
                </mc:Choice>
                <mc:Fallback>
                  <p:oleObj name="剪辑" r:id="rId12" imgW="1012825" imgH="809625" progId="MS_ClipArt_Gallery.2">
                    <p:embed/>
                    <p:pic>
                      <p:nvPicPr>
                        <p:cNvPr id="515098" name="Object 2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5099" name="Line 27"/>
            <p:cNvSpPr>
              <a:spLocks noChangeShapeType="1"/>
            </p:cNvSpPr>
            <p:nvPr/>
          </p:nvSpPr>
          <p:spPr bwMode="auto">
            <a:xfrm>
              <a:off x="1920" y="2448"/>
              <a:ext cx="0" cy="96"/>
            </a:xfrm>
            <a:prstGeom prst="line">
              <a:avLst/>
            </a:prstGeom>
            <a:noFill/>
            <a:ln w="57150">
              <a:solidFill>
                <a:schemeClr val="hlink"/>
              </a:solidFill>
              <a:round/>
            </a:ln>
            <a:effectLst/>
          </p:spPr>
          <p:txBody>
            <a:bodyPr/>
            <a:lstStyle/>
            <a:p>
              <a:pPr defTabSz="457200"/>
              <a:endParaRPr lang="zh-CN" altLang="en-US">
                <a:solidFill>
                  <a:prstClr val="black"/>
                </a:solidFill>
                <a:latin typeface="+mn-ea"/>
                <a:ea typeface="+mn-ea"/>
              </a:endParaRPr>
            </a:p>
          </p:txBody>
        </p:sp>
      </p:grpSp>
      <p:sp>
        <p:nvSpPr>
          <p:cNvPr id="515100" name="Text Box 28"/>
          <p:cNvSpPr txBox="1">
            <a:spLocks noChangeArrowheads="1"/>
          </p:cNvSpPr>
          <p:nvPr/>
        </p:nvSpPr>
        <p:spPr bwMode="auto">
          <a:xfrm>
            <a:off x="1814783" y="5624581"/>
            <a:ext cx="1143000" cy="338554"/>
          </a:xfrm>
          <a:prstGeom prst="rect">
            <a:avLst/>
          </a:prstGeom>
          <a:noFill/>
          <a:ln w="57150">
            <a:noFill/>
            <a:miter lim="800000"/>
          </a:ln>
          <a:effectLst/>
        </p:spPr>
        <p:txBody>
          <a:bodyPr>
            <a:spAutoFit/>
          </a:bodyPr>
          <a:lstStyle/>
          <a:p>
            <a:pPr defTabSz="457200"/>
            <a:r>
              <a:rPr lang="en-US" altLang="zh-CN" sz="1600">
                <a:solidFill>
                  <a:prstClr val="black"/>
                </a:solidFill>
                <a:latin typeface="+mn-ea"/>
                <a:ea typeface="+mn-ea"/>
              </a:rPr>
              <a:t>VPN</a:t>
            </a:r>
            <a:r>
              <a:rPr lang="zh-CN" altLang="en-US" sz="1600">
                <a:solidFill>
                  <a:prstClr val="black"/>
                </a:solidFill>
                <a:latin typeface="+mn-ea"/>
                <a:ea typeface="+mn-ea"/>
              </a:rPr>
              <a:t>网关</a:t>
            </a:r>
            <a:r>
              <a:rPr lang="en-US" altLang="zh-CN" sz="1600">
                <a:solidFill>
                  <a:prstClr val="black"/>
                </a:solidFill>
                <a:latin typeface="+mn-ea"/>
                <a:ea typeface="+mn-ea"/>
              </a:rPr>
              <a:t>A</a:t>
            </a:r>
          </a:p>
        </p:txBody>
      </p:sp>
      <p:sp>
        <p:nvSpPr>
          <p:cNvPr id="515101" name="Text Box 29"/>
          <p:cNvSpPr txBox="1">
            <a:spLocks noChangeArrowheads="1"/>
          </p:cNvSpPr>
          <p:nvPr/>
        </p:nvSpPr>
        <p:spPr bwMode="auto">
          <a:xfrm>
            <a:off x="8672784" y="5548381"/>
            <a:ext cx="1169987" cy="338554"/>
          </a:xfrm>
          <a:prstGeom prst="rect">
            <a:avLst/>
          </a:prstGeom>
          <a:noFill/>
          <a:ln w="57150">
            <a:noFill/>
            <a:miter lim="800000"/>
          </a:ln>
          <a:effectLst/>
        </p:spPr>
        <p:txBody>
          <a:bodyPr>
            <a:spAutoFit/>
          </a:bodyPr>
          <a:lstStyle/>
          <a:p>
            <a:pPr defTabSz="457200"/>
            <a:r>
              <a:rPr lang="en-US" altLang="zh-CN" sz="1600">
                <a:solidFill>
                  <a:prstClr val="black"/>
                </a:solidFill>
                <a:latin typeface="+mn-ea"/>
                <a:ea typeface="+mn-ea"/>
              </a:rPr>
              <a:t>VPN</a:t>
            </a:r>
            <a:r>
              <a:rPr lang="zh-CN" altLang="en-US" sz="1600">
                <a:solidFill>
                  <a:prstClr val="black"/>
                </a:solidFill>
                <a:latin typeface="+mn-ea"/>
                <a:ea typeface="+mn-ea"/>
              </a:rPr>
              <a:t>网关</a:t>
            </a:r>
            <a:r>
              <a:rPr lang="en-US" altLang="zh-CN" sz="1600">
                <a:solidFill>
                  <a:prstClr val="black"/>
                </a:solidFill>
                <a:latin typeface="+mn-ea"/>
                <a:ea typeface="+mn-ea"/>
              </a:rPr>
              <a:t>B</a:t>
            </a:r>
          </a:p>
        </p:txBody>
      </p:sp>
      <p:grpSp>
        <p:nvGrpSpPr>
          <p:cNvPr id="7" name="Group 30"/>
          <p:cNvGrpSpPr/>
          <p:nvPr/>
        </p:nvGrpSpPr>
        <p:grpSpPr bwMode="auto">
          <a:xfrm>
            <a:off x="1460770" y="841442"/>
            <a:ext cx="1905000" cy="1752600"/>
            <a:chOff x="1152" y="1824"/>
            <a:chExt cx="1200" cy="1104"/>
          </a:xfrm>
        </p:grpSpPr>
        <p:sp>
          <p:nvSpPr>
            <p:cNvPr id="515103" name="Oval 31"/>
            <p:cNvSpPr>
              <a:spLocks noChangeArrowheads="1"/>
            </p:cNvSpPr>
            <p:nvPr/>
          </p:nvSpPr>
          <p:spPr bwMode="auto">
            <a:xfrm>
              <a:off x="1152" y="1824"/>
              <a:ext cx="1200" cy="1104"/>
            </a:xfrm>
            <a:prstGeom prst="ellipse">
              <a:avLst/>
            </a:prstGeom>
            <a:noFill/>
            <a:ln w="38100" cmpd="dbl">
              <a:solidFill>
                <a:srgbClr val="FFCC99"/>
              </a:solidFill>
              <a:round/>
            </a:ln>
            <a:effectLst/>
          </p:spPr>
          <p:txBody>
            <a:bodyPr wrap="none" anchor="ctr"/>
            <a:lstStyle/>
            <a:p>
              <a:pPr defTabSz="457200"/>
              <a:endParaRPr lang="zh-CN" altLang="en-US" sz="1600">
                <a:solidFill>
                  <a:prstClr val="black"/>
                </a:solidFill>
                <a:latin typeface="+mn-ea"/>
                <a:ea typeface="+mn-ea"/>
              </a:endParaRPr>
            </a:p>
          </p:txBody>
        </p:sp>
        <p:sp>
          <p:nvSpPr>
            <p:cNvPr id="515104" name="Line 32"/>
            <p:cNvSpPr>
              <a:spLocks noChangeShapeType="1"/>
            </p:cNvSpPr>
            <p:nvPr/>
          </p:nvSpPr>
          <p:spPr bwMode="auto">
            <a:xfrm>
              <a:off x="1400" y="2343"/>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105" name="Line 33"/>
            <p:cNvSpPr>
              <a:spLocks noChangeShapeType="1"/>
            </p:cNvSpPr>
            <p:nvPr/>
          </p:nvSpPr>
          <p:spPr bwMode="auto">
            <a:xfrm>
              <a:off x="1579"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106" name="Line 34"/>
            <p:cNvSpPr>
              <a:spLocks noChangeShapeType="1"/>
            </p:cNvSpPr>
            <p:nvPr/>
          </p:nvSpPr>
          <p:spPr bwMode="auto">
            <a:xfrm>
              <a:off x="1776"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107" name="Line 35"/>
            <p:cNvSpPr>
              <a:spLocks noChangeShapeType="1"/>
            </p:cNvSpPr>
            <p:nvPr/>
          </p:nvSpPr>
          <p:spPr bwMode="auto">
            <a:xfrm>
              <a:off x="2024" y="2360"/>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pic>
          <p:nvPicPr>
            <p:cNvPr id="515108" name="Picture 36"/>
            <p:cNvPicPr>
              <a:picLocks noChangeArrowheads="1"/>
            </p:cNvPicPr>
            <p:nvPr/>
          </p:nvPicPr>
          <p:blipFill>
            <a:blip r:embed="rId7"/>
            <a:srcRect/>
            <a:stretch>
              <a:fillRect/>
            </a:stretch>
          </p:blipFill>
          <p:spPr bwMode="auto">
            <a:xfrm>
              <a:off x="1717" y="2191"/>
              <a:ext cx="152" cy="151"/>
            </a:xfrm>
            <a:prstGeom prst="rect">
              <a:avLst/>
            </a:prstGeom>
            <a:noFill/>
            <a:ln w="12700">
              <a:noFill/>
              <a:miter lim="800000"/>
              <a:headEnd/>
              <a:tailEnd/>
            </a:ln>
            <a:effectLst/>
          </p:spPr>
        </p:pic>
        <p:graphicFrame>
          <p:nvGraphicFramePr>
            <p:cNvPr id="515109" name="Object 37"/>
            <p:cNvGraphicFramePr>
              <a:graphicFrameLocks noChangeAspect="1"/>
            </p:cNvGraphicFramePr>
            <p:nvPr/>
          </p:nvGraphicFramePr>
          <p:xfrm>
            <a:off x="1321" y="2060"/>
            <a:ext cx="120" cy="288"/>
          </p:xfrm>
          <a:graphic>
            <a:graphicData uri="http://schemas.openxmlformats.org/presentationml/2006/ole">
              <mc:AlternateContent xmlns:mc="http://schemas.openxmlformats.org/markup-compatibility/2006">
                <mc:Choice xmlns:v="urn:schemas-microsoft-com:vml" Requires="v">
                  <p:oleObj spid="_x0000_s95886" name="Clip" r:id="rId14" imgW="2735580" imgH="3825875" progId="MS_ClipArt_Gallery.5">
                    <p:embed/>
                  </p:oleObj>
                </mc:Choice>
                <mc:Fallback>
                  <p:oleObj name="Clip" r:id="rId14" imgW="2735580" imgH="3825875" progId="MS_ClipArt_Gallery.5">
                    <p:embed/>
                    <p:pic>
                      <p:nvPicPr>
                        <p:cNvPr id="515109" name="Object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5110" name="Picture 38"/>
            <p:cNvPicPr>
              <a:picLocks noChangeArrowheads="1"/>
            </p:cNvPicPr>
            <p:nvPr/>
          </p:nvPicPr>
          <p:blipFill>
            <a:blip r:embed="rId7"/>
            <a:srcRect/>
            <a:stretch>
              <a:fillRect/>
            </a:stretch>
          </p:blipFill>
          <p:spPr bwMode="auto">
            <a:xfrm>
              <a:off x="1519" y="2191"/>
              <a:ext cx="153" cy="151"/>
            </a:xfrm>
            <a:prstGeom prst="rect">
              <a:avLst/>
            </a:prstGeom>
            <a:noFill/>
            <a:ln w="12700">
              <a:noFill/>
              <a:miter lim="800000"/>
              <a:headEnd/>
              <a:tailEnd/>
            </a:ln>
            <a:effectLst/>
          </p:spPr>
        </p:pic>
        <p:pic>
          <p:nvPicPr>
            <p:cNvPr id="515111" name="Picture 39"/>
            <p:cNvPicPr>
              <a:picLocks noChangeArrowheads="1"/>
            </p:cNvPicPr>
            <p:nvPr/>
          </p:nvPicPr>
          <p:blipFill>
            <a:blip r:embed="rId10"/>
            <a:srcRect/>
            <a:stretch>
              <a:fillRect/>
            </a:stretch>
          </p:blipFill>
          <p:spPr bwMode="auto">
            <a:xfrm>
              <a:off x="1905" y="2208"/>
              <a:ext cx="265" cy="168"/>
            </a:xfrm>
            <a:prstGeom prst="rect">
              <a:avLst/>
            </a:prstGeom>
            <a:noFill/>
            <a:ln w="9525">
              <a:noFill/>
              <a:miter lim="800000"/>
              <a:headEnd/>
              <a:tailEnd/>
            </a:ln>
            <a:effectLst/>
          </p:spPr>
        </p:pic>
        <p:pic>
          <p:nvPicPr>
            <p:cNvPr id="515112" name="Picture 40"/>
            <p:cNvPicPr>
              <a:picLocks noChangeArrowheads="1"/>
            </p:cNvPicPr>
            <p:nvPr/>
          </p:nvPicPr>
          <p:blipFill>
            <a:blip r:embed="rId11"/>
            <a:srcRect/>
            <a:stretch>
              <a:fillRect/>
            </a:stretch>
          </p:blipFill>
          <p:spPr bwMode="auto">
            <a:xfrm>
              <a:off x="1604" y="2496"/>
              <a:ext cx="114" cy="205"/>
            </a:xfrm>
            <a:prstGeom prst="rect">
              <a:avLst/>
            </a:prstGeom>
            <a:noFill/>
            <a:ln w="12700">
              <a:noFill/>
              <a:miter lim="800000"/>
              <a:headEnd/>
              <a:tailEnd/>
            </a:ln>
            <a:effectLst/>
          </p:spPr>
        </p:pic>
        <p:sp>
          <p:nvSpPr>
            <p:cNvPr id="515113" name="Rectangle 41"/>
            <p:cNvSpPr>
              <a:spLocks noChangeArrowheads="1"/>
            </p:cNvSpPr>
            <p:nvPr/>
          </p:nvSpPr>
          <p:spPr bwMode="auto">
            <a:xfrm>
              <a:off x="1553" y="2016"/>
              <a:ext cx="502" cy="138"/>
            </a:xfrm>
            <a:prstGeom prst="rect">
              <a:avLst/>
            </a:prstGeom>
            <a:noFill/>
            <a:ln w="9525">
              <a:noFill/>
              <a:miter lim="800000"/>
            </a:ln>
            <a:effectLst/>
          </p:spPr>
          <p:txBody>
            <a:bodyPr wrap="none" anchor="ctr"/>
            <a:lstStyle/>
            <a:p>
              <a:pPr defTabSz="457200"/>
              <a:r>
                <a:rPr lang="zh-CN" altLang="en-US" sz="1600">
                  <a:solidFill>
                    <a:prstClr val="black"/>
                  </a:solidFill>
                  <a:latin typeface="+mn-ea"/>
                  <a:ea typeface="+mn-ea"/>
                </a:rPr>
                <a:t>总部</a:t>
              </a:r>
            </a:p>
          </p:txBody>
        </p:sp>
        <p:sp>
          <p:nvSpPr>
            <p:cNvPr id="515114" name="Line 42"/>
            <p:cNvSpPr>
              <a:spLocks noChangeShapeType="1"/>
            </p:cNvSpPr>
            <p:nvPr/>
          </p:nvSpPr>
          <p:spPr bwMode="auto">
            <a:xfrm>
              <a:off x="1662" y="2431"/>
              <a:ext cx="0" cy="65"/>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5115" name="Line 43"/>
            <p:cNvSpPr>
              <a:spLocks noChangeShapeType="1"/>
            </p:cNvSpPr>
            <p:nvPr/>
          </p:nvSpPr>
          <p:spPr bwMode="auto">
            <a:xfrm>
              <a:off x="1303" y="2448"/>
              <a:ext cx="802" cy="0"/>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aphicFrame>
          <p:nvGraphicFramePr>
            <p:cNvPr id="515116" name="Object 44"/>
            <p:cNvGraphicFramePr/>
            <p:nvPr/>
          </p:nvGraphicFramePr>
          <p:xfrm>
            <a:off x="1776" y="2544"/>
            <a:ext cx="288" cy="239"/>
          </p:xfrm>
          <a:graphic>
            <a:graphicData uri="http://schemas.openxmlformats.org/presentationml/2006/ole">
              <mc:AlternateContent xmlns:mc="http://schemas.openxmlformats.org/markup-compatibility/2006">
                <mc:Choice xmlns:v="urn:schemas-microsoft-com:vml" Requires="v">
                  <p:oleObj spid="_x0000_s95887" name="剪辑" r:id="rId15" imgW="1012825" imgH="809625" progId="MS_ClipArt_Gallery.2">
                    <p:embed/>
                  </p:oleObj>
                </mc:Choice>
                <mc:Fallback>
                  <p:oleObj name="剪辑" r:id="rId15" imgW="1012825" imgH="809625" progId="MS_ClipArt_Gallery.2">
                    <p:embed/>
                    <p:pic>
                      <p:nvPicPr>
                        <p:cNvPr id="515116" name="Object 4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5117" name="Line 45"/>
            <p:cNvSpPr>
              <a:spLocks noChangeShapeType="1"/>
            </p:cNvSpPr>
            <p:nvPr/>
          </p:nvSpPr>
          <p:spPr bwMode="auto">
            <a:xfrm>
              <a:off x="1920" y="2448"/>
              <a:ext cx="0" cy="96"/>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pSp>
      <p:sp>
        <p:nvSpPr>
          <p:cNvPr id="515118" name="Line 46"/>
          <p:cNvSpPr>
            <a:spLocks noChangeShapeType="1"/>
          </p:cNvSpPr>
          <p:nvPr/>
        </p:nvSpPr>
        <p:spPr bwMode="auto">
          <a:xfrm>
            <a:off x="2298970" y="2213042"/>
            <a:ext cx="0" cy="3048000"/>
          </a:xfrm>
          <a:prstGeom prst="line">
            <a:avLst/>
          </a:prstGeom>
          <a:noFill/>
          <a:ln w="38100">
            <a:solidFill>
              <a:srgbClr val="9966FF"/>
            </a:solidFill>
            <a:round/>
          </a:ln>
          <a:effectLst/>
        </p:spPr>
        <p:txBody>
          <a:bodyPr/>
          <a:lstStyle/>
          <a:p>
            <a:pPr defTabSz="457200"/>
            <a:endParaRPr lang="zh-CN" altLang="en-US" sz="1600">
              <a:solidFill>
                <a:prstClr val="black"/>
              </a:solidFill>
              <a:latin typeface="+mn-ea"/>
              <a:ea typeface="+mn-ea"/>
            </a:endParaRPr>
          </a:p>
        </p:txBody>
      </p:sp>
      <p:sp>
        <p:nvSpPr>
          <p:cNvPr id="515119" name="Line 47"/>
          <p:cNvSpPr>
            <a:spLocks noChangeShapeType="1"/>
          </p:cNvSpPr>
          <p:nvPr/>
        </p:nvSpPr>
        <p:spPr bwMode="auto">
          <a:xfrm>
            <a:off x="2805383" y="5395980"/>
            <a:ext cx="5867400" cy="0"/>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5123" name="Text Box 51"/>
          <p:cNvSpPr txBox="1">
            <a:spLocks noChangeArrowheads="1"/>
          </p:cNvSpPr>
          <p:nvPr/>
        </p:nvSpPr>
        <p:spPr bwMode="auto">
          <a:xfrm>
            <a:off x="2756170" y="4118043"/>
            <a:ext cx="2362200" cy="584775"/>
          </a:xfrm>
          <a:prstGeom prst="rect">
            <a:avLst/>
          </a:prstGeom>
          <a:noFill/>
          <a:ln w="57150" cmpd="thinThick">
            <a:solidFill>
              <a:schemeClr val="accent2"/>
            </a:solidFill>
            <a:miter lim="800000"/>
          </a:ln>
          <a:effectLst/>
        </p:spPr>
        <p:txBody>
          <a:bodyPr>
            <a:spAutoFit/>
          </a:bodyPr>
          <a:lstStyle/>
          <a:p>
            <a:pPr defTabSz="457200"/>
            <a:r>
              <a:rPr lang="zh-CN" altLang="en-US" sz="1600">
                <a:solidFill>
                  <a:prstClr val="black"/>
                </a:solidFill>
                <a:latin typeface="+mn-ea"/>
                <a:ea typeface="+mn-ea"/>
              </a:rPr>
              <a:t>通道只需定义在两边的网关上</a:t>
            </a:r>
          </a:p>
        </p:txBody>
      </p:sp>
      <p:sp>
        <p:nvSpPr>
          <p:cNvPr id="515124" name="Line 52"/>
          <p:cNvSpPr>
            <a:spLocks noChangeShapeType="1"/>
          </p:cNvSpPr>
          <p:nvPr/>
        </p:nvSpPr>
        <p:spPr bwMode="auto">
          <a:xfrm>
            <a:off x="3899170" y="4422842"/>
            <a:ext cx="0" cy="914400"/>
          </a:xfrm>
          <a:prstGeom prst="line">
            <a:avLst/>
          </a:prstGeom>
          <a:noFill/>
          <a:ln w="76200" cmpd="tri">
            <a:solidFill>
              <a:schemeClr val="accent2"/>
            </a:solidFill>
            <a:round/>
            <a:tailEnd type="triangle" w="med" len="med"/>
          </a:ln>
          <a:effectLst/>
        </p:spPr>
        <p:txBody>
          <a:bodyPr/>
          <a:lstStyle/>
          <a:p>
            <a:pPr defTabSz="457200"/>
            <a:endParaRPr lang="zh-CN" altLang="en-US" sz="1600">
              <a:solidFill>
                <a:prstClr val="black"/>
              </a:solidFill>
              <a:latin typeface="+mn-ea"/>
              <a:ea typeface="+mn-ea"/>
            </a:endParaRPr>
          </a:p>
        </p:txBody>
      </p:sp>
      <p:sp>
        <p:nvSpPr>
          <p:cNvPr id="515127" name="AutoShape 55"/>
          <p:cNvSpPr/>
          <p:nvPr/>
        </p:nvSpPr>
        <p:spPr bwMode="auto">
          <a:xfrm>
            <a:off x="2984770" y="5642042"/>
            <a:ext cx="1181100" cy="609600"/>
          </a:xfrm>
          <a:prstGeom prst="accentCallout1">
            <a:avLst>
              <a:gd name="adj1" fmla="val 18750"/>
              <a:gd name="adj2" fmla="val -6454"/>
              <a:gd name="adj3" fmla="val -31250"/>
              <a:gd name="adj4" fmla="val -45162"/>
            </a:avLst>
          </a:prstGeom>
          <a:solidFill>
            <a:srgbClr val="FFFFFF"/>
          </a:solidFill>
          <a:ln w="12700">
            <a:solidFill>
              <a:schemeClr val="accent2"/>
            </a:solidFill>
            <a:prstDash val="dash"/>
            <a:miter lim="800000"/>
            <a:headEnd type="triangle" w="med" len="med"/>
          </a:ln>
          <a:effectLst/>
        </p:spPr>
        <p:txBody>
          <a:bodyPr/>
          <a:lstStyle/>
          <a:p>
            <a:pPr defTabSz="457200"/>
            <a:r>
              <a:rPr lang="en-US" altLang="zh-CN" sz="1600" dirty="0">
                <a:solidFill>
                  <a:srgbClr val="67AFBD"/>
                </a:solidFill>
                <a:latin typeface="+mn-ea"/>
                <a:ea typeface="+mn-ea"/>
              </a:rPr>
              <a:t>Gateway </a:t>
            </a:r>
            <a:r>
              <a:rPr lang="zh-CN" altLang="en-US" sz="1600" dirty="0">
                <a:solidFill>
                  <a:srgbClr val="67AFBD"/>
                </a:solidFill>
                <a:latin typeface="+mn-ea"/>
                <a:ea typeface="+mn-ea"/>
              </a:rPr>
              <a:t>必须支持</a:t>
            </a:r>
            <a:r>
              <a:rPr lang="en-US" altLang="zh-CN" sz="1600" dirty="0" err="1">
                <a:solidFill>
                  <a:srgbClr val="67AFBD"/>
                </a:solidFill>
                <a:latin typeface="+mn-ea"/>
                <a:ea typeface="+mn-ea"/>
              </a:rPr>
              <a:t>IPSec</a:t>
            </a:r>
            <a:endParaRPr lang="en-US" altLang="zh-CN" sz="1600" dirty="0">
              <a:solidFill>
                <a:srgbClr val="67AFBD"/>
              </a:solidFill>
              <a:latin typeface="+mn-ea"/>
              <a:ea typeface="+mn-ea"/>
            </a:endParaRPr>
          </a:p>
        </p:txBody>
      </p:sp>
      <p:sp>
        <p:nvSpPr>
          <p:cNvPr id="515128" name="AutoShape 56"/>
          <p:cNvSpPr/>
          <p:nvPr/>
        </p:nvSpPr>
        <p:spPr bwMode="auto">
          <a:xfrm>
            <a:off x="7175770" y="5678555"/>
            <a:ext cx="1295400" cy="685800"/>
          </a:xfrm>
          <a:prstGeom prst="accentCallout1">
            <a:avLst>
              <a:gd name="adj1" fmla="val 16667"/>
              <a:gd name="adj2" fmla="val 105884"/>
              <a:gd name="adj3" fmla="val -47917"/>
              <a:gd name="adj4" fmla="val 137255"/>
            </a:avLst>
          </a:prstGeom>
          <a:solidFill>
            <a:srgbClr val="FFFFFF"/>
          </a:solidFill>
          <a:ln w="12700">
            <a:solidFill>
              <a:schemeClr val="accent2"/>
            </a:solidFill>
            <a:prstDash val="dash"/>
            <a:miter lim="800000"/>
            <a:headEnd type="triangle" w="med" len="med"/>
          </a:ln>
          <a:effectLst/>
        </p:spPr>
        <p:txBody>
          <a:bodyPr/>
          <a:lstStyle/>
          <a:p>
            <a:pPr defTabSz="457200"/>
            <a:r>
              <a:rPr lang="en-US" altLang="zh-CN" sz="1600">
                <a:solidFill>
                  <a:srgbClr val="67AFBD"/>
                </a:solidFill>
                <a:latin typeface="+mn-ea"/>
                <a:ea typeface="+mn-ea"/>
              </a:rPr>
              <a:t>Gateway </a:t>
            </a:r>
            <a:r>
              <a:rPr lang="zh-CN" altLang="en-US" sz="1600">
                <a:solidFill>
                  <a:srgbClr val="67AFBD"/>
                </a:solidFill>
                <a:latin typeface="+mn-ea"/>
                <a:ea typeface="+mn-ea"/>
              </a:rPr>
              <a:t>必须支持</a:t>
            </a:r>
            <a:r>
              <a:rPr lang="en-US" altLang="zh-CN" sz="1600">
                <a:solidFill>
                  <a:srgbClr val="67AFBD"/>
                </a:solidFill>
                <a:latin typeface="+mn-ea"/>
                <a:ea typeface="+mn-ea"/>
              </a:rPr>
              <a:t>IPSec</a:t>
            </a:r>
          </a:p>
        </p:txBody>
      </p:sp>
      <p:sp>
        <p:nvSpPr>
          <p:cNvPr id="515131" name="Line 59"/>
          <p:cNvSpPr>
            <a:spLocks noChangeShapeType="1"/>
          </p:cNvSpPr>
          <p:nvPr/>
        </p:nvSpPr>
        <p:spPr bwMode="auto">
          <a:xfrm flipV="1">
            <a:off x="8928370" y="2136842"/>
            <a:ext cx="0" cy="3048000"/>
          </a:xfrm>
          <a:prstGeom prst="line">
            <a:avLst/>
          </a:prstGeom>
          <a:noFill/>
          <a:ln w="38100">
            <a:solidFill>
              <a:srgbClr val="9966FF"/>
            </a:solidFill>
            <a:round/>
          </a:ln>
          <a:effectLst/>
        </p:spPr>
        <p:txBody>
          <a:bodyPr/>
          <a:lstStyle/>
          <a:p>
            <a:pPr defTabSz="457200"/>
            <a:endParaRPr lang="zh-CN" altLang="en-US" sz="1600">
              <a:solidFill>
                <a:prstClr val="black"/>
              </a:solidFill>
              <a:latin typeface="+mn-ea"/>
              <a:ea typeface="+mn-ea"/>
            </a:endParaRPr>
          </a:p>
        </p:txBody>
      </p:sp>
      <p:grpSp>
        <p:nvGrpSpPr>
          <p:cNvPr id="10" name="Group 66"/>
          <p:cNvGrpSpPr/>
          <p:nvPr/>
        </p:nvGrpSpPr>
        <p:grpSpPr bwMode="auto">
          <a:xfrm>
            <a:off x="2451370" y="2822642"/>
            <a:ext cx="6324600" cy="2438400"/>
            <a:chOff x="768" y="1968"/>
            <a:chExt cx="3984" cy="1536"/>
          </a:xfrm>
        </p:grpSpPr>
        <p:sp>
          <p:nvSpPr>
            <p:cNvPr id="515132" name="Line 60"/>
            <p:cNvSpPr>
              <a:spLocks noChangeShapeType="1"/>
            </p:cNvSpPr>
            <p:nvPr/>
          </p:nvSpPr>
          <p:spPr bwMode="auto">
            <a:xfrm flipV="1">
              <a:off x="768" y="2064"/>
              <a:ext cx="0" cy="1440"/>
            </a:xfrm>
            <a:prstGeom prst="line">
              <a:avLst/>
            </a:prstGeom>
            <a:noFill/>
            <a:ln w="19050">
              <a:solidFill>
                <a:srgbClr val="FF9933"/>
              </a:solidFill>
              <a:round/>
            </a:ln>
            <a:effectLst/>
          </p:spPr>
          <p:txBody>
            <a:bodyPr>
              <a:spAutoFit/>
            </a:bodyPr>
            <a:lstStyle/>
            <a:p>
              <a:pPr defTabSz="457200"/>
              <a:endParaRPr lang="zh-CN" altLang="en-US" sz="1600">
                <a:solidFill>
                  <a:prstClr val="black"/>
                </a:solidFill>
                <a:latin typeface="+mn-ea"/>
                <a:ea typeface="+mn-ea"/>
              </a:endParaRPr>
            </a:p>
          </p:txBody>
        </p:sp>
        <p:sp>
          <p:nvSpPr>
            <p:cNvPr id="515133" name="Line 61"/>
            <p:cNvSpPr>
              <a:spLocks noChangeShapeType="1"/>
            </p:cNvSpPr>
            <p:nvPr/>
          </p:nvSpPr>
          <p:spPr bwMode="auto">
            <a:xfrm flipV="1">
              <a:off x="4752" y="1968"/>
              <a:ext cx="0" cy="1488"/>
            </a:xfrm>
            <a:prstGeom prst="line">
              <a:avLst/>
            </a:prstGeom>
            <a:noFill/>
            <a:ln w="19050">
              <a:solidFill>
                <a:srgbClr val="FF9933"/>
              </a:solidFill>
              <a:round/>
            </a:ln>
            <a:effectLst/>
          </p:spPr>
          <p:txBody>
            <a:bodyPr>
              <a:spAutoFit/>
            </a:bodyPr>
            <a:lstStyle/>
            <a:p>
              <a:pPr defTabSz="457200"/>
              <a:endParaRPr lang="zh-CN" altLang="en-US" sz="1600">
                <a:solidFill>
                  <a:prstClr val="black"/>
                </a:solidFill>
                <a:latin typeface="+mn-ea"/>
                <a:ea typeface="+mn-ea"/>
              </a:endParaRPr>
            </a:p>
          </p:txBody>
        </p:sp>
      </p:grpSp>
      <p:sp>
        <p:nvSpPr>
          <p:cNvPr id="515134" name="Line 62"/>
          <p:cNvSpPr>
            <a:spLocks noChangeShapeType="1"/>
          </p:cNvSpPr>
          <p:nvPr/>
        </p:nvSpPr>
        <p:spPr bwMode="auto">
          <a:xfrm>
            <a:off x="2451370" y="3813242"/>
            <a:ext cx="6324600" cy="0"/>
          </a:xfrm>
          <a:prstGeom prst="line">
            <a:avLst/>
          </a:prstGeom>
          <a:noFill/>
          <a:ln w="19050">
            <a:solidFill>
              <a:srgbClr val="FF9933"/>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5135" name="Line 63"/>
          <p:cNvSpPr>
            <a:spLocks noChangeShapeType="1"/>
          </p:cNvSpPr>
          <p:nvPr/>
        </p:nvSpPr>
        <p:spPr bwMode="auto">
          <a:xfrm>
            <a:off x="2451370" y="3279842"/>
            <a:ext cx="6324600" cy="0"/>
          </a:xfrm>
          <a:prstGeom prst="line">
            <a:avLst/>
          </a:prstGeom>
          <a:noFill/>
          <a:ln w="19050">
            <a:solidFill>
              <a:srgbClr val="FF9933"/>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5136" name="Text Box 64"/>
          <p:cNvSpPr txBox="1">
            <a:spLocks noChangeArrowheads="1"/>
          </p:cNvSpPr>
          <p:nvPr/>
        </p:nvSpPr>
        <p:spPr bwMode="auto">
          <a:xfrm>
            <a:off x="4121715" y="3478756"/>
            <a:ext cx="2743200" cy="338554"/>
          </a:xfrm>
          <a:prstGeom prst="rect">
            <a:avLst/>
          </a:prstGeom>
          <a:noFill/>
          <a:ln w="19050">
            <a:noFill/>
            <a:miter lim="800000"/>
          </a:ln>
          <a:effectLst/>
        </p:spPr>
        <p:txBody>
          <a:bodyPr>
            <a:spAutoFit/>
          </a:bodyPr>
          <a:lstStyle/>
          <a:p>
            <a:pPr defTabSz="457200"/>
            <a:r>
              <a:rPr lang="zh-CN" altLang="en-US" sz="1600">
                <a:solidFill>
                  <a:prstClr val="black"/>
                </a:solidFill>
                <a:latin typeface="+mn-ea"/>
                <a:ea typeface="+mn-ea"/>
              </a:rPr>
              <a:t>数据在这一段是认证的</a:t>
            </a:r>
          </a:p>
        </p:txBody>
      </p:sp>
      <p:sp>
        <p:nvSpPr>
          <p:cNvPr id="515137" name="Text Box 65"/>
          <p:cNvSpPr txBox="1">
            <a:spLocks noChangeArrowheads="1"/>
          </p:cNvSpPr>
          <p:nvPr/>
        </p:nvSpPr>
        <p:spPr bwMode="auto">
          <a:xfrm>
            <a:off x="4083615" y="2953782"/>
            <a:ext cx="2819400" cy="338554"/>
          </a:xfrm>
          <a:prstGeom prst="rect">
            <a:avLst/>
          </a:prstGeom>
          <a:noFill/>
          <a:ln w="19050">
            <a:noFill/>
            <a:miter lim="800000"/>
          </a:ln>
          <a:effectLst/>
        </p:spPr>
        <p:txBody>
          <a:bodyPr>
            <a:spAutoFit/>
          </a:bodyPr>
          <a:lstStyle/>
          <a:p>
            <a:pPr defTabSz="457200"/>
            <a:r>
              <a:rPr lang="zh-CN" altLang="en-US" sz="1600">
                <a:solidFill>
                  <a:prstClr val="black"/>
                </a:solidFill>
                <a:latin typeface="+mn-ea"/>
                <a:ea typeface="+mn-ea"/>
              </a:rPr>
              <a:t>数据在这一段是加密的</a:t>
            </a:r>
          </a:p>
        </p:txBody>
      </p:sp>
      <p:pic>
        <p:nvPicPr>
          <p:cNvPr id="515139" name="Picture 67"/>
          <p:cNvPicPr>
            <a:picLocks noChangeAspect="1" noChangeArrowheads="1"/>
          </p:cNvPicPr>
          <p:nvPr/>
        </p:nvPicPr>
        <p:blipFill>
          <a:blip r:embed="rId16"/>
          <a:srcRect/>
          <a:stretch>
            <a:fillRect/>
          </a:stretch>
        </p:blipFill>
        <p:spPr bwMode="auto">
          <a:xfrm>
            <a:off x="3137171" y="4803843"/>
            <a:ext cx="627063" cy="847725"/>
          </a:xfrm>
          <a:prstGeom prst="rect">
            <a:avLst/>
          </a:prstGeom>
          <a:noFill/>
          <a:ln w="9525">
            <a:noFill/>
            <a:miter lim="800000"/>
            <a:headEnd/>
            <a:tailEnd/>
          </a:ln>
          <a:effectLst/>
        </p:spPr>
      </p:pic>
      <p:sp>
        <p:nvSpPr>
          <p:cNvPr id="515140" name="Text Box 68"/>
          <p:cNvSpPr txBox="1">
            <a:spLocks noChangeArrowheads="1"/>
          </p:cNvSpPr>
          <p:nvPr/>
        </p:nvSpPr>
        <p:spPr bwMode="auto">
          <a:xfrm>
            <a:off x="3195907" y="4663243"/>
            <a:ext cx="685800" cy="338554"/>
          </a:xfrm>
          <a:prstGeom prst="rect">
            <a:avLst/>
          </a:prstGeom>
          <a:noFill/>
          <a:ln w="19050">
            <a:noFill/>
            <a:miter lim="800000"/>
          </a:ln>
          <a:effectLst/>
        </p:spPr>
        <p:txBody>
          <a:bodyPr>
            <a:spAutoFit/>
          </a:bodyPr>
          <a:lstStyle/>
          <a:p>
            <a:pPr defTabSz="457200"/>
            <a:r>
              <a:rPr lang="en-US" altLang="zh-CN" sz="1600" dirty="0">
                <a:solidFill>
                  <a:prstClr val="black"/>
                </a:solidFill>
                <a:latin typeface="+mn-ea"/>
                <a:ea typeface="+mn-ea"/>
              </a:rPr>
              <a:t>ISP</a:t>
            </a:r>
          </a:p>
        </p:txBody>
      </p:sp>
      <p:pic>
        <p:nvPicPr>
          <p:cNvPr id="515141" name="Picture 69"/>
          <p:cNvPicPr>
            <a:picLocks noChangeAspect="1" noChangeArrowheads="1"/>
          </p:cNvPicPr>
          <p:nvPr/>
        </p:nvPicPr>
        <p:blipFill>
          <a:blip r:embed="rId16"/>
          <a:srcRect/>
          <a:stretch>
            <a:fillRect/>
          </a:stretch>
        </p:blipFill>
        <p:spPr bwMode="auto">
          <a:xfrm>
            <a:off x="7404371" y="4880043"/>
            <a:ext cx="627063" cy="847725"/>
          </a:xfrm>
          <a:prstGeom prst="rect">
            <a:avLst/>
          </a:prstGeom>
          <a:noFill/>
          <a:ln w="9525">
            <a:noFill/>
            <a:miter lim="800000"/>
            <a:headEnd/>
            <a:tailEnd/>
          </a:ln>
          <a:effectLst/>
        </p:spPr>
      </p:pic>
      <p:sp>
        <p:nvSpPr>
          <p:cNvPr id="515142" name="Text Box 70"/>
          <p:cNvSpPr txBox="1">
            <a:spLocks noChangeArrowheads="1"/>
          </p:cNvSpPr>
          <p:nvPr/>
        </p:nvSpPr>
        <p:spPr bwMode="auto">
          <a:xfrm>
            <a:off x="7404370" y="4651442"/>
            <a:ext cx="685800" cy="338554"/>
          </a:xfrm>
          <a:prstGeom prst="rect">
            <a:avLst/>
          </a:prstGeom>
          <a:noFill/>
          <a:ln w="19050">
            <a:noFill/>
            <a:miter lim="800000"/>
          </a:ln>
          <a:effectLst/>
        </p:spPr>
        <p:txBody>
          <a:bodyPr>
            <a:spAutoFit/>
          </a:bodyPr>
          <a:lstStyle/>
          <a:p>
            <a:pPr defTabSz="457200"/>
            <a:r>
              <a:rPr lang="en-US" altLang="zh-CN" sz="1600">
                <a:solidFill>
                  <a:prstClr val="black"/>
                </a:solidFill>
                <a:latin typeface="+mn-ea"/>
                <a:ea typeface="+mn-ea"/>
              </a:rPr>
              <a:t>ISP</a:t>
            </a:r>
          </a:p>
        </p:txBody>
      </p:sp>
    </p:spTree>
    <p:extLst>
      <p:ext uri="{BB962C8B-B14F-4D97-AF65-F5344CB8AC3E}">
        <p14:creationId xmlns:p14="http://schemas.microsoft.com/office/powerpoint/2010/main" val="510418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5118"/>
                                        </p:tgtEl>
                                        <p:attrNameLst>
                                          <p:attrName>style.visibility</p:attrName>
                                        </p:attrNameLst>
                                      </p:cBhvr>
                                      <p:to>
                                        <p:strVal val="visible"/>
                                      </p:to>
                                    </p:set>
                                    <p:animEffect transition="in" filter="wipe(up)">
                                      <p:cBhvr>
                                        <p:cTn id="7" dur="500"/>
                                        <p:tgtEl>
                                          <p:spTgt spid="5151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15119"/>
                                        </p:tgtEl>
                                        <p:attrNameLst>
                                          <p:attrName>style.visibility</p:attrName>
                                        </p:attrNameLst>
                                      </p:cBhvr>
                                      <p:to>
                                        <p:strVal val="visible"/>
                                      </p:to>
                                    </p:set>
                                    <p:animEffect transition="in" filter="wipe(left)">
                                      <p:cBhvr>
                                        <p:cTn id="11" dur="500"/>
                                        <p:tgtEl>
                                          <p:spTgt spid="515119"/>
                                        </p:tgtEl>
                                      </p:cBhvr>
                                    </p:animEffect>
                                  </p:childTnLst>
                                </p:cTn>
                              </p:par>
                            </p:childTnLst>
                          </p:cTn>
                        </p:par>
                        <p:par>
                          <p:cTn id="12" fill="hold">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515123"/>
                                        </p:tgtEl>
                                        <p:attrNameLst>
                                          <p:attrName>style.visibility</p:attrName>
                                        </p:attrNameLst>
                                      </p:cBhvr>
                                      <p:to>
                                        <p:strVal val="visible"/>
                                      </p:to>
                                    </p:set>
                                    <p:animEffect transition="in" filter="slide(fromTop)">
                                      <p:cBhvr>
                                        <p:cTn id="15" dur="500"/>
                                        <p:tgtEl>
                                          <p:spTgt spid="51512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15124"/>
                                        </p:tgtEl>
                                        <p:attrNameLst>
                                          <p:attrName>style.visibility</p:attrName>
                                        </p:attrNameLst>
                                      </p:cBhvr>
                                      <p:to>
                                        <p:strVal val="visible"/>
                                      </p:to>
                                    </p:set>
                                    <p:animEffect transition="in" filter="wipe(up)">
                                      <p:cBhvr>
                                        <p:cTn id="19" dur="500"/>
                                        <p:tgtEl>
                                          <p:spTgt spid="515124"/>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15131"/>
                                        </p:tgtEl>
                                        <p:attrNameLst>
                                          <p:attrName>style.visibility</p:attrName>
                                        </p:attrNameLst>
                                      </p:cBhvr>
                                      <p:to>
                                        <p:strVal val="visible"/>
                                      </p:to>
                                    </p:set>
                                    <p:animEffect transition="in" filter="wipe(down)">
                                      <p:cBhvr>
                                        <p:cTn id="23" dur="500"/>
                                        <p:tgtEl>
                                          <p:spTgt spid="515131"/>
                                        </p:tgtEl>
                                      </p:cBhvr>
                                    </p:animEffect>
                                  </p:childTnLst>
                                </p:cTn>
                              </p:par>
                            </p:childTnLst>
                          </p:cTn>
                        </p:par>
                        <p:par>
                          <p:cTn id="24" fill="hold">
                            <p:stCondLst>
                              <p:cond delay="2500"/>
                            </p:stCondLst>
                            <p:childTnLst>
                              <p:par>
                                <p:cTn id="25" presetID="16" presetClass="entr" presetSubtype="37" fill="hold" grpId="0" nodeType="afterEffect">
                                  <p:stCondLst>
                                    <p:cond delay="0"/>
                                  </p:stCondLst>
                                  <p:childTnLst>
                                    <p:set>
                                      <p:cBhvr>
                                        <p:cTn id="26" dur="1" fill="hold">
                                          <p:stCondLst>
                                            <p:cond delay="0"/>
                                          </p:stCondLst>
                                        </p:cTn>
                                        <p:tgtEl>
                                          <p:spTgt spid="515134"/>
                                        </p:tgtEl>
                                        <p:attrNameLst>
                                          <p:attrName>style.visibility</p:attrName>
                                        </p:attrNameLst>
                                      </p:cBhvr>
                                      <p:to>
                                        <p:strVal val="visible"/>
                                      </p:to>
                                    </p:set>
                                    <p:animEffect transition="in" filter="barn(outVertical)">
                                      <p:cBhvr>
                                        <p:cTn id="27" dur="500"/>
                                        <p:tgtEl>
                                          <p:spTgt spid="515134"/>
                                        </p:tgtEl>
                                      </p:cBhvr>
                                    </p:animEffect>
                                  </p:childTnLst>
                                </p:cTn>
                              </p:par>
                            </p:childTnLst>
                          </p:cTn>
                        </p:par>
                        <p:par>
                          <p:cTn id="28" fill="hold">
                            <p:stCondLst>
                              <p:cond delay="3000"/>
                            </p:stCondLst>
                            <p:childTnLst>
                              <p:par>
                                <p:cTn id="29" presetID="12" presetClass="entr" presetSubtype="4" fill="hold" grpId="0" nodeType="afterEffect">
                                  <p:stCondLst>
                                    <p:cond delay="0"/>
                                  </p:stCondLst>
                                  <p:childTnLst>
                                    <p:set>
                                      <p:cBhvr>
                                        <p:cTn id="30" dur="1" fill="hold">
                                          <p:stCondLst>
                                            <p:cond delay="0"/>
                                          </p:stCondLst>
                                        </p:cTn>
                                        <p:tgtEl>
                                          <p:spTgt spid="515136"/>
                                        </p:tgtEl>
                                        <p:attrNameLst>
                                          <p:attrName>style.visibility</p:attrName>
                                        </p:attrNameLst>
                                      </p:cBhvr>
                                      <p:to>
                                        <p:strVal val="visible"/>
                                      </p:to>
                                    </p:set>
                                    <p:animEffect transition="in" filter="slide(fromBottom)">
                                      <p:cBhvr>
                                        <p:cTn id="31" dur="500"/>
                                        <p:tgtEl>
                                          <p:spTgt spid="515136"/>
                                        </p:tgtEl>
                                      </p:cBhvr>
                                    </p:animEffect>
                                  </p:childTnLst>
                                </p:cTn>
                              </p:par>
                            </p:childTnLst>
                          </p:cTn>
                        </p:par>
                        <p:par>
                          <p:cTn id="32" fill="hold">
                            <p:stCondLst>
                              <p:cond delay="3500"/>
                            </p:stCondLst>
                            <p:childTnLst>
                              <p:par>
                                <p:cTn id="33" presetID="16" presetClass="entr" presetSubtype="37" fill="hold" grpId="0" nodeType="afterEffect">
                                  <p:stCondLst>
                                    <p:cond delay="0"/>
                                  </p:stCondLst>
                                  <p:childTnLst>
                                    <p:set>
                                      <p:cBhvr>
                                        <p:cTn id="34" dur="1" fill="hold">
                                          <p:stCondLst>
                                            <p:cond delay="0"/>
                                          </p:stCondLst>
                                        </p:cTn>
                                        <p:tgtEl>
                                          <p:spTgt spid="515135"/>
                                        </p:tgtEl>
                                        <p:attrNameLst>
                                          <p:attrName>style.visibility</p:attrName>
                                        </p:attrNameLst>
                                      </p:cBhvr>
                                      <p:to>
                                        <p:strVal val="visible"/>
                                      </p:to>
                                    </p:set>
                                    <p:animEffect transition="in" filter="barn(outVertical)">
                                      <p:cBhvr>
                                        <p:cTn id="35" dur="500"/>
                                        <p:tgtEl>
                                          <p:spTgt spid="515135"/>
                                        </p:tgtEl>
                                      </p:cBhvr>
                                    </p:animEffect>
                                  </p:childTnLst>
                                </p:cTn>
                              </p:par>
                            </p:childTnLst>
                          </p:cTn>
                        </p:par>
                        <p:par>
                          <p:cTn id="36" fill="hold">
                            <p:stCondLst>
                              <p:cond delay="4000"/>
                            </p:stCondLst>
                            <p:childTnLst>
                              <p:par>
                                <p:cTn id="37" presetID="12" presetClass="entr" presetSubtype="4" fill="hold" grpId="0" nodeType="afterEffect">
                                  <p:stCondLst>
                                    <p:cond delay="0"/>
                                  </p:stCondLst>
                                  <p:childTnLst>
                                    <p:set>
                                      <p:cBhvr>
                                        <p:cTn id="38" dur="1" fill="hold">
                                          <p:stCondLst>
                                            <p:cond delay="0"/>
                                          </p:stCondLst>
                                        </p:cTn>
                                        <p:tgtEl>
                                          <p:spTgt spid="515137"/>
                                        </p:tgtEl>
                                        <p:attrNameLst>
                                          <p:attrName>style.visibility</p:attrName>
                                        </p:attrNameLst>
                                      </p:cBhvr>
                                      <p:to>
                                        <p:strVal val="visible"/>
                                      </p:to>
                                    </p:set>
                                    <p:animEffect transition="in" filter="slide(fromBottom)">
                                      <p:cBhvr>
                                        <p:cTn id="39" dur="500"/>
                                        <p:tgtEl>
                                          <p:spTgt spid="515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18" grpId="0" animBg="1"/>
      <p:bldP spid="515119" grpId="0" animBg="1"/>
      <p:bldP spid="515123" grpId="0" animBg="1" autoUpdateAnimBg="0"/>
      <p:bldP spid="515124" grpId="0" animBg="1"/>
      <p:bldP spid="515131" grpId="0" animBg="1"/>
      <p:bldP spid="515134" grpId="0" animBg="1"/>
      <p:bldP spid="515135" grpId="0" animBg="1"/>
      <p:bldP spid="515136" grpId="0" autoUpdateAnimBg="0"/>
      <p:bldP spid="51513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ChangeArrowheads="1"/>
          </p:cNvSpPr>
          <p:nvPr/>
        </p:nvSpPr>
        <p:spPr bwMode="auto">
          <a:xfrm>
            <a:off x="-39714" y="10180"/>
            <a:ext cx="3967753" cy="584775"/>
          </a:xfrm>
          <a:prstGeom prst="rect">
            <a:avLst/>
          </a:prstGeom>
          <a:noFill/>
          <a:ln w="38100">
            <a:noFill/>
            <a:miter lim="800000"/>
          </a:ln>
          <a:effectLst/>
        </p:spPr>
        <p:txBody>
          <a:bodyPr wrap="none">
            <a:spAutoFit/>
          </a:bodyPr>
          <a:lstStyle/>
          <a:p>
            <a:pPr defTabSz="457200"/>
            <a:r>
              <a:rPr lang="zh-CN" altLang="en-US" sz="3200" b="1" dirty="0">
                <a:solidFill>
                  <a:schemeClr val="bg1"/>
                </a:solidFill>
                <a:latin typeface="微软雅黑" panose="020B0503020204020204" pitchFamily="34" charset="-122"/>
                <a:ea typeface="微软雅黑" panose="020B0503020204020204" pitchFamily="34" charset="-122"/>
              </a:rPr>
              <a:t>用</a:t>
            </a:r>
            <a:r>
              <a:rPr lang="en-US" altLang="zh-CN" sz="3200" b="1" dirty="0">
                <a:solidFill>
                  <a:schemeClr val="bg1"/>
                </a:solidFill>
                <a:latin typeface="微软雅黑" panose="020B0503020204020204" pitchFamily="34" charset="-122"/>
                <a:ea typeface="微软雅黑" panose="020B0503020204020204" pitchFamily="34" charset="-122"/>
              </a:rPr>
              <a:t>VPN</a:t>
            </a:r>
            <a:r>
              <a:rPr lang="zh-CN" altLang="en-US" sz="3200" b="1" dirty="0">
                <a:solidFill>
                  <a:schemeClr val="bg1"/>
                </a:solidFill>
                <a:latin typeface="微软雅黑" panose="020B0503020204020204" pitchFamily="34" charset="-122"/>
                <a:ea typeface="微软雅黑" panose="020B0503020204020204" pitchFamily="34" charset="-122"/>
              </a:rPr>
              <a:t>连接合作伙伴</a:t>
            </a:r>
          </a:p>
        </p:txBody>
      </p:sp>
      <p:sp>
        <p:nvSpPr>
          <p:cNvPr id="516099" name="Line 3"/>
          <p:cNvSpPr>
            <a:spLocks noChangeShapeType="1"/>
          </p:cNvSpPr>
          <p:nvPr/>
        </p:nvSpPr>
        <p:spPr bwMode="auto">
          <a:xfrm flipV="1">
            <a:off x="2667000" y="2514600"/>
            <a:ext cx="0" cy="304800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00" name="Line 4"/>
          <p:cNvSpPr>
            <a:spLocks noChangeShapeType="1"/>
          </p:cNvSpPr>
          <p:nvPr/>
        </p:nvSpPr>
        <p:spPr bwMode="auto">
          <a:xfrm>
            <a:off x="3173413" y="5697538"/>
            <a:ext cx="1371600" cy="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01" name="Line 5"/>
          <p:cNvSpPr>
            <a:spLocks noChangeShapeType="1"/>
          </p:cNvSpPr>
          <p:nvPr/>
        </p:nvSpPr>
        <p:spPr bwMode="auto">
          <a:xfrm>
            <a:off x="9067800" y="2438400"/>
            <a:ext cx="0" cy="304800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02" name="Line 6"/>
          <p:cNvSpPr>
            <a:spLocks noChangeShapeType="1"/>
          </p:cNvSpPr>
          <p:nvPr/>
        </p:nvSpPr>
        <p:spPr bwMode="auto">
          <a:xfrm>
            <a:off x="7593013" y="5697538"/>
            <a:ext cx="1219200" cy="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grpSp>
        <p:nvGrpSpPr>
          <p:cNvPr id="2" name="Group 7"/>
          <p:cNvGrpSpPr/>
          <p:nvPr/>
        </p:nvGrpSpPr>
        <p:grpSpPr bwMode="auto">
          <a:xfrm>
            <a:off x="4343400" y="4800600"/>
            <a:ext cx="3429000" cy="1828800"/>
            <a:chOff x="1793" y="2699"/>
            <a:chExt cx="2160" cy="1152"/>
          </a:xfrm>
        </p:grpSpPr>
        <p:pic>
          <p:nvPicPr>
            <p:cNvPr id="516104" name="Picture 8"/>
            <p:cNvPicPr>
              <a:picLocks noChangeArrowheads="1"/>
            </p:cNvPicPr>
            <p:nvPr/>
          </p:nvPicPr>
          <p:blipFill>
            <a:blip r:embed="rId3"/>
            <a:srcRect/>
            <a:stretch>
              <a:fillRect/>
            </a:stretch>
          </p:blipFill>
          <p:spPr bwMode="auto">
            <a:xfrm>
              <a:off x="1793" y="2699"/>
              <a:ext cx="2160" cy="1152"/>
            </a:xfrm>
            <a:prstGeom prst="rect">
              <a:avLst/>
            </a:prstGeom>
            <a:noFill/>
            <a:ln w="12700">
              <a:noFill/>
              <a:miter lim="800000"/>
              <a:headEnd/>
              <a:tailEnd/>
            </a:ln>
            <a:effectLst/>
          </p:spPr>
        </p:pic>
        <p:sp>
          <p:nvSpPr>
            <p:cNvPr id="516105" name="Text Box 9"/>
            <p:cNvSpPr txBox="1">
              <a:spLocks noChangeArrowheads="1"/>
            </p:cNvSpPr>
            <p:nvPr/>
          </p:nvSpPr>
          <p:spPr bwMode="auto">
            <a:xfrm>
              <a:off x="2304" y="2976"/>
              <a:ext cx="1169" cy="213"/>
            </a:xfrm>
            <a:prstGeom prst="rect">
              <a:avLst/>
            </a:prstGeom>
            <a:noFill/>
            <a:ln w="9525">
              <a:noFill/>
              <a:miter lim="800000"/>
            </a:ln>
            <a:effectLst/>
          </p:spPr>
          <p:txBody>
            <a:bodyPr>
              <a:spAutoFit/>
            </a:bodyPr>
            <a:lstStyle/>
            <a:p>
              <a:pPr defTabSz="457200"/>
              <a:r>
                <a:rPr lang="en-US" altLang="zh-CN" sz="1600">
                  <a:solidFill>
                    <a:prstClr val="black"/>
                  </a:solidFill>
                  <a:latin typeface="+mn-ea"/>
                  <a:ea typeface="+mn-ea"/>
                </a:rPr>
                <a:t>Internet</a:t>
              </a:r>
            </a:p>
          </p:txBody>
        </p:sp>
      </p:grpSp>
      <p:graphicFrame>
        <p:nvGraphicFramePr>
          <p:cNvPr id="516106" name="Object 10"/>
          <p:cNvGraphicFramePr>
            <a:graphicFrameLocks noChangeAspect="1"/>
          </p:cNvGraphicFramePr>
          <p:nvPr>
            <p:extLst>
              <p:ext uri="{D42A27DB-BD31-4B8C-83A1-F6EECF244321}">
                <p14:modId xmlns:p14="http://schemas.microsoft.com/office/powerpoint/2010/main" val="3855724206"/>
              </p:ext>
            </p:extLst>
          </p:nvPr>
        </p:nvGraphicFramePr>
        <p:xfrm>
          <a:off x="2335213" y="5545139"/>
          <a:ext cx="838200" cy="371475"/>
        </p:xfrm>
        <a:graphic>
          <a:graphicData uri="http://schemas.openxmlformats.org/presentationml/2006/ole">
            <mc:AlternateContent xmlns:mc="http://schemas.openxmlformats.org/markup-compatibility/2006">
              <mc:Choice xmlns:v="urn:schemas-microsoft-com:vml" Requires="v">
                <p:oleObj spid="_x0000_s96906" name="文档" r:id="rId4" imgW="887095" imgH="938530" progId="Word.Document.8">
                  <p:embed/>
                </p:oleObj>
              </mc:Choice>
              <mc:Fallback>
                <p:oleObj name="文档" r:id="rId4" imgW="887095" imgH="938530" progId="Word.Document.8">
                  <p:embed/>
                  <p:pic>
                    <p:nvPicPr>
                      <p:cNvPr id="516106"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213" y="5545139"/>
                        <a:ext cx="8382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6107" name="Object 11"/>
          <p:cNvGraphicFramePr>
            <a:graphicFrameLocks noChangeAspect="1"/>
          </p:cNvGraphicFramePr>
          <p:nvPr>
            <p:extLst>
              <p:ext uri="{D42A27DB-BD31-4B8C-83A1-F6EECF244321}">
                <p14:modId xmlns:p14="http://schemas.microsoft.com/office/powerpoint/2010/main" val="3270315485"/>
              </p:ext>
            </p:extLst>
          </p:nvPr>
        </p:nvGraphicFramePr>
        <p:xfrm>
          <a:off x="8686800" y="5486401"/>
          <a:ext cx="838200" cy="371475"/>
        </p:xfrm>
        <a:graphic>
          <a:graphicData uri="http://schemas.openxmlformats.org/presentationml/2006/ole">
            <mc:AlternateContent xmlns:mc="http://schemas.openxmlformats.org/markup-compatibility/2006">
              <mc:Choice xmlns:v="urn:schemas-microsoft-com:vml" Requires="v">
                <p:oleObj spid="_x0000_s96907" name="文档" r:id="rId6" imgW="887095" imgH="938530" progId="Word.Document.8">
                  <p:embed/>
                </p:oleObj>
              </mc:Choice>
              <mc:Fallback>
                <p:oleObj name="文档" r:id="rId6" imgW="887095" imgH="938530" progId="Word.Document.8">
                  <p:embed/>
                  <p:pic>
                    <p:nvPicPr>
                      <p:cNvPr id="516107"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86800" y="5486401"/>
                        <a:ext cx="8382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12"/>
          <p:cNvGrpSpPr/>
          <p:nvPr/>
        </p:nvGrpSpPr>
        <p:grpSpPr bwMode="auto">
          <a:xfrm>
            <a:off x="8229600" y="1066800"/>
            <a:ext cx="1905000" cy="1752600"/>
            <a:chOff x="1152" y="1824"/>
            <a:chExt cx="1200" cy="1104"/>
          </a:xfrm>
        </p:grpSpPr>
        <p:sp>
          <p:nvSpPr>
            <p:cNvPr id="516109" name="Oval 13"/>
            <p:cNvSpPr>
              <a:spLocks noChangeArrowheads="1"/>
            </p:cNvSpPr>
            <p:nvPr/>
          </p:nvSpPr>
          <p:spPr bwMode="auto">
            <a:xfrm>
              <a:off x="1152" y="1824"/>
              <a:ext cx="1200" cy="1104"/>
            </a:xfrm>
            <a:prstGeom prst="ellipse">
              <a:avLst/>
            </a:prstGeom>
            <a:noFill/>
            <a:ln w="38100" cmpd="dbl">
              <a:solidFill>
                <a:srgbClr val="FFCC99"/>
              </a:solidFill>
              <a:round/>
            </a:ln>
            <a:effectLst/>
          </p:spPr>
          <p:txBody>
            <a:bodyPr wrap="none" anchor="ctr"/>
            <a:lstStyle/>
            <a:p>
              <a:pPr defTabSz="457200"/>
              <a:endParaRPr lang="zh-CN" altLang="en-US" sz="1600">
                <a:solidFill>
                  <a:prstClr val="black"/>
                </a:solidFill>
                <a:latin typeface="+mn-ea"/>
                <a:ea typeface="+mn-ea"/>
              </a:endParaRPr>
            </a:p>
          </p:txBody>
        </p:sp>
        <p:sp>
          <p:nvSpPr>
            <p:cNvPr id="516110" name="Line 14"/>
            <p:cNvSpPr>
              <a:spLocks noChangeShapeType="1"/>
            </p:cNvSpPr>
            <p:nvPr/>
          </p:nvSpPr>
          <p:spPr bwMode="auto">
            <a:xfrm>
              <a:off x="1400" y="2343"/>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11" name="Line 15"/>
            <p:cNvSpPr>
              <a:spLocks noChangeShapeType="1"/>
            </p:cNvSpPr>
            <p:nvPr/>
          </p:nvSpPr>
          <p:spPr bwMode="auto">
            <a:xfrm>
              <a:off x="1579"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12" name="Line 16"/>
            <p:cNvSpPr>
              <a:spLocks noChangeShapeType="1"/>
            </p:cNvSpPr>
            <p:nvPr/>
          </p:nvSpPr>
          <p:spPr bwMode="auto">
            <a:xfrm>
              <a:off x="1776"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13" name="Line 17"/>
            <p:cNvSpPr>
              <a:spLocks noChangeShapeType="1"/>
            </p:cNvSpPr>
            <p:nvPr/>
          </p:nvSpPr>
          <p:spPr bwMode="auto">
            <a:xfrm>
              <a:off x="2024" y="2360"/>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pic>
          <p:nvPicPr>
            <p:cNvPr id="516114" name="Picture 18"/>
            <p:cNvPicPr>
              <a:picLocks noChangeArrowheads="1"/>
            </p:cNvPicPr>
            <p:nvPr/>
          </p:nvPicPr>
          <p:blipFill>
            <a:blip r:embed="rId7"/>
            <a:srcRect/>
            <a:stretch>
              <a:fillRect/>
            </a:stretch>
          </p:blipFill>
          <p:spPr bwMode="auto">
            <a:xfrm>
              <a:off x="1717" y="2191"/>
              <a:ext cx="152" cy="151"/>
            </a:xfrm>
            <a:prstGeom prst="rect">
              <a:avLst/>
            </a:prstGeom>
            <a:noFill/>
            <a:ln w="12700">
              <a:noFill/>
              <a:miter lim="800000"/>
              <a:headEnd/>
              <a:tailEnd/>
            </a:ln>
            <a:effectLst/>
          </p:spPr>
        </p:pic>
        <p:graphicFrame>
          <p:nvGraphicFramePr>
            <p:cNvPr id="516115" name="Object 19"/>
            <p:cNvGraphicFramePr>
              <a:graphicFrameLocks noChangeAspect="1"/>
            </p:cNvGraphicFramePr>
            <p:nvPr/>
          </p:nvGraphicFramePr>
          <p:xfrm>
            <a:off x="1321" y="2060"/>
            <a:ext cx="120" cy="288"/>
          </p:xfrm>
          <a:graphic>
            <a:graphicData uri="http://schemas.openxmlformats.org/presentationml/2006/ole">
              <mc:AlternateContent xmlns:mc="http://schemas.openxmlformats.org/markup-compatibility/2006">
                <mc:Choice xmlns:v="urn:schemas-microsoft-com:vml" Requires="v">
                  <p:oleObj spid="_x0000_s96908" name="Clip" r:id="rId8" imgW="2735580" imgH="3825875" progId="MS_ClipArt_Gallery.5">
                    <p:embed/>
                  </p:oleObj>
                </mc:Choice>
                <mc:Fallback>
                  <p:oleObj name="Clip" r:id="rId8" imgW="2735580" imgH="3825875" progId="MS_ClipArt_Gallery.5">
                    <p:embed/>
                    <p:pic>
                      <p:nvPicPr>
                        <p:cNvPr id="516115"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6116" name="Picture 20"/>
            <p:cNvPicPr>
              <a:picLocks noChangeArrowheads="1"/>
            </p:cNvPicPr>
            <p:nvPr/>
          </p:nvPicPr>
          <p:blipFill>
            <a:blip r:embed="rId7"/>
            <a:srcRect/>
            <a:stretch>
              <a:fillRect/>
            </a:stretch>
          </p:blipFill>
          <p:spPr bwMode="auto">
            <a:xfrm>
              <a:off x="1519" y="2191"/>
              <a:ext cx="153" cy="151"/>
            </a:xfrm>
            <a:prstGeom prst="rect">
              <a:avLst/>
            </a:prstGeom>
            <a:noFill/>
            <a:ln w="12700">
              <a:noFill/>
              <a:miter lim="800000"/>
              <a:headEnd/>
              <a:tailEnd/>
            </a:ln>
            <a:effectLst/>
          </p:spPr>
        </p:pic>
        <p:pic>
          <p:nvPicPr>
            <p:cNvPr id="516117" name="Picture 21"/>
            <p:cNvPicPr>
              <a:picLocks noChangeArrowheads="1"/>
            </p:cNvPicPr>
            <p:nvPr/>
          </p:nvPicPr>
          <p:blipFill>
            <a:blip r:embed="rId10"/>
            <a:srcRect/>
            <a:stretch>
              <a:fillRect/>
            </a:stretch>
          </p:blipFill>
          <p:spPr bwMode="auto">
            <a:xfrm>
              <a:off x="1905" y="2208"/>
              <a:ext cx="265" cy="168"/>
            </a:xfrm>
            <a:prstGeom prst="rect">
              <a:avLst/>
            </a:prstGeom>
            <a:noFill/>
            <a:ln w="9525">
              <a:noFill/>
              <a:miter lim="800000"/>
              <a:headEnd/>
              <a:tailEnd/>
            </a:ln>
            <a:effectLst/>
          </p:spPr>
        </p:pic>
        <p:pic>
          <p:nvPicPr>
            <p:cNvPr id="516118" name="Picture 22"/>
            <p:cNvPicPr>
              <a:picLocks noChangeArrowheads="1"/>
            </p:cNvPicPr>
            <p:nvPr/>
          </p:nvPicPr>
          <p:blipFill>
            <a:blip r:embed="rId11"/>
            <a:srcRect/>
            <a:stretch>
              <a:fillRect/>
            </a:stretch>
          </p:blipFill>
          <p:spPr bwMode="auto">
            <a:xfrm>
              <a:off x="1604" y="2496"/>
              <a:ext cx="114" cy="205"/>
            </a:xfrm>
            <a:prstGeom prst="rect">
              <a:avLst/>
            </a:prstGeom>
            <a:noFill/>
            <a:ln w="12700">
              <a:noFill/>
              <a:miter lim="800000"/>
              <a:headEnd/>
              <a:tailEnd/>
            </a:ln>
            <a:effectLst/>
          </p:spPr>
        </p:pic>
        <p:sp>
          <p:nvSpPr>
            <p:cNvPr id="516119" name="Rectangle 23"/>
            <p:cNvSpPr>
              <a:spLocks noChangeArrowheads="1"/>
            </p:cNvSpPr>
            <p:nvPr/>
          </p:nvSpPr>
          <p:spPr bwMode="auto">
            <a:xfrm>
              <a:off x="1553" y="2016"/>
              <a:ext cx="502" cy="138"/>
            </a:xfrm>
            <a:prstGeom prst="rect">
              <a:avLst/>
            </a:prstGeom>
            <a:noFill/>
            <a:ln w="9525">
              <a:noFill/>
              <a:miter lim="800000"/>
            </a:ln>
            <a:effectLst/>
          </p:spPr>
          <p:txBody>
            <a:bodyPr wrap="none" anchor="ctr"/>
            <a:lstStyle/>
            <a:p>
              <a:pPr defTabSz="457200"/>
              <a:r>
                <a:rPr lang="zh-CN" altLang="en-US" sz="1600">
                  <a:solidFill>
                    <a:prstClr val="black"/>
                  </a:solidFill>
                  <a:latin typeface="+mn-ea"/>
                  <a:ea typeface="+mn-ea"/>
                </a:rPr>
                <a:t>业务伙伴</a:t>
              </a:r>
              <a:endParaRPr lang="en-US" altLang="zh-CN" sz="1600">
                <a:solidFill>
                  <a:prstClr val="black"/>
                </a:solidFill>
                <a:latin typeface="+mn-ea"/>
                <a:ea typeface="+mn-ea"/>
              </a:endParaRPr>
            </a:p>
          </p:txBody>
        </p:sp>
        <p:sp>
          <p:nvSpPr>
            <p:cNvPr id="516120" name="Line 24"/>
            <p:cNvSpPr>
              <a:spLocks noChangeShapeType="1"/>
            </p:cNvSpPr>
            <p:nvPr/>
          </p:nvSpPr>
          <p:spPr bwMode="auto">
            <a:xfrm>
              <a:off x="1662" y="2431"/>
              <a:ext cx="0" cy="65"/>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21" name="Line 25"/>
            <p:cNvSpPr>
              <a:spLocks noChangeShapeType="1"/>
            </p:cNvSpPr>
            <p:nvPr/>
          </p:nvSpPr>
          <p:spPr bwMode="auto">
            <a:xfrm>
              <a:off x="1303" y="2448"/>
              <a:ext cx="802" cy="0"/>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aphicFrame>
          <p:nvGraphicFramePr>
            <p:cNvPr id="516122" name="Object 26"/>
            <p:cNvGraphicFramePr/>
            <p:nvPr/>
          </p:nvGraphicFramePr>
          <p:xfrm>
            <a:off x="1776" y="2544"/>
            <a:ext cx="288" cy="239"/>
          </p:xfrm>
          <a:graphic>
            <a:graphicData uri="http://schemas.openxmlformats.org/presentationml/2006/ole">
              <mc:AlternateContent xmlns:mc="http://schemas.openxmlformats.org/markup-compatibility/2006">
                <mc:Choice xmlns:v="urn:schemas-microsoft-com:vml" Requires="v">
                  <p:oleObj spid="_x0000_s96909" name="剪辑" r:id="rId12" imgW="1012825" imgH="809625" progId="MS_ClipArt_Gallery.2">
                    <p:embed/>
                  </p:oleObj>
                </mc:Choice>
                <mc:Fallback>
                  <p:oleObj name="剪辑" r:id="rId12" imgW="1012825" imgH="809625" progId="MS_ClipArt_Gallery.2">
                    <p:embed/>
                    <p:pic>
                      <p:nvPicPr>
                        <p:cNvPr id="516122" name="Object 2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6123" name="Line 27"/>
            <p:cNvSpPr>
              <a:spLocks noChangeShapeType="1"/>
            </p:cNvSpPr>
            <p:nvPr/>
          </p:nvSpPr>
          <p:spPr bwMode="auto">
            <a:xfrm>
              <a:off x="1920" y="2448"/>
              <a:ext cx="0" cy="96"/>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pSp>
      <p:sp>
        <p:nvSpPr>
          <p:cNvPr id="516124" name="Text Box 28"/>
          <p:cNvSpPr txBox="1">
            <a:spLocks noChangeArrowheads="1"/>
          </p:cNvSpPr>
          <p:nvPr/>
        </p:nvSpPr>
        <p:spPr bwMode="auto">
          <a:xfrm>
            <a:off x="2182813" y="5926139"/>
            <a:ext cx="1143000" cy="338554"/>
          </a:xfrm>
          <a:prstGeom prst="rect">
            <a:avLst/>
          </a:prstGeom>
          <a:noFill/>
          <a:ln w="57150">
            <a:noFill/>
            <a:miter lim="800000"/>
          </a:ln>
          <a:effectLst/>
        </p:spPr>
        <p:txBody>
          <a:bodyPr>
            <a:spAutoFit/>
          </a:bodyPr>
          <a:lstStyle/>
          <a:p>
            <a:pPr defTabSz="457200"/>
            <a:r>
              <a:rPr lang="en-US" altLang="zh-CN" sz="1600">
                <a:solidFill>
                  <a:prstClr val="black"/>
                </a:solidFill>
                <a:latin typeface="+mn-ea"/>
                <a:ea typeface="+mn-ea"/>
              </a:rPr>
              <a:t>VPN</a:t>
            </a:r>
            <a:r>
              <a:rPr lang="zh-CN" altLang="en-US" sz="1600">
                <a:solidFill>
                  <a:prstClr val="black"/>
                </a:solidFill>
                <a:latin typeface="+mn-ea"/>
                <a:ea typeface="+mn-ea"/>
              </a:rPr>
              <a:t>网关</a:t>
            </a:r>
            <a:r>
              <a:rPr lang="en-US" altLang="zh-CN" sz="1600">
                <a:solidFill>
                  <a:prstClr val="black"/>
                </a:solidFill>
                <a:latin typeface="+mn-ea"/>
                <a:ea typeface="+mn-ea"/>
              </a:rPr>
              <a:t>A</a:t>
            </a:r>
          </a:p>
        </p:txBody>
      </p:sp>
      <p:sp>
        <p:nvSpPr>
          <p:cNvPr id="516125" name="Text Box 29"/>
          <p:cNvSpPr txBox="1">
            <a:spLocks noChangeArrowheads="1"/>
          </p:cNvSpPr>
          <p:nvPr/>
        </p:nvSpPr>
        <p:spPr bwMode="auto">
          <a:xfrm>
            <a:off x="8686800" y="5867401"/>
            <a:ext cx="1093788" cy="338554"/>
          </a:xfrm>
          <a:prstGeom prst="rect">
            <a:avLst/>
          </a:prstGeom>
          <a:noFill/>
          <a:ln w="57150">
            <a:noFill/>
            <a:miter lim="800000"/>
          </a:ln>
          <a:effectLst/>
        </p:spPr>
        <p:txBody>
          <a:bodyPr>
            <a:spAutoFit/>
          </a:bodyPr>
          <a:lstStyle/>
          <a:p>
            <a:pPr defTabSz="457200"/>
            <a:r>
              <a:rPr lang="en-US" altLang="zh-CN" sz="1600">
                <a:solidFill>
                  <a:prstClr val="black"/>
                </a:solidFill>
                <a:latin typeface="+mn-ea"/>
                <a:ea typeface="+mn-ea"/>
              </a:rPr>
              <a:t>VPN</a:t>
            </a:r>
            <a:r>
              <a:rPr lang="zh-CN" altLang="en-US" sz="1600">
                <a:solidFill>
                  <a:prstClr val="black"/>
                </a:solidFill>
                <a:latin typeface="+mn-ea"/>
                <a:ea typeface="+mn-ea"/>
              </a:rPr>
              <a:t>网关</a:t>
            </a:r>
            <a:r>
              <a:rPr lang="en-US" altLang="zh-CN" sz="1600">
                <a:solidFill>
                  <a:prstClr val="black"/>
                </a:solidFill>
                <a:latin typeface="+mn-ea"/>
                <a:ea typeface="+mn-ea"/>
              </a:rPr>
              <a:t>B</a:t>
            </a:r>
          </a:p>
        </p:txBody>
      </p:sp>
      <p:grpSp>
        <p:nvGrpSpPr>
          <p:cNvPr id="7" name="Group 30"/>
          <p:cNvGrpSpPr/>
          <p:nvPr/>
        </p:nvGrpSpPr>
        <p:grpSpPr bwMode="auto">
          <a:xfrm>
            <a:off x="1828800" y="1143000"/>
            <a:ext cx="1905000" cy="1752600"/>
            <a:chOff x="1152" y="1824"/>
            <a:chExt cx="1200" cy="1104"/>
          </a:xfrm>
        </p:grpSpPr>
        <p:sp>
          <p:nvSpPr>
            <p:cNvPr id="516127" name="Oval 31"/>
            <p:cNvSpPr>
              <a:spLocks noChangeArrowheads="1"/>
            </p:cNvSpPr>
            <p:nvPr/>
          </p:nvSpPr>
          <p:spPr bwMode="auto">
            <a:xfrm>
              <a:off x="1152" y="1824"/>
              <a:ext cx="1200" cy="1104"/>
            </a:xfrm>
            <a:prstGeom prst="ellipse">
              <a:avLst/>
            </a:prstGeom>
            <a:noFill/>
            <a:ln w="38100" cmpd="dbl">
              <a:solidFill>
                <a:srgbClr val="FFCC99"/>
              </a:solidFill>
              <a:round/>
            </a:ln>
            <a:effectLst/>
          </p:spPr>
          <p:txBody>
            <a:bodyPr wrap="none" anchor="ctr"/>
            <a:lstStyle/>
            <a:p>
              <a:pPr defTabSz="457200"/>
              <a:endParaRPr lang="zh-CN" altLang="en-US" sz="1600">
                <a:solidFill>
                  <a:prstClr val="black"/>
                </a:solidFill>
                <a:latin typeface="+mn-ea"/>
                <a:ea typeface="+mn-ea"/>
              </a:endParaRPr>
            </a:p>
          </p:txBody>
        </p:sp>
        <p:sp>
          <p:nvSpPr>
            <p:cNvPr id="516128" name="Line 32"/>
            <p:cNvSpPr>
              <a:spLocks noChangeShapeType="1"/>
            </p:cNvSpPr>
            <p:nvPr/>
          </p:nvSpPr>
          <p:spPr bwMode="auto">
            <a:xfrm>
              <a:off x="1400" y="2343"/>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29" name="Line 33"/>
            <p:cNvSpPr>
              <a:spLocks noChangeShapeType="1"/>
            </p:cNvSpPr>
            <p:nvPr/>
          </p:nvSpPr>
          <p:spPr bwMode="auto">
            <a:xfrm>
              <a:off x="1579"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30" name="Line 34"/>
            <p:cNvSpPr>
              <a:spLocks noChangeShapeType="1"/>
            </p:cNvSpPr>
            <p:nvPr/>
          </p:nvSpPr>
          <p:spPr bwMode="auto">
            <a:xfrm>
              <a:off x="1776"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31" name="Line 35"/>
            <p:cNvSpPr>
              <a:spLocks noChangeShapeType="1"/>
            </p:cNvSpPr>
            <p:nvPr/>
          </p:nvSpPr>
          <p:spPr bwMode="auto">
            <a:xfrm>
              <a:off x="2024" y="2360"/>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pic>
          <p:nvPicPr>
            <p:cNvPr id="516132" name="Picture 36"/>
            <p:cNvPicPr>
              <a:picLocks noChangeArrowheads="1"/>
            </p:cNvPicPr>
            <p:nvPr/>
          </p:nvPicPr>
          <p:blipFill>
            <a:blip r:embed="rId7"/>
            <a:srcRect/>
            <a:stretch>
              <a:fillRect/>
            </a:stretch>
          </p:blipFill>
          <p:spPr bwMode="auto">
            <a:xfrm>
              <a:off x="1717" y="2191"/>
              <a:ext cx="152" cy="151"/>
            </a:xfrm>
            <a:prstGeom prst="rect">
              <a:avLst/>
            </a:prstGeom>
            <a:noFill/>
            <a:ln w="12700">
              <a:noFill/>
              <a:miter lim="800000"/>
              <a:headEnd/>
              <a:tailEnd/>
            </a:ln>
            <a:effectLst/>
          </p:spPr>
        </p:pic>
        <p:graphicFrame>
          <p:nvGraphicFramePr>
            <p:cNvPr id="516133" name="Object 37"/>
            <p:cNvGraphicFramePr>
              <a:graphicFrameLocks noChangeAspect="1"/>
            </p:cNvGraphicFramePr>
            <p:nvPr/>
          </p:nvGraphicFramePr>
          <p:xfrm>
            <a:off x="1321" y="2060"/>
            <a:ext cx="120" cy="288"/>
          </p:xfrm>
          <a:graphic>
            <a:graphicData uri="http://schemas.openxmlformats.org/presentationml/2006/ole">
              <mc:AlternateContent xmlns:mc="http://schemas.openxmlformats.org/markup-compatibility/2006">
                <mc:Choice xmlns:v="urn:schemas-microsoft-com:vml" Requires="v">
                  <p:oleObj spid="_x0000_s96910" name="Clip" r:id="rId14" imgW="2735580" imgH="3825875" progId="MS_ClipArt_Gallery.5">
                    <p:embed/>
                  </p:oleObj>
                </mc:Choice>
                <mc:Fallback>
                  <p:oleObj name="Clip" r:id="rId14" imgW="2735580" imgH="3825875" progId="MS_ClipArt_Gallery.5">
                    <p:embed/>
                    <p:pic>
                      <p:nvPicPr>
                        <p:cNvPr id="516133" name="Object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6134" name="Picture 38"/>
            <p:cNvPicPr>
              <a:picLocks noChangeArrowheads="1"/>
            </p:cNvPicPr>
            <p:nvPr/>
          </p:nvPicPr>
          <p:blipFill>
            <a:blip r:embed="rId7"/>
            <a:srcRect/>
            <a:stretch>
              <a:fillRect/>
            </a:stretch>
          </p:blipFill>
          <p:spPr bwMode="auto">
            <a:xfrm>
              <a:off x="1519" y="2191"/>
              <a:ext cx="153" cy="151"/>
            </a:xfrm>
            <a:prstGeom prst="rect">
              <a:avLst/>
            </a:prstGeom>
            <a:noFill/>
            <a:ln w="12700">
              <a:noFill/>
              <a:miter lim="800000"/>
              <a:headEnd/>
              <a:tailEnd/>
            </a:ln>
            <a:effectLst/>
          </p:spPr>
        </p:pic>
        <p:pic>
          <p:nvPicPr>
            <p:cNvPr id="516135" name="Picture 39"/>
            <p:cNvPicPr>
              <a:picLocks noChangeArrowheads="1"/>
            </p:cNvPicPr>
            <p:nvPr/>
          </p:nvPicPr>
          <p:blipFill>
            <a:blip r:embed="rId10"/>
            <a:srcRect/>
            <a:stretch>
              <a:fillRect/>
            </a:stretch>
          </p:blipFill>
          <p:spPr bwMode="auto">
            <a:xfrm>
              <a:off x="1905" y="2208"/>
              <a:ext cx="265" cy="168"/>
            </a:xfrm>
            <a:prstGeom prst="rect">
              <a:avLst/>
            </a:prstGeom>
            <a:noFill/>
            <a:ln w="9525">
              <a:noFill/>
              <a:miter lim="800000"/>
              <a:headEnd/>
              <a:tailEnd/>
            </a:ln>
            <a:effectLst/>
          </p:spPr>
        </p:pic>
        <p:pic>
          <p:nvPicPr>
            <p:cNvPr id="516136" name="Picture 40"/>
            <p:cNvPicPr>
              <a:picLocks noChangeArrowheads="1"/>
            </p:cNvPicPr>
            <p:nvPr/>
          </p:nvPicPr>
          <p:blipFill>
            <a:blip r:embed="rId11"/>
            <a:srcRect/>
            <a:stretch>
              <a:fillRect/>
            </a:stretch>
          </p:blipFill>
          <p:spPr bwMode="auto">
            <a:xfrm>
              <a:off x="1604" y="2496"/>
              <a:ext cx="114" cy="205"/>
            </a:xfrm>
            <a:prstGeom prst="rect">
              <a:avLst/>
            </a:prstGeom>
            <a:noFill/>
            <a:ln w="12700">
              <a:noFill/>
              <a:miter lim="800000"/>
              <a:headEnd/>
              <a:tailEnd/>
            </a:ln>
            <a:effectLst/>
          </p:spPr>
        </p:pic>
        <p:sp>
          <p:nvSpPr>
            <p:cNvPr id="516137" name="Rectangle 41"/>
            <p:cNvSpPr>
              <a:spLocks noChangeArrowheads="1"/>
            </p:cNvSpPr>
            <p:nvPr/>
          </p:nvSpPr>
          <p:spPr bwMode="auto">
            <a:xfrm>
              <a:off x="1553" y="2016"/>
              <a:ext cx="502" cy="138"/>
            </a:xfrm>
            <a:prstGeom prst="rect">
              <a:avLst/>
            </a:prstGeom>
            <a:noFill/>
            <a:ln w="9525">
              <a:noFill/>
              <a:miter lim="800000"/>
            </a:ln>
            <a:effectLst/>
          </p:spPr>
          <p:txBody>
            <a:bodyPr wrap="none" anchor="ctr"/>
            <a:lstStyle/>
            <a:p>
              <a:pPr defTabSz="457200"/>
              <a:r>
                <a:rPr lang="zh-CN" altLang="en-US" sz="1600">
                  <a:solidFill>
                    <a:prstClr val="black"/>
                  </a:solidFill>
                  <a:latin typeface="+mn-ea"/>
                  <a:ea typeface="+mn-ea"/>
                </a:rPr>
                <a:t>公司</a:t>
              </a:r>
              <a:r>
                <a:rPr lang="en-US" altLang="zh-CN" sz="1600">
                  <a:solidFill>
                    <a:prstClr val="black"/>
                  </a:solidFill>
                  <a:latin typeface="+mn-ea"/>
                  <a:ea typeface="+mn-ea"/>
                </a:rPr>
                <a:t>A</a:t>
              </a:r>
            </a:p>
          </p:txBody>
        </p:sp>
        <p:sp>
          <p:nvSpPr>
            <p:cNvPr id="516138" name="Line 42"/>
            <p:cNvSpPr>
              <a:spLocks noChangeShapeType="1"/>
            </p:cNvSpPr>
            <p:nvPr/>
          </p:nvSpPr>
          <p:spPr bwMode="auto">
            <a:xfrm>
              <a:off x="1662" y="2431"/>
              <a:ext cx="0" cy="65"/>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6139" name="Line 43"/>
            <p:cNvSpPr>
              <a:spLocks noChangeShapeType="1"/>
            </p:cNvSpPr>
            <p:nvPr/>
          </p:nvSpPr>
          <p:spPr bwMode="auto">
            <a:xfrm>
              <a:off x="1303" y="2448"/>
              <a:ext cx="802" cy="0"/>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aphicFrame>
          <p:nvGraphicFramePr>
            <p:cNvPr id="516140" name="Object 44"/>
            <p:cNvGraphicFramePr/>
            <p:nvPr/>
          </p:nvGraphicFramePr>
          <p:xfrm>
            <a:off x="1776" y="2544"/>
            <a:ext cx="288" cy="239"/>
          </p:xfrm>
          <a:graphic>
            <a:graphicData uri="http://schemas.openxmlformats.org/presentationml/2006/ole">
              <mc:AlternateContent xmlns:mc="http://schemas.openxmlformats.org/markup-compatibility/2006">
                <mc:Choice xmlns:v="urn:schemas-microsoft-com:vml" Requires="v">
                  <p:oleObj spid="_x0000_s96911" name="剪辑" r:id="rId15" imgW="1012825" imgH="809625" progId="MS_ClipArt_Gallery.2">
                    <p:embed/>
                  </p:oleObj>
                </mc:Choice>
                <mc:Fallback>
                  <p:oleObj name="剪辑" r:id="rId15" imgW="1012825" imgH="809625" progId="MS_ClipArt_Gallery.2">
                    <p:embed/>
                    <p:pic>
                      <p:nvPicPr>
                        <p:cNvPr id="516140" name="Object 4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6141" name="Line 45"/>
            <p:cNvSpPr>
              <a:spLocks noChangeShapeType="1"/>
            </p:cNvSpPr>
            <p:nvPr/>
          </p:nvSpPr>
          <p:spPr bwMode="auto">
            <a:xfrm>
              <a:off x="1920" y="2448"/>
              <a:ext cx="0" cy="96"/>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pSp>
      <p:sp>
        <p:nvSpPr>
          <p:cNvPr id="516142" name="Line 46"/>
          <p:cNvSpPr>
            <a:spLocks noChangeShapeType="1"/>
          </p:cNvSpPr>
          <p:nvPr/>
        </p:nvSpPr>
        <p:spPr bwMode="auto">
          <a:xfrm>
            <a:off x="2667000" y="2590800"/>
            <a:ext cx="0" cy="2971800"/>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6143" name="Line 47"/>
          <p:cNvSpPr>
            <a:spLocks noChangeShapeType="1"/>
          </p:cNvSpPr>
          <p:nvPr/>
        </p:nvSpPr>
        <p:spPr bwMode="auto">
          <a:xfrm>
            <a:off x="3097214" y="5697538"/>
            <a:ext cx="5589587" cy="17462"/>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6144" name="Line 48"/>
          <p:cNvSpPr>
            <a:spLocks noChangeShapeType="1"/>
          </p:cNvSpPr>
          <p:nvPr/>
        </p:nvSpPr>
        <p:spPr bwMode="auto">
          <a:xfrm flipV="1">
            <a:off x="9067800" y="2514600"/>
            <a:ext cx="0" cy="2971800"/>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6152" name="AutoShape 56"/>
          <p:cNvSpPr/>
          <p:nvPr/>
        </p:nvSpPr>
        <p:spPr bwMode="auto">
          <a:xfrm>
            <a:off x="3810000" y="914400"/>
            <a:ext cx="1181100" cy="609600"/>
          </a:xfrm>
          <a:prstGeom prst="accentCallout1">
            <a:avLst>
              <a:gd name="adj1" fmla="val 18750"/>
              <a:gd name="adj2" fmla="val -6454"/>
              <a:gd name="adj3" fmla="val 237500"/>
              <a:gd name="adj4" fmla="val -64514"/>
            </a:avLst>
          </a:prstGeom>
          <a:solidFill>
            <a:srgbClr val="FFFFFF"/>
          </a:solidFill>
          <a:ln w="12700">
            <a:solidFill>
              <a:schemeClr val="accent2"/>
            </a:solidFill>
            <a:prstDash val="dash"/>
            <a:miter lim="800000"/>
            <a:headEnd type="triangle" w="med" len="med"/>
          </a:ln>
          <a:effectLst/>
        </p:spPr>
        <p:txBody>
          <a:bodyPr/>
          <a:lstStyle/>
          <a:p>
            <a:pPr defTabSz="457200"/>
            <a:r>
              <a:rPr lang="zh-CN" altLang="en-US" sz="1600">
                <a:solidFill>
                  <a:srgbClr val="67AFBD"/>
                </a:solidFill>
                <a:latin typeface="+mn-ea"/>
                <a:ea typeface="+mn-ea"/>
              </a:rPr>
              <a:t>主机必须支持</a:t>
            </a:r>
            <a:r>
              <a:rPr lang="en-US" altLang="zh-CN" sz="1600">
                <a:solidFill>
                  <a:srgbClr val="67AFBD"/>
                </a:solidFill>
                <a:latin typeface="+mn-ea"/>
                <a:ea typeface="+mn-ea"/>
              </a:rPr>
              <a:t>IPSec</a:t>
            </a:r>
          </a:p>
        </p:txBody>
      </p:sp>
      <p:sp>
        <p:nvSpPr>
          <p:cNvPr id="516153" name="AutoShape 57"/>
          <p:cNvSpPr/>
          <p:nvPr/>
        </p:nvSpPr>
        <p:spPr bwMode="auto">
          <a:xfrm>
            <a:off x="7010400" y="914400"/>
            <a:ext cx="1181100" cy="609600"/>
          </a:xfrm>
          <a:prstGeom prst="accentCallout1">
            <a:avLst>
              <a:gd name="adj1" fmla="val 18750"/>
              <a:gd name="adj2" fmla="val 106454"/>
              <a:gd name="adj3" fmla="val 216667"/>
              <a:gd name="adj4" fmla="val 217204"/>
            </a:avLst>
          </a:prstGeom>
          <a:solidFill>
            <a:srgbClr val="FFFFFF"/>
          </a:solidFill>
          <a:ln w="12700">
            <a:solidFill>
              <a:schemeClr val="accent2"/>
            </a:solidFill>
            <a:prstDash val="dash"/>
            <a:miter lim="800000"/>
            <a:headEnd type="triangle" w="med" len="med"/>
          </a:ln>
          <a:effectLst/>
        </p:spPr>
        <p:txBody>
          <a:bodyPr/>
          <a:lstStyle/>
          <a:p>
            <a:pPr defTabSz="457200"/>
            <a:r>
              <a:rPr lang="zh-CN" altLang="en-US" sz="1600">
                <a:solidFill>
                  <a:srgbClr val="67AFBD"/>
                </a:solidFill>
                <a:latin typeface="+mn-ea"/>
                <a:ea typeface="+mn-ea"/>
              </a:rPr>
              <a:t>主机必须支持</a:t>
            </a:r>
            <a:r>
              <a:rPr lang="en-US" altLang="zh-CN" sz="1600">
                <a:solidFill>
                  <a:srgbClr val="67AFBD"/>
                </a:solidFill>
                <a:latin typeface="+mn-ea"/>
                <a:ea typeface="+mn-ea"/>
              </a:rPr>
              <a:t>IPSec</a:t>
            </a:r>
          </a:p>
        </p:txBody>
      </p:sp>
      <p:sp>
        <p:nvSpPr>
          <p:cNvPr id="516156" name="Line 60"/>
          <p:cNvSpPr>
            <a:spLocks noChangeShapeType="1"/>
          </p:cNvSpPr>
          <p:nvPr/>
        </p:nvSpPr>
        <p:spPr bwMode="auto">
          <a:xfrm>
            <a:off x="3200400" y="2362200"/>
            <a:ext cx="6096000" cy="0"/>
          </a:xfrm>
          <a:prstGeom prst="line">
            <a:avLst/>
          </a:prstGeom>
          <a:noFill/>
          <a:ln w="76200" cmpd="tri">
            <a:solidFill>
              <a:srgbClr val="FF0000"/>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grpSp>
        <p:nvGrpSpPr>
          <p:cNvPr id="10" name="Group 82"/>
          <p:cNvGrpSpPr/>
          <p:nvPr/>
        </p:nvGrpSpPr>
        <p:grpSpPr bwMode="auto">
          <a:xfrm>
            <a:off x="2895600" y="3962400"/>
            <a:ext cx="5943600" cy="1600200"/>
            <a:chOff x="864" y="2496"/>
            <a:chExt cx="3744" cy="1008"/>
          </a:xfrm>
        </p:grpSpPr>
        <p:sp>
          <p:nvSpPr>
            <p:cNvPr id="516157" name="Line 61"/>
            <p:cNvSpPr>
              <a:spLocks noChangeShapeType="1"/>
            </p:cNvSpPr>
            <p:nvPr/>
          </p:nvSpPr>
          <p:spPr bwMode="auto">
            <a:xfrm flipV="1">
              <a:off x="864" y="2496"/>
              <a:ext cx="0" cy="1008"/>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sp>
          <p:nvSpPr>
            <p:cNvPr id="516158" name="Line 62"/>
            <p:cNvSpPr>
              <a:spLocks noChangeShapeType="1"/>
            </p:cNvSpPr>
            <p:nvPr/>
          </p:nvSpPr>
          <p:spPr bwMode="auto">
            <a:xfrm flipV="1">
              <a:off x="4608" y="2496"/>
              <a:ext cx="0" cy="96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grpSp>
      <p:sp>
        <p:nvSpPr>
          <p:cNvPr id="516159" name="Line 63"/>
          <p:cNvSpPr>
            <a:spLocks noChangeShapeType="1"/>
          </p:cNvSpPr>
          <p:nvPr/>
        </p:nvSpPr>
        <p:spPr bwMode="auto">
          <a:xfrm>
            <a:off x="2895600" y="4724400"/>
            <a:ext cx="5943600" cy="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6160" name="Line 64"/>
          <p:cNvSpPr>
            <a:spLocks noChangeShapeType="1"/>
          </p:cNvSpPr>
          <p:nvPr/>
        </p:nvSpPr>
        <p:spPr bwMode="auto">
          <a:xfrm>
            <a:off x="2895600" y="4191000"/>
            <a:ext cx="5943600" cy="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grpSp>
        <p:nvGrpSpPr>
          <p:cNvPr id="11" name="Group 81"/>
          <p:cNvGrpSpPr/>
          <p:nvPr/>
        </p:nvGrpSpPr>
        <p:grpSpPr bwMode="auto">
          <a:xfrm>
            <a:off x="1600200" y="2438400"/>
            <a:ext cx="990600" cy="3200400"/>
            <a:chOff x="48" y="1536"/>
            <a:chExt cx="624" cy="2016"/>
          </a:xfrm>
        </p:grpSpPr>
        <p:sp>
          <p:nvSpPr>
            <p:cNvPr id="516162" name="Line 66"/>
            <p:cNvSpPr>
              <a:spLocks noChangeShapeType="1"/>
            </p:cNvSpPr>
            <p:nvPr/>
          </p:nvSpPr>
          <p:spPr bwMode="auto">
            <a:xfrm flipH="1">
              <a:off x="48" y="3552"/>
              <a:ext cx="528" cy="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sp>
          <p:nvSpPr>
            <p:cNvPr id="516161" name="Line 65"/>
            <p:cNvSpPr>
              <a:spLocks noChangeShapeType="1"/>
            </p:cNvSpPr>
            <p:nvPr/>
          </p:nvSpPr>
          <p:spPr bwMode="auto">
            <a:xfrm flipH="1">
              <a:off x="48" y="1536"/>
              <a:ext cx="624" cy="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grpSp>
      <p:sp>
        <p:nvSpPr>
          <p:cNvPr id="516163" name="Line 67"/>
          <p:cNvSpPr>
            <a:spLocks noChangeShapeType="1"/>
          </p:cNvSpPr>
          <p:nvPr/>
        </p:nvSpPr>
        <p:spPr bwMode="auto">
          <a:xfrm>
            <a:off x="2209800" y="2438400"/>
            <a:ext cx="0" cy="320040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6164" name="Line 68"/>
          <p:cNvSpPr>
            <a:spLocks noChangeShapeType="1"/>
          </p:cNvSpPr>
          <p:nvPr/>
        </p:nvSpPr>
        <p:spPr bwMode="auto">
          <a:xfrm>
            <a:off x="1828800" y="2438400"/>
            <a:ext cx="0" cy="320040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grpSp>
        <p:nvGrpSpPr>
          <p:cNvPr id="12" name="Group 83"/>
          <p:cNvGrpSpPr/>
          <p:nvPr/>
        </p:nvGrpSpPr>
        <p:grpSpPr bwMode="auto">
          <a:xfrm>
            <a:off x="9067800" y="2438400"/>
            <a:ext cx="1295400" cy="3124200"/>
            <a:chOff x="4752" y="1536"/>
            <a:chExt cx="816" cy="1968"/>
          </a:xfrm>
        </p:grpSpPr>
        <p:sp>
          <p:nvSpPr>
            <p:cNvPr id="516165" name="Line 69"/>
            <p:cNvSpPr>
              <a:spLocks noChangeShapeType="1"/>
            </p:cNvSpPr>
            <p:nvPr/>
          </p:nvSpPr>
          <p:spPr bwMode="auto">
            <a:xfrm>
              <a:off x="4752" y="1536"/>
              <a:ext cx="816" cy="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sp>
          <p:nvSpPr>
            <p:cNvPr id="516166" name="Line 70"/>
            <p:cNvSpPr>
              <a:spLocks noChangeShapeType="1"/>
            </p:cNvSpPr>
            <p:nvPr/>
          </p:nvSpPr>
          <p:spPr bwMode="auto">
            <a:xfrm>
              <a:off x="5040" y="3504"/>
              <a:ext cx="480" cy="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grpSp>
      <p:sp>
        <p:nvSpPr>
          <p:cNvPr id="516167" name="Line 71"/>
          <p:cNvSpPr>
            <a:spLocks noChangeShapeType="1"/>
          </p:cNvSpPr>
          <p:nvPr/>
        </p:nvSpPr>
        <p:spPr bwMode="auto">
          <a:xfrm>
            <a:off x="9677400" y="2438400"/>
            <a:ext cx="0" cy="312420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6168" name="Line 72"/>
          <p:cNvSpPr>
            <a:spLocks noChangeShapeType="1"/>
          </p:cNvSpPr>
          <p:nvPr/>
        </p:nvSpPr>
        <p:spPr bwMode="auto">
          <a:xfrm>
            <a:off x="10058400" y="2438400"/>
            <a:ext cx="0" cy="312420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6169" name="Text Box 73"/>
          <p:cNvSpPr txBox="1">
            <a:spLocks noChangeArrowheads="1"/>
          </p:cNvSpPr>
          <p:nvPr/>
        </p:nvSpPr>
        <p:spPr bwMode="auto">
          <a:xfrm>
            <a:off x="4293141" y="1747601"/>
            <a:ext cx="3440113" cy="584775"/>
          </a:xfrm>
          <a:prstGeom prst="rect">
            <a:avLst/>
          </a:prstGeom>
          <a:noFill/>
          <a:ln w="19050">
            <a:noFill/>
            <a:miter lim="800000"/>
          </a:ln>
          <a:effectLst/>
        </p:spPr>
        <p:txBody>
          <a:bodyPr wrap="square">
            <a:spAutoFit/>
          </a:bodyPr>
          <a:lstStyle/>
          <a:p>
            <a:pPr defTabSz="457200"/>
            <a:r>
              <a:rPr lang="zh-CN" altLang="en-US" sz="1600">
                <a:solidFill>
                  <a:prstClr val="black"/>
                </a:solidFill>
                <a:latin typeface="+mn-ea"/>
                <a:ea typeface="+mn-ea"/>
              </a:rPr>
              <a:t>通道建立在两边的主机之间，因为业务伙伴内的主机不是都可以信任的</a:t>
            </a:r>
          </a:p>
        </p:txBody>
      </p:sp>
      <p:sp>
        <p:nvSpPr>
          <p:cNvPr id="516170" name="Text Box 74"/>
          <p:cNvSpPr txBox="1">
            <a:spLocks noChangeArrowheads="1"/>
          </p:cNvSpPr>
          <p:nvPr/>
        </p:nvSpPr>
        <p:spPr bwMode="auto">
          <a:xfrm>
            <a:off x="4495800" y="3886201"/>
            <a:ext cx="2286000" cy="338554"/>
          </a:xfrm>
          <a:prstGeom prst="rect">
            <a:avLst/>
          </a:prstGeom>
          <a:noFill/>
          <a:ln w="19050">
            <a:noFill/>
            <a:miter lim="800000"/>
          </a:ln>
          <a:effectLst/>
        </p:spPr>
        <p:txBody>
          <a:bodyPr>
            <a:spAutoFit/>
          </a:bodyPr>
          <a:lstStyle/>
          <a:p>
            <a:pPr defTabSz="457200"/>
            <a:r>
              <a:rPr lang="zh-CN" altLang="en-US" sz="1600">
                <a:solidFill>
                  <a:prstClr val="black"/>
                </a:solidFill>
                <a:latin typeface="+mn-ea"/>
                <a:ea typeface="+mn-ea"/>
              </a:rPr>
              <a:t>数据在这一段是加密的</a:t>
            </a:r>
          </a:p>
        </p:txBody>
      </p:sp>
      <p:sp>
        <p:nvSpPr>
          <p:cNvPr id="516171" name="Text Box 75"/>
          <p:cNvSpPr txBox="1">
            <a:spLocks noChangeArrowheads="1"/>
          </p:cNvSpPr>
          <p:nvPr/>
        </p:nvSpPr>
        <p:spPr bwMode="auto">
          <a:xfrm>
            <a:off x="4495800" y="4419601"/>
            <a:ext cx="2286000" cy="338554"/>
          </a:xfrm>
          <a:prstGeom prst="rect">
            <a:avLst/>
          </a:prstGeom>
          <a:noFill/>
          <a:ln w="19050">
            <a:noFill/>
            <a:miter lim="800000"/>
          </a:ln>
          <a:effectLst/>
        </p:spPr>
        <p:txBody>
          <a:bodyPr>
            <a:spAutoFit/>
          </a:bodyPr>
          <a:lstStyle/>
          <a:p>
            <a:pPr defTabSz="457200"/>
            <a:r>
              <a:rPr lang="zh-CN" altLang="en-US" sz="1600">
                <a:solidFill>
                  <a:prstClr val="black"/>
                </a:solidFill>
                <a:latin typeface="+mn-ea"/>
                <a:ea typeface="+mn-ea"/>
              </a:rPr>
              <a:t>数据在这一段是认证的</a:t>
            </a:r>
          </a:p>
        </p:txBody>
      </p:sp>
      <p:sp>
        <p:nvSpPr>
          <p:cNvPr id="516173" name="Text Box 77"/>
          <p:cNvSpPr txBox="1">
            <a:spLocks noChangeArrowheads="1"/>
          </p:cNvSpPr>
          <p:nvPr/>
        </p:nvSpPr>
        <p:spPr bwMode="auto">
          <a:xfrm>
            <a:off x="1917026" y="2971799"/>
            <a:ext cx="430887" cy="2209801"/>
          </a:xfrm>
          <a:prstGeom prst="rect">
            <a:avLst/>
          </a:prstGeom>
          <a:noFill/>
          <a:ln w="19050">
            <a:noFill/>
            <a:miter lim="800000"/>
          </a:ln>
          <a:effectLst/>
        </p:spPr>
        <p:txBody>
          <a:bodyPr vert="eaVert" wrap="square">
            <a:spAutoFit/>
          </a:bodyPr>
          <a:lstStyle/>
          <a:p>
            <a:pPr defTabSz="457200"/>
            <a:r>
              <a:rPr lang="zh-CN" altLang="en-US" sz="1600">
                <a:solidFill>
                  <a:prstClr val="black"/>
                </a:solidFill>
                <a:latin typeface="+mn-ea"/>
                <a:ea typeface="+mn-ea"/>
              </a:rPr>
              <a:t>数据在这一段是认证的</a:t>
            </a:r>
          </a:p>
        </p:txBody>
      </p:sp>
      <p:sp>
        <p:nvSpPr>
          <p:cNvPr id="516174" name="Text Box 78"/>
          <p:cNvSpPr txBox="1">
            <a:spLocks noChangeArrowheads="1"/>
          </p:cNvSpPr>
          <p:nvPr/>
        </p:nvSpPr>
        <p:spPr bwMode="auto">
          <a:xfrm>
            <a:off x="9994226" y="3124200"/>
            <a:ext cx="430887" cy="2167354"/>
          </a:xfrm>
          <a:prstGeom prst="rect">
            <a:avLst/>
          </a:prstGeom>
          <a:noFill/>
          <a:ln w="19050">
            <a:noFill/>
            <a:miter lim="800000"/>
          </a:ln>
          <a:effectLst/>
        </p:spPr>
        <p:txBody>
          <a:bodyPr vert="eaVert" wrap="square">
            <a:spAutoFit/>
          </a:bodyPr>
          <a:lstStyle/>
          <a:p>
            <a:pPr defTabSz="457200"/>
            <a:r>
              <a:rPr lang="zh-CN" altLang="en-US" sz="1600">
                <a:solidFill>
                  <a:prstClr val="black"/>
                </a:solidFill>
                <a:latin typeface="+mn-ea"/>
                <a:ea typeface="+mn-ea"/>
              </a:rPr>
              <a:t>数据在这一段是加密的</a:t>
            </a:r>
          </a:p>
        </p:txBody>
      </p:sp>
      <p:sp>
        <p:nvSpPr>
          <p:cNvPr id="516175" name="Text Box 79"/>
          <p:cNvSpPr txBox="1">
            <a:spLocks noChangeArrowheads="1"/>
          </p:cNvSpPr>
          <p:nvPr/>
        </p:nvSpPr>
        <p:spPr bwMode="auto">
          <a:xfrm>
            <a:off x="9613226" y="3124199"/>
            <a:ext cx="430887" cy="2208213"/>
          </a:xfrm>
          <a:prstGeom prst="rect">
            <a:avLst/>
          </a:prstGeom>
          <a:noFill/>
          <a:ln w="19050">
            <a:noFill/>
            <a:miter lim="800000"/>
          </a:ln>
          <a:effectLst/>
        </p:spPr>
        <p:txBody>
          <a:bodyPr vert="eaVert" wrap="square">
            <a:spAutoFit/>
          </a:bodyPr>
          <a:lstStyle/>
          <a:p>
            <a:pPr defTabSz="457200"/>
            <a:r>
              <a:rPr lang="zh-CN" altLang="en-US" sz="1600">
                <a:solidFill>
                  <a:prstClr val="black"/>
                </a:solidFill>
                <a:latin typeface="+mn-ea"/>
                <a:ea typeface="+mn-ea"/>
              </a:rPr>
              <a:t>数据在这一段是认证的</a:t>
            </a:r>
          </a:p>
        </p:txBody>
      </p:sp>
      <p:sp>
        <p:nvSpPr>
          <p:cNvPr id="516176" name="Text Box 80"/>
          <p:cNvSpPr txBox="1">
            <a:spLocks noChangeArrowheads="1"/>
          </p:cNvSpPr>
          <p:nvPr/>
        </p:nvSpPr>
        <p:spPr bwMode="auto">
          <a:xfrm>
            <a:off x="1432838" y="2954339"/>
            <a:ext cx="430887" cy="2590800"/>
          </a:xfrm>
          <a:prstGeom prst="rect">
            <a:avLst/>
          </a:prstGeom>
          <a:noFill/>
          <a:ln w="19050">
            <a:noFill/>
            <a:miter lim="800000"/>
          </a:ln>
          <a:effectLst/>
        </p:spPr>
        <p:txBody>
          <a:bodyPr vert="eaVert" wrap="square">
            <a:spAutoFit/>
          </a:bodyPr>
          <a:lstStyle/>
          <a:p>
            <a:pPr defTabSz="457200"/>
            <a:r>
              <a:rPr lang="zh-CN" altLang="en-US" sz="1600">
                <a:solidFill>
                  <a:prstClr val="black"/>
                </a:solidFill>
                <a:latin typeface="+mn-ea"/>
                <a:ea typeface="+mn-ea"/>
              </a:rPr>
              <a:t>数据在这一段是加密的</a:t>
            </a:r>
          </a:p>
        </p:txBody>
      </p:sp>
      <p:pic>
        <p:nvPicPr>
          <p:cNvPr id="516180" name="Picture 84"/>
          <p:cNvPicPr>
            <a:picLocks noChangeAspect="1" noChangeArrowheads="1"/>
          </p:cNvPicPr>
          <p:nvPr/>
        </p:nvPicPr>
        <p:blipFill>
          <a:blip r:embed="rId16"/>
          <a:srcRect/>
          <a:stretch>
            <a:fillRect/>
          </a:stretch>
        </p:blipFill>
        <p:spPr bwMode="auto">
          <a:xfrm>
            <a:off x="3657601" y="5181601"/>
            <a:ext cx="627063" cy="847725"/>
          </a:xfrm>
          <a:prstGeom prst="rect">
            <a:avLst/>
          </a:prstGeom>
          <a:noFill/>
          <a:ln w="9525">
            <a:noFill/>
            <a:miter lim="800000"/>
            <a:headEnd/>
            <a:tailEnd/>
          </a:ln>
          <a:effectLst/>
        </p:spPr>
      </p:pic>
      <p:sp>
        <p:nvSpPr>
          <p:cNvPr id="516181" name="Text Box 85"/>
          <p:cNvSpPr txBox="1">
            <a:spLocks noChangeArrowheads="1"/>
          </p:cNvSpPr>
          <p:nvPr/>
        </p:nvSpPr>
        <p:spPr bwMode="auto">
          <a:xfrm>
            <a:off x="3657600" y="4953000"/>
            <a:ext cx="685800" cy="338554"/>
          </a:xfrm>
          <a:prstGeom prst="rect">
            <a:avLst/>
          </a:prstGeom>
          <a:noFill/>
          <a:ln w="19050">
            <a:noFill/>
            <a:miter lim="800000"/>
          </a:ln>
          <a:effectLst/>
        </p:spPr>
        <p:txBody>
          <a:bodyPr>
            <a:spAutoFit/>
          </a:bodyPr>
          <a:lstStyle/>
          <a:p>
            <a:pPr defTabSz="457200"/>
            <a:r>
              <a:rPr lang="en-US" altLang="zh-CN" sz="1600">
                <a:solidFill>
                  <a:prstClr val="black"/>
                </a:solidFill>
                <a:latin typeface="+mn-ea"/>
                <a:ea typeface="+mn-ea"/>
              </a:rPr>
              <a:t>ISP</a:t>
            </a:r>
          </a:p>
        </p:txBody>
      </p:sp>
      <p:pic>
        <p:nvPicPr>
          <p:cNvPr id="516182" name="Picture 86"/>
          <p:cNvPicPr>
            <a:picLocks noChangeAspect="1" noChangeArrowheads="1"/>
          </p:cNvPicPr>
          <p:nvPr/>
        </p:nvPicPr>
        <p:blipFill>
          <a:blip r:embed="rId16"/>
          <a:srcRect/>
          <a:stretch>
            <a:fillRect/>
          </a:stretch>
        </p:blipFill>
        <p:spPr bwMode="auto">
          <a:xfrm>
            <a:off x="7848601" y="5257801"/>
            <a:ext cx="627063" cy="847725"/>
          </a:xfrm>
          <a:prstGeom prst="rect">
            <a:avLst/>
          </a:prstGeom>
          <a:noFill/>
          <a:ln w="9525">
            <a:noFill/>
            <a:miter lim="800000"/>
            <a:headEnd/>
            <a:tailEnd/>
          </a:ln>
          <a:effectLst/>
        </p:spPr>
      </p:pic>
      <p:sp>
        <p:nvSpPr>
          <p:cNvPr id="516183" name="Text Box 87"/>
          <p:cNvSpPr txBox="1">
            <a:spLocks noChangeArrowheads="1"/>
          </p:cNvSpPr>
          <p:nvPr/>
        </p:nvSpPr>
        <p:spPr bwMode="auto">
          <a:xfrm>
            <a:off x="7848600" y="5029200"/>
            <a:ext cx="685800" cy="338554"/>
          </a:xfrm>
          <a:prstGeom prst="rect">
            <a:avLst/>
          </a:prstGeom>
          <a:noFill/>
          <a:ln w="19050">
            <a:noFill/>
            <a:miter lim="800000"/>
          </a:ln>
          <a:effectLst/>
        </p:spPr>
        <p:txBody>
          <a:bodyPr>
            <a:spAutoFit/>
          </a:bodyPr>
          <a:lstStyle/>
          <a:p>
            <a:pPr defTabSz="457200"/>
            <a:r>
              <a:rPr lang="en-US" altLang="zh-CN" sz="1600">
                <a:solidFill>
                  <a:prstClr val="black"/>
                </a:solidFill>
                <a:latin typeface="+mn-ea"/>
                <a:ea typeface="+mn-ea"/>
              </a:rPr>
              <a:t>ISP</a:t>
            </a:r>
          </a:p>
        </p:txBody>
      </p:sp>
    </p:spTree>
    <p:extLst>
      <p:ext uri="{BB962C8B-B14F-4D97-AF65-F5344CB8AC3E}">
        <p14:creationId xmlns:p14="http://schemas.microsoft.com/office/powerpoint/2010/main" val="32371149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6142"/>
                                        </p:tgtEl>
                                        <p:attrNameLst>
                                          <p:attrName>style.visibility</p:attrName>
                                        </p:attrNameLst>
                                      </p:cBhvr>
                                      <p:to>
                                        <p:strVal val="visible"/>
                                      </p:to>
                                    </p:set>
                                    <p:animEffect transition="in" filter="wipe(up)">
                                      <p:cBhvr>
                                        <p:cTn id="7" dur="500"/>
                                        <p:tgtEl>
                                          <p:spTgt spid="5161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16143"/>
                                        </p:tgtEl>
                                        <p:attrNameLst>
                                          <p:attrName>style.visibility</p:attrName>
                                        </p:attrNameLst>
                                      </p:cBhvr>
                                      <p:to>
                                        <p:strVal val="visible"/>
                                      </p:to>
                                    </p:set>
                                    <p:animEffect transition="in" filter="wipe(left)">
                                      <p:cBhvr>
                                        <p:cTn id="11" dur="500"/>
                                        <p:tgtEl>
                                          <p:spTgt spid="516143"/>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16144"/>
                                        </p:tgtEl>
                                        <p:attrNameLst>
                                          <p:attrName>style.visibility</p:attrName>
                                        </p:attrNameLst>
                                      </p:cBhvr>
                                      <p:to>
                                        <p:strVal val="visible"/>
                                      </p:to>
                                    </p:set>
                                    <p:animEffect transition="in" filter="wipe(down)">
                                      <p:cBhvr>
                                        <p:cTn id="15" dur="500"/>
                                        <p:tgtEl>
                                          <p:spTgt spid="51614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516156"/>
                                        </p:tgtEl>
                                        <p:attrNameLst>
                                          <p:attrName>style.visibility</p:attrName>
                                        </p:attrNameLst>
                                      </p:cBhvr>
                                      <p:to>
                                        <p:strVal val="visible"/>
                                      </p:to>
                                    </p:set>
                                    <p:animEffect transition="in" filter="barn(outVertical)">
                                      <p:cBhvr>
                                        <p:cTn id="20" dur="500"/>
                                        <p:tgtEl>
                                          <p:spTgt spid="516156"/>
                                        </p:tgtEl>
                                      </p:cBhvr>
                                    </p:animEffect>
                                  </p:childTnLst>
                                </p:cTn>
                              </p:par>
                            </p:childTnLst>
                          </p:cTn>
                        </p:par>
                        <p:par>
                          <p:cTn id="21" fill="hold">
                            <p:stCondLst>
                              <p:cond delay="500"/>
                            </p:stCondLst>
                            <p:childTnLst>
                              <p:par>
                                <p:cTn id="22" presetID="12" presetClass="entr" presetSubtype="4" fill="hold" grpId="0" nodeType="afterEffect">
                                  <p:stCondLst>
                                    <p:cond delay="0"/>
                                  </p:stCondLst>
                                  <p:childTnLst>
                                    <p:set>
                                      <p:cBhvr>
                                        <p:cTn id="23" dur="1" fill="hold">
                                          <p:stCondLst>
                                            <p:cond delay="0"/>
                                          </p:stCondLst>
                                        </p:cTn>
                                        <p:tgtEl>
                                          <p:spTgt spid="516169"/>
                                        </p:tgtEl>
                                        <p:attrNameLst>
                                          <p:attrName>style.visibility</p:attrName>
                                        </p:attrNameLst>
                                      </p:cBhvr>
                                      <p:to>
                                        <p:strVal val="visible"/>
                                      </p:to>
                                    </p:set>
                                    <p:animEffect transition="in" filter="slide(fromBottom)">
                                      <p:cBhvr>
                                        <p:cTn id="24" dur="500"/>
                                        <p:tgtEl>
                                          <p:spTgt spid="516169"/>
                                        </p:tgtEl>
                                      </p:cBhvr>
                                    </p:animEffect>
                                  </p:childTnLst>
                                </p:cTn>
                              </p:par>
                            </p:childTnLst>
                          </p:cTn>
                        </p:par>
                        <p:par>
                          <p:cTn id="25" fill="hold">
                            <p:stCondLst>
                              <p:cond delay="1000"/>
                            </p:stCondLst>
                            <p:childTnLst>
                              <p:par>
                                <p:cTn id="26" presetID="16" presetClass="entr" presetSubtype="42" fill="hold" grpId="0" nodeType="afterEffect">
                                  <p:stCondLst>
                                    <p:cond delay="0"/>
                                  </p:stCondLst>
                                  <p:childTnLst>
                                    <p:set>
                                      <p:cBhvr>
                                        <p:cTn id="27" dur="1" fill="hold">
                                          <p:stCondLst>
                                            <p:cond delay="0"/>
                                          </p:stCondLst>
                                        </p:cTn>
                                        <p:tgtEl>
                                          <p:spTgt spid="516163"/>
                                        </p:tgtEl>
                                        <p:attrNameLst>
                                          <p:attrName>style.visibility</p:attrName>
                                        </p:attrNameLst>
                                      </p:cBhvr>
                                      <p:to>
                                        <p:strVal val="visible"/>
                                      </p:to>
                                    </p:set>
                                    <p:animEffect transition="in" filter="barn(outHorizontal)">
                                      <p:cBhvr>
                                        <p:cTn id="28" dur="500"/>
                                        <p:tgtEl>
                                          <p:spTgt spid="516163"/>
                                        </p:tgtEl>
                                      </p:cBhvr>
                                    </p:animEffect>
                                  </p:childTnLst>
                                </p:cTn>
                              </p:par>
                            </p:childTnLst>
                          </p:cTn>
                        </p:par>
                        <p:par>
                          <p:cTn id="29" fill="hold">
                            <p:stCondLst>
                              <p:cond delay="1500"/>
                            </p:stCondLst>
                            <p:childTnLst>
                              <p:par>
                                <p:cTn id="30" presetID="12" presetClass="entr" presetSubtype="2" fill="hold" grpId="0" nodeType="afterEffect">
                                  <p:stCondLst>
                                    <p:cond delay="0"/>
                                  </p:stCondLst>
                                  <p:childTnLst>
                                    <p:set>
                                      <p:cBhvr>
                                        <p:cTn id="31" dur="1" fill="hold">
                                          <p:stCondLst>
                                            <p:cond delay="0"/>
                                          </p:stCondLst>
                                        </p:cTn>
                                        <p:tgtEl>
                                          <p:spTgt spid="516173"/>
                                        </p:tgtEl>
                                        <p:attrNameLst>
                                          <p:attrName>style.visibility</p:attrName>
                                        </p:attrNameLst>
                                      </p:cBhvr>
                                      <p:to>
                                        <p:strVal val="visible"/>
                                      </p:to>
                                    </p:set>
                                    <p:animEffect transition="in" filter="slide(fromRight)">
                                      <p:cBhvr>
                                        <p:cTn id="32" dur="500"/>
                                        <p:tgtEl>
                                          <p:spTgt spid="516173"/>
                                        </p:tgtEl>
                                      </p:cBhvr>
                                    </p:animEffect>
                                  </p:childTnLst>
                                </p:cTn>
                              </p:par>
                            </p:childTnLst>
                          </p:cTn>
                        </p:par>
                        <p:par>
                          <p:cTn id="33" fill="hold">
                            <p:stCondLst>
                              <p:cond delay="2000"/>
                            </p:stCondLst>
                            <p:childTnLst>
                              <p:par>
                                <p:cTn id="34" presetID="16" presetClass="entr" presetSubtype="42" fill="hold" grpId="0" nodeType="afterEffect">
                                  <p:stCondLst>
                                    <p:cond delay="0"/>
                                  </p:stCondLst>
                                  <p:childTnLst>
                                    <p:set>
                                      <p:cBhvr>
                                        <p:cTn id="35" dur="1" fill="hold">
                                          <p:stCondLst>
                                            <p:cond delay="0"/>
                                          </p:stCondLst>
                                        </p:cTn>
                                        <p:tgtEl>
                                          <p:spTgt spid="516164"/>
                                        </p:tgtEl>
                                        <p:attrNameLst>
                                          <p:attrName>style.visibility</p:attrName>
                                        </p:attrNameLst>
                                      </p:cBhvr>
                                      <p:to>
                                        <p:strVal val="visible"/>
                                      </p:to>
                                    </p:set>
                                    <p:animEffect transition="in" filter="barn(outHorizontal)">
                                      <p:cBhvr>
                                        <p:cTn id="36" dur="500"/>
                                        <p:tgtEl>
                                          <p:spTgt spid="516164"/>
                                        </p:tgtEl>
                                      </p:cBhvr>
                                    </p:animEffect>
                                  </p:childTnLst>
                                </p:cTn>
                              </p:par>
                            </p:childTnLst>
                          </p:cTn>
                        </p:par>
                        <p:par>
                          <p:cTn id="37" fill="hold">
                            <p:stCondLst>
                              <p:cond delay="2500"/>
                            </p:stCondLst>
                            <p:childTnLst>
                              <p:par>
                                <p:cTn id="38" presetID="12" presetClass="entr" presetSubtype="2" fill="hold" grpId="0" nodeType="afterEffect">
                                  <p:stCondLst>
                                    <p:cond delay="0"/>
                                  </p:stCondLst>
                                  <p:childTnLst>
                                    <p:set>
                                      <p:cBhvr>
                                        <p:cTn id="39" dur="1" fill="hold">
                                          <p:stCondLst>
                                            <p:cond delay="0"/>
                                          </p:stCondLst>
                                        </p:cTn>
                                        <p:tgtEl>
                                          <p:spTgt spid="516176"/>
                                        </p:tgtEl>
                                        <p:attrNameLst>
                                          <p:attrName>style.visibility</p:attrName>
                                        </p:attrNameLst>
                                      </p:cBhvr>
                                      <p:to>
                                        <p:strVal val="visible"/>
                                      </p:to>
                                    </p:set>
                                    <p:animEffect transition="in" filter="slide(fromRight)">
                                      <p:cBhvr>
                                        <p:cTn id="40" dur="500"/>
                                        <p:tgtEl>
                                          <p:spTgt spid="516176"/>
                                        </p:tgtEl>
                                      </p:cBhvr>
                                    </p:animEffect>
                                  </p:childTnLst>
                                </p:cTn>
                              </p:par>
                            </p:childTnLst>
                          </p:cTn>
                        </p:par>
                        <p:par>
                          <p:cTn id="41" fill="hold">
                            <p:stCondLst>
                              <p:cond delay="3000"/>
                            </p:stCondLst>
                            <p:childTnLst>
                              <p:par>
                                <p:cTn id="42" presetID="16" presetClass="entr" presetSubtype="37" fill="hold" grpId="0" nodeType="afterEffect">
                                  <p:stCondLst>
                                    <p:cond delay="0"/>
                                  </p:stCondLst>
                                  <p:childTnLst>
                                    <p:set>
                                      <p:cBhvr>
                                        <p:cTn id="43" dur="1" fill="hold">
                                          <p:stCondLst>
                                            <p:cond delay="0"/>
                                          </p:stCondLst>
                                        </p:cTn>
                                        <p:tgtEl>
                                          <p:spTgt spid="516159"/>
                                        </p:tgtEl>
                                        <p:attrNameLst>
                                          <p:attrName>style.visibility</p:attrName>
                                        </p:attrNameLst>
                                      </p:cBhvr>
                                      <p:to>
                                        <p:strVal val="visible"/>
                                      </p:to>
                                    </p:set>
                                    <p:animEffect transition="in" filter="barn(outVertical)">
                                      <p:cBhvr>
                                        <p:cTn id="44" dur="500"/>
                                        <p:tgtEl>
                                          <p:spTgt spid="516159"/>
                                        </p:tgtEl>
                                      </p:cBhvr>
                                    </p:animEffect>
                                  </p:childTnLst>
                                </p:cTn>
                              </p:par>
                            </p:childTnLst>
                          </p:cTn>
                        </p:par>
                        <p:par>
                          <p:cTn id="45" fill="hold">
                            <p:stCondLst>
                              <p:cond delay="3500"/>
                            </p:stCondLst>
                            <p:childTnLst>
                              <p:par>
                                <p:cTn id="46" presetID="12" presetClass="entr" presetSubtype="4" fill="hold" grpId="0" nodeType="afterEffect">
                                  <p:stCondLst>
                                    <p:cond delay="0"/>
                                  </p:stCondLst>
                                  <p:childTnLst>
                                    <p:set>
                                      <p:cBhvr>
                                        <p:cTn id="47" dur="1" fill="hold">
                                          <p:stCondLst>
                                            <p:cond delay="0"/>
                                          </p:stCondLst>
                                        </p:cTn>
                                        <p:tgtEl>
                                          <p:spTgt spid="516171"/>
                                        </p:tgtEl>
                                        <p:attrNameLst>
                                          <p:attrName>style.visibility</p:attrName>
                                        </p:attrNameLst>
                                      </p:cBhvr>
                                      <p:to>
                                        <p:strVal val="visible"/>
                                      </p:to>
                                    </p:set>
                                    <p:animEffect transition="in" filter="slide(fromBottom)">
                                      <p:cBhvr>
                                        <p:cTn id="48" dur="500"/>
                                        <p:tgtEl>
                                          <p:spTgt spid="516171"/>
                                        </p:tgtEl>
                                      </p:cBhvr>
                                    </p:animEffect>
                                  </p:childTnLst>
                                </p:cTn>
                              </p:par>
                            </p:childTnLst>
                          </p:cTn>
                        </p:par>
                        <p:par>
                          <p:cTn id="49" fill="hold">
                            <p:stCondLst>
                              <p:cond delay="4000"/>
                            </p:stCondLst>
                            <p:childTnLst>
                              <p:par>
                                <p:cTn id="50" presetID="16" presetClass="entr" presetSubtype="37" fill="hold" grpId="0" nodeType="afterEffect">
                                  <p:stCondLst>
                                    <p:cond delay="0"/>
                                  </p:stCondLst>
                                  <p:childTnLst>
                                    <p:set>
                                      <p:cBhvr>
                                        <p:cTn id="51" dur="1" fill="hold">
                                          <p:stCondLst>
                                            <p:cond delay="0"/>
                                          </p:stCondLst>
                                        </p:cTn>
                                        <p:tgtEl>
                                          <p:spTgt spid="516160"/>
                                        </p:tgtEl>
                                        <p:attrNameLst>
                                          <p:attrName>style.visibility</p:attrName>
                                        </p:attrNameLst>
                                      </p:cBhvr>
                                      <p:to>
                                        <p:strVal val="visible"/>
                                      </p:to>
                                    </p:set>
                                    <p:animEffect transition="in" filter="barn(outVertical)">
                                      <p:cBhvr>
                                        <p:cTn id="52" dur="500"/>
                                        <p:tgtEl>
                                          <p:spTgt spid="516160"/>
                                        </p:tgtEl>
                                      </p:cBhvr>
                                    </p:animEffect>
                                  </p:childTnLst>
                                </p:cTn>
                              </p:par>
                            </p:childTnLst>
                          </p:cTn>
                        </p:par>
                        <p:par>
                          <p:cTn id="53" fill="hold">
                            <p:stCondLst>
                              <p:cond delay="4500"/>
                            </p:stCondLst>
                            <p:childTnLst>
                              <p:par>
                                <p:cTn id="54" presetID="12" presetClass="entr" presetSubtype="4" fill="hold" grpId="0" nodeType="afterEffect">
                                  <p:stCondLst>
                                    <p:cond delay="0"/>
                                  </p:stCondLst>
                                  <p:childTnLst>
                                    <p:set>
                                      <p:cBhvr>
                                        <p:cTn id="55" dur="1" fill="hold">
                                          <p:stCondLst>
                                            <p:cond delay="0"/>
                                          </p:stCondLst>
                                        </p:cTn>
                                        <p:tgtEl>
                                          <p:spTgt spid="516170"/>
                                        </p:tgtEl>
                                        <p:attrNameLst>
                                          <p:attrName>style.visibility</p:attrName>
                                        </p:attrNameLst>
                                      </p:cBhvr>
                                      <p:to>
                                        <p:strVal val="visible"/>
                                      </p:to>
                                    </p:set>
                                    <p:animEffect transition="in" filter="slide(fromBottom)">
                                      <p:cBhvr>
                                        <p:cTn id="56" dur="500"/>
                                        <p:tgtEl>
                                          <p:spTgt spid="51617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left)">
                                      <p:cBhvr>
                                        <p:cTn id="61" dur="500"/>
                                        <p:tgtEl>
                                          <p:spTgt spid="7"/>
                                        </p:tgtEl>
                                      </p:cBhvr>
                                    </p:animEffect>
                                  </p:childTnLst>
                                </p:cTn>
                              </p:par>
                            </p:childTnLst>
                          </p:cTn>
                        </p:par>
                        <p:par>
                          <p:cTn id="62" fill="hold">
                            <p:stCondLst>
                              <p:cond delay="500"/>
                            </p:stCondLst>
                            <p:childTnLst>
                              <p:par>
                                <p:cTn id="63" presetID="16" presetClass="entr" presetSubtype="42" fill="hold" grpId="0" nodeType="afterEffect">
                                  <p:stCondLst>
                                    <p:cond delay="0"/>
                                  </p:stCondLst>
                                  <p:childTnLst>
                                    <p:set>
                                      <p:cBhvr>
                                        <p:cTn id="64" dur="1" fill="hold">
                                          <p:stCondLst>
                                            <p:cond delay="0"/>
                                          </p:stCondLst>
                                        </p:cTn>
                                        <p:tgtEl>
                                          <p:spTgt spid="516167"/>
                                        </p:tgtEl>
                                        <p:attrNameLst>
                                          <p:attrName>style.visibility</p:attrName>
                                        </p:attrNameLst>
                                      </p:cBhvr>
                                      <p:to>
                                        <p:strVal val="visible"/>
                                      </p:to>
                                    </p:set>
                                    <p:animEffect transition="in" filter="barn(outHorizontal)">
                                      <p:cBhvr>
                                        <p:cTn id="65" dur="500"/>
                                        <p:tgtEl>
                                          <p:spTgt spid="516167"/>
                                        </p:tgtEl>
                                      </p:cBhvr>
                                    </p:animEffect>
                                  </p:childTnLst>
                                </p:cTn>
                              </p:par>
                            </p:childTnLst>
                          </p:cTn>
                        </p:par>
                        <p:par>
                          <p:cTn id="66" fill="hold">
                            <p:stCondLst>
                              <p:cond delay="1000"/>
                            </p:stCondLst>
                            <p:childTnLst>
                              <p:par>
                                <p:cTn id="67" presetID="12" presetClass="entr" presetSubtype="8" fill="hold" grpId="0" nodeType="afterEffect">
                                  <p:stCondLst>
                                    <p:cond delay="0"/>
                                  </p:stCondLst>
                                  <p:childTnLst>
                                    <p:set>
                                      <p:cBhvr>
                                        <p:cTn id="68" dur="1" fill="hold">
                                          <p:stCondLst>
                                            <p:cond delay="0"/>
                                          </p:stCondLst>
                                        </p:cTn>
                                        <p:tgtEl>
                                          <p:spTgt spid="516175"/>
                                        </p:tgtEl>
                                        <p:attrNameLst>
                                          <p:attrName>style.visibility</p:attrName>
                                        </p:attrNameLst>
                                      </p:cBhvr>
                                      <p:to>
                                        <p:strVal val="visible"/>
                                      </p:to>
                                    </p:set>
                                    <p:animEffect transition="in" filter="slide(fromLeft)">
                                      <p:cBhvr>
                                        <p:cTn id="69" dur="500"/>
                                        <p:tgtEl>
                                          <p:spTgt spid="516175"/>
                                        </p:tgtEl>
                                      </p:cBhvr>
                                    </p:animEffect>
                                  </p:childTnLst>
                                </p:cTn>
                              </p:par>
                            </p:childTnLst>
                          </p:cTn>
                        </p:par>
                        <p:par>
                          <p:cTn id="70" fill="hold">
                            <p:stCondLst>
                              <p:cond delay="1500"/>
                            </p:stCondLst>
                            <p:childTnLst>
                              <p:par>
                                <p:cTn id="71" presetID="16" presetClass="entr" presetSubtype="42" fill="hold" grpId="0" nodeType="afterEffect">
                                  <p:stCondLst>
                                    <p:cond delay="0"/>
                                  </p:stCondLst>
                                  <p:childTnLst>
                                    <p:set>
                                      <p:cBhvr>
                                        <p:cTn id="72" dur="1" fill="hold">
                                          <p:stCondLst>
                                            <p:cond delay="0"/>
                                          </p:stCondLst>
                                        </p:cTn>
                                        <p:tgtEl>
                                          <p:spTgt spid="516168"/>
                                        </p:tgtEl>
                                        <p:attrNameLst>
                                          <p:attrName>style.visibility</p:attrName>
                                        </p:attrNameLst>
                                      </p:cBhvr>
                                      <p:to>
                                        <p:strVal val="visible"/>
                                      </p:to>
                                    </p:set>
                                    <p:animEffect transition="in" filter="barn(outHorizontal)">
                                      <p:cBhvr>
                                        <p:cTn id="73" dur="500"/>
                                        <p:tgtEl>
                                          <p:spTgt spid="516168"/>
                                        </p:tgtEl>
                                      </p:cBhvr>
                                    </p:animEffect>
                                  </p:childTnLst>
                                </p:cTn>
                              </p:par>
                            </p:childTnLst>
                          </p:cTn>
                        </p:par>
                        <p:par>
                          <p:cTn id="74" fill="hold">
                            <p:stCondLst>
                              <p:cond delay="2000"/>
                            </p:stCondLst>
                            <p:childTnLst>
                              <p:par>
                                <p:cTn id="75" presetID="12" presetClass="entr" presetSubtype="8" fill="hold" grpId="0" nodeType="afterEffect">
                                  <p:stCondLst>
                                    <p:cond delay="0"/>
                                  </p:stCondLst>
                                  <p:childTnLst>
                                    <p:set>
                                      <p:cBhvr>
                                        <p:cTn id="76" dur="1" fill="hold">
                                          <p:stCondLst>
                                            <p:cond delay="0"/>
                                          </p:stCondLst>
                                        </p:cTn>
                                        <p:tgtEl>
                                          <p:spTgt spid="516174"/>
                                        </p:tgtEl>
                                        <p:attrNameLst>
                                          <p:attrName>style.visibility</p:attrName>
                                        </p:attrNameLst>
                                      </p:cBhvr>
                                      <p:to>
                                        <p:strVal val="visible"/>
                                      </p:to>
                                    </p:set>
                                    <p:animEffect transition="in" filter="slide(fromLeft)">
                                      <p:cBhvr>
                                        <p:cTn id="77" dur="500"/>
                                        <p:tgtEl>
                                          <p:spTgt spid="516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42" grpId="0" animBg="1"/>
      <p:bldP spid="516143" grpId="0" animBg="1"/>
      <p:bldP spid="516144" grpId="0" animBg="1"/>
      <p:bldP spid="516156" grpId="0" animBg="1"/>
      <p:bldP spid="516159" grpId="0" animBg="1"/>
      <p:bldP spid="516160" grpId="0" animBg="1"/>
      <p:bldP spid="516163" grpId="0" animBg="1"/>
      <p:bldP spid="516164" grpId="0" animBg="1"/>
      <p:bldP spid="516167" grpId="0" animBg="1"/>
      <p:bldP spid="516168" grpId="0" animBg="1"/>
      <p:bldP spid="516169" grpId="0" autoUpdateAnimBg="0"/>
      <p:bldP spid="516170" grpId="0" autoUpdateAnimBg="0"/>
      <p:bldP spid="516171" grpId="0" autoUpdateAnimBg="0"/>
      <p:bldP spid="516173" grpId="0" autoUpdateAnimBg="0"/>
      <p:bldP spid="516174" grpId="0" autoUpdateAnimBg="0"/>
      <p:bldP spid="516175" grpId="0" autoUpdateAnimBg="0"/>
      <p:bldP spid="51617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ChangeArrowheads="1"/>
          </p:cNvSpPr>
          <p:nvPr/>
        </p:nvSpPr>
        <p:spPr bwMode="auto">
          <a:xfrm>
            <a:off x="0" y="32294"/>
            <a:ext cx="3967753" cy="584775"/>
          </a:xfrm>
          <a:prstGeom prst="rect">
            <a:avLst/>
          </a:prstGeom>
          <a:noFill/>
          <a:ln w="38100">
            <a:noFill/>
            <a:miter lim="800000"/>
          </a:ln>
          <a:effectLst/>
        </p:spPr>
        <p:txBody>
          <a:bodyPr wrap="none">
            <a:spAutoFit/>
          </a:bodyPr>
          <a:lstStyle/>
          <a:p>
            <a:pPr defTabSz="457200"/>
            <a:r>
              <a:rPr lang="zh-CN" altLang="en-US" sz="3200" b="1" dirty="0">
                <a:solidFill>
                  <a:schemeClr val="bg1"/>
                </a:solidFill>
                <a:latin typeface="微软雅黑" panose="020B0503020204020204" pitchFamily="34" charset="-122"/>
                <a:ea typeface="微软雅黑" panose="020B0503020204020204" pitchFamily="34" charset="-122"/>
              </a:rPr>
              <a:t>用</a:t>
            </a:r>
            <a:r>
              <a:rPr lang="en-US" altLang="zh-CN" sz="3200" b="1" dirty="0">
                <a:solidFill>
                  <a:schemeClr val="bg1"/>
                </a:solidFill>
                <a:latin typeface="微软雅黑" panose="020B0503020204020204" pitchFamily="34" charset="-122"/>
                <a:ea typeface="微软雅黑" panose="020B0503020204020204" pitchFamily="34" charset="-122"/>
              </a:rPr>
              <a:t>VPN</a:t>
            </a:r>
            <a:r>
              <a:rPr lang="zh-CN" altLang="en-US" sz="3200" b="1" dirty="0">
                <a:solidFill>
                  <a:schemeClr val="bg1"/>
                </a:solidFill>
                <a:latin typeface="微软雅黑" panose="020B0503020204020204" pitchFamily="34" charset="-122"/>
                <a:ea typeface="微软雅黑" panose="020B0503020204020204" pitchFamily="34" charset="-122"/>
              </a:rPr>
              <a:t>连接远程用户</a:t>
            </a:r>
          </a:p>
        </p:txBody>
      </p:sp>
      <p:sp>
        <p:nvSpPr>
          <p:cNvPr id="517123" name="Line 3"/>
          <p:cNvSpPr>
            <a:spLocks noChangeShapeType="1"/>
          </p:cNvSpPr>
          <p:nvPr/>
        </p:nvSpPr>
        <p:spPr bwMode="auto">
          <a:xfrm flipV="1">
            <a:off x="3360906" y="3967263"/>
            <a:ext cx="0" cy="1219200"/>
          </a:xfrm>
          <a:prstGeom prst="line">
            <a:avLst/>
          </a:prstGeom>
          <a:noFill/>
          <a:ln w="127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24" name="Line 4"/>
          <p:cNvSpPr>
            <a:spLocks noChangeShapeType="1"/>
          </p:cNvSpPr>
          <p:nvPr/>
        </p:nvSpPr>
        <p:spPr bwMode="auto">
          <a:xfrm flipV="1">
            <a:off x="3894307" y="5473801"/>
            <a:ext cx="506413" cy="17462"/>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25" name="Line 5"/>
          <p:cNvSpPr>
            <a:spLocks noChangeShapeType="1"/>
          </p:cNvSpPr>
          <p:nvPr/>
        </p:nvSpPr>
        <p:spPr bwMode="auto">
          <a:xfrm>
            <a:off x="9152106" y="2214663"/>
            <a:ext cx="0" cy="304800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26" name="Line 6"/>
          <p:cNvSpPr>
            <a:spLocks noChangeShapeType="1"/>
          </p:cNvSpPr>
          <p:nvPr/>
        </p:nvSpPr>
        <p:spPr bwMode="auto">
          <a:xfrm>
            <a:off x="7677319" y="5473801"/>
            <a:ext cx="1219200" cy="0"/>
          </a:xfrm>
          <a:prstGeom prst="line">
            <a:avLst/>
          </a:prstGeom>
          <a:noFill/>
          <a:ln w="19050">
            <a:solidFill>
              <a:schemeClr val="hlink"/>
            </a:solidFill>
            <a:round/>
          </a:ln>
          <a:effectLst/>
        </p:spPr>
        <p:txBody>
          <a:bodyPr/>
          <a:lstStyle/>
          <a:p>
            <a:pPr defTabSz="457200"/>
            <a:endParaRPr lang="zh-CN" altLang="en-US" sz="1600">
              <a:solidFill>
                <a:prstClr val="black"/>
              </a:solidFill>
              <a:latin typeface="+mn-ea"/>
              <a:ea typeface="+mn-ea"/>
            </a:endParaRPr>
          </a:p>
        </p:txBody>
      </p:sp>
      <p:grpSp>
        <p:nvGrpSpPr>
          <p:cNvPr id="2" name="Group 7"/>
          <p:cNvGrpSpPr/>
          <p:nvPr/>
        </p:nvGrpSpPr>
        <p:grpSpPr bwMode="auto">
          <a:xfrm>
            <a:off x="4275306" y="4576863"/>
            <a:ext cx="3097213" cy="1561290"/>
            <a:chOff x="1793" y="2699"/>
            <a:chExt cx="2160" cy="1152"/>
          </a:xfrm>
        </p:grpSpPr>
        <p:pic>
          <p:nvPicPr>
            <p:cNvPr id="517128" name="Picture 8"/>
            <p:cNvPicPr>
              <a:picLocks noChangeArrowheads="1"/>
            </p:cNvPicPr>
            <p:nvPr/>
          </p:nvPicPr>
          <p:blipFill>
            <a:blip r:embed="rId3"/>
            <a:srcRect/>
            <a:stretch>
              <a:fillRect/>
            </a:stretch>
          </p:blipFill>
          <p:spPr bwMode="auto">
            <a:xfrm>
              <a:off x="1793" y="2699"/>
              <a:ext cx="2160" cy="1152"/>
            </a:xfrm>
            <a:prstGeom prst="rect">
              <a:avLst/>
            </a:prstGeom>
            <a:noFill/>
            <a:ln w="12700">
              <a:noFill/>
              <a:miter lim="800000"/>
              <a:headEnd/>
              <a:tailEnd/>
            </a:ln>
            <a:effectLst/>
          </p:spPr>
        </p:pic>
        <p:sp>
          <p:nvSpPr>
            <p:cNvPr id="517129" name="Text Box 9"/>
            <p:cNvSpPr txBox="1">
              <a:spLocks noChangeArrowheads="1"/>
            </p:cNvSpPr>
            <p:nvPr/>
          </p:nvSpPr>
          <p:spPr bwMode="auto">
            <a:xfrm>
              <a:off x="2304" y="2976"/>
              <a:ext cx="1169" cy="213"/>
            </a:xfrm>
            <a:prstGeom prst="rect">
              <a:avLst/>
            </a:prstGeom>
            <a:noFill/>
            <a:ln w="9525">
              <a:noFill/>
              <a:miter lim="800000"/>
            </a:ln>
            <a:effectLst/>
          </p:spPr>
          <p:txBody>
            <a:bodyPr>
              <a:spAutoFit/>
            </a:bodyPr>
            <a:lstStyle/>
            <a:p>
              <a:pPr defTabSz="457200"/>
              <a:r>
                <a:rPr lang="en-US" altLang="zh-CN" sz="1600">
                  <a:solidFill>
                    <a:prstClr val="black"/>
                  </a:solidFill>
                  <a:latin typeface="+mn-ea"/>
                  <a:ea typeface="+mn-ea"/>
                </a:rPr>
                <a:t>Internet</a:t>
              </a:r>
            </a:p>
          </p:txBody>
        </p:sp>
      </p:grpSp>
      <p:graphicFrame>
        <p:nvGraphicFramePr>
          <p:cNvPr id="517130" name="Object 10"/>
          <p:cNvGraphicFramePr>
            <a:graphicFrameLocks noChangeAspect="1"/>
          </p:cNvGraphicFramePr>
          <p:nvPr>
            <p:extLst>
              <p:ext uri="{D42A27DB-BD31-4B8C-83A1-F6EECF244321}">
                <p14:modId xmlns:p14="http://schemas.microsoft.com/office/powerpoint/2010/main" val="3161808194"/>
              </p:ext>
            </p:extLst>
          </p:nvPr>
        </p:nvGraphicFramePr>
        <p:xfrm>
          <a:off x="8896519" y="5245202"/>
          <a:ext cx="838200" cy="371475"/>
        </p:xfrm>
        <a:graphic>
          <a:graphicData uri="http://schemas.openxmlformats.org/presentationml/2006/ole">
            <mc:AlternateContent xmlns:mc="http://schemas.openxmlformats.org/markup-compatibility/2006">
              <mc:Choice xmlns:v="urn:schemas-microsoft-com:vml" Requires="v">
                <p:oleObj spid="_x0000_s97606" name="文档" r:id="rId4" imgW="887095" imgH="938530" progId="Word.Document.8">
                  <p:embed/>
                </p:oleObj>
              </mc:Choice>
              <mc:Fallback>
                <p:oleObj name="文档" r:id="rId4" imgW="887095" imgH="938530" progId="Word.Document.8">
                  <p:embed/>
                  <p:pic>
                    <p:nvPicPr>
                      <p:cNvPr id="51713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96519" y="5245202"/>
                        <a:ext cx="8382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1"/>
          <p:cNvGrpSpPr/>
          <p:nvPr/>
        </p:nvGrpSpPr>
        <p:grpSpPr bwMode="auto">
          <a:xfrm>
            <a:off x="8313906" y="843063"/>
            <a:ext cx="1905000" cy="1752600"/>
            <a:chOff x="1152" y="1824"/>
            <a:chExt cx="1200" cy="1104"/>
          </a:xfrm>
        </p:grpSpPr>
        <p:sp>
          <p:nvSpPr>
            <p:cNvPr id="517132" name="Oval 12"/>
            <p:cNvSpPr>
              <a:spLocks noChangeArrowheads="1"/>
            </p:cNvSpPr>
            <p:nvPr/>
          </p:nvSpPr>
          <p:spPr bwMode="auto">
            <a:xfrm>
              <a:off x="1152" y="1824"/>
              <a:ext cx="1200" cy="1104"/>
            </a:xfrm>
            <a:prstGeom prst="ellipse">
              <a:avLst/>
            </a:prstGeom>
            <a:noFill/>
            <a:ln w="38100" cmpd="dbl">
              <a:solidFill>
                <a:srgbClr val="FFCC99"/>
              </a:solidFill>
              <a:round/>
            </a:ln>
            <a:effectLst/>
          </p:spPr>
          <p:txBody>
            <a:bodyPr wrap="none" anchor="ctr"/>
            <a:lstStyle/>
            <a:p>
              <a:pPr defTabSz="457200"/>
              <a:endParaRPr lang="zh-CN" altLang="en-US" sz="1600">
                <a:solidFill>
                  <a:prstClr val="black"/>
                </a:solidFill>
                <a:latin typeface="+mn-ea"/>
                <a:ea typeface="+mn-ea"/>
              </a:endParaRPr>
            </a:p>
          </p:txBody>
        </p:sp>
        <p:sp>
          <p:nvSpPr>
            <p:cNvPr id="517133" name="Line 13"/>
            <p:cNvSpPr>
              <a:spLocks noChangeShapeType="1"/>
            </p:cNvSpPr>
            <p:nvPr/>
          </p:nvSpPr>
          <p:spPr bwMode="auto">
            <a:xfrm>
              <a:off x="1400" y="2343"/>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34" name="Line 14"/>
            <p:cNvSpPr>
              <a:spLocks noChangeShapeType="1"/>
            </p:cNvSpPr>
            <p:nvPr/>
          </p:nvSpPr>
          <p:spPr bwMode="auto">
            <a:xfrm>
              <a:off x="1579"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35" name="Line 15"/>
            <p:cNvSpPr>
              <a:spLocks noChangeShapeType="1"/>
            </p:cNvSpPr>
            <p:nvPr/>
          </p:nvSpPr>
          <p:spPr bwMode="auto">
            <a:xfrm>
              <a:off x="1776" y="2321"/>
              <a:ext cx="0" cy="110"/>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36" name="Line 16"/>
            <p:cNvSpPr>
              <a:spLocks noChangeShapeType="1"/>
            </p:cNvSpPr>
            <p:nvPr/>
          </p:nvSpPr>
          <p:spPr bwMode="auto">
            <a:xfrm>
              <a:off x="2024" y="2360"/>
              <a:ext cx="0" cy="88"/>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pic>
          <p:nvPicPr>
            <p:cNvPr id="517137" name="Picture 17"/>
            <p:cNvPicPr>
              <a:picLocks noChangeArrowheads="1"/>
            </p:cNvPicPr>
            <p:nvPr/>
          </p:nvPicPr>
          <p:blipFill>
            <a:blip r:embed="rId6"/>
            <a:srcRect/>
            <a:stretch>
              <a:fillRect/>
            </a:stretch>
          </p:blipFill>
          <p:spPr bwMode="auto">
            <a:xfrm>
              <a:off x="1717" y="2191"/>
              <a:ext cx="152" cy="151"/>
            </a:xfrm>
            <a:prstGeom prst="rect">
              <a:avLst/>
            </a:prstGeom>
            <a:noFill/>
            <a:ln w="12700">
              <a:noFill/>
              <a:miter lim="800000"/>
              <a:headEnd/>
              <a:tailEnd/>
            </a:ln>
            <a:effectLst/>
          </p:spPr>
        </p:pic>
        <p:graphicFrame>
          <p:nvGraphicFramePr>
            <p:cNvPr id="517138" name="Object 18"/>
            <p:cNvGraphicFramePr>
              <a:graphicFrameLocks noChangeAspect="1"/>
            </p:cNvGraphicFramePr>
            <p:nvPr/>
          </p:nvGraphicFramePr>
          <p:xfrm>
            <a:off x="1321" y="2060"/>
            <a:ext cx="120" cy="288"/>
          </p:xfrm>
          <a:graphic>
            <a:graphicData uri="http://schemas.openxmlformats.org/presentationml/2006/ole">
              <mc:AlternateContent xmlns:mc="http://schemas.openxmlformats.org/markup-compatibility/2006">
                <mc:Choice xmlns:v="urn:schemas-microsoft-com:vml" Requires="v">
                  <p:oleObj spid="_x0000_s97607" name="Clip" r:id="rId7" imgW="2735580" imgH="3825875" progId="MS_ClipArt_Gallery.5">
                    <p:embed/>
                  </p:oleObj>
                </mc:Choice>
                <mc:Fallback>
                  <p:oleObj name="Clip" r:id="rId7" imgW="2735580" imgH="3825875" progId="MS_ClipArt_Gallery.5">
                    <p:embed/>
                    <p:pic>
                      <p:nvPicPr>
                        <p:cNvPr id="517138"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7139" name="Picture 19"/>
            <p:cNvPicPr>
              <a:picLocks noChangeArrowheads="1"/>
            </p:cNvPicPr>
            <p:nvPr/>
          </p:nvPicPr>
          <p:blipFill>
            <a:blip r:embed="rId6"/>
            <a:srcRect/>
            <a:stretch>
              <a:fillRect/>
            </a:stretch>
          </p:blipFill>
          <p:spPr bwMode="auto">
            <a:xfrm>
              <a:off x="1519" y="2191"/>
              <a:ext cx="153" cy="151"/>
            </a:xfrm>
            <a:prstGeom prst="rect">
              <a:avLst/>
            </a:prstGeom>
            <a:noFill/>
            <a:ln w="12700">
              <a:noFill/>
              <a:miter lim="800000"/>
              <a:headEnd/>
              <a:tailEnd/>
            </a:ln>
            <a:effectLst/>
          </p:spPr>
        </p:pic>
        <p:pic>
          <p:nvPicPr>
            <p:cNvPr id="517140" name="Picture 20"/>
            <p:cNvPicPr>
              <a:picLocks noChangeArrowheads="1"/>
            </p:cNvPicPr>
            <p:nvPr/>
          </p:nvPicPr>
          <p:blipFill>
            <a:blip r:embed="rId9"/>
            <a:srcRect/>
            <a:stretch>
              <a:fillRect/>
            </a:stretch>
          </p:blipFill>
          <p:spPr bwMode="auto">
            <a:xfrm>
              <a:off x="1905" y="2208"/>
              <a:ext cx="265" cy="168"/>
            </a:xfrm>
            <a:prstGeom prst="rect">
              <a:avLst/>
            </a:prstGeom>
            <a:noFill/>
            <a:ln w="9525">
              <a:noFill/>
              <a:miter lim="800000"/>
              <a:headEnd/>
              <a:tailEnd/>
            </a:ln>
            <a:effectLst/>
          </p:spPr>
        </p:pic>
        <p:pic>
          <p:nvPicPr>
            <p:cNvPr id="517141" name="Picture 21"/>
            <p:cNvPicPr>
              <a:picLocks noChangeArrowheads="1"/>
            </p:cNvPicPr>
            <p:nvPr/>
          </p:nvPicPr>
          <p:blipFill>
            <a:blip r:embed="rId10"/>
            <a:srcRect/>
            <a:stretch>
              <a:fillRect/>
            </a:stretch>
          </p:blipFill>
          <p:spPr bwMode="auto">
            <a:xfrm>
              <a:off x="1604" y="2496"/>
              <a:ext cx="114" cy="205"/>
            </a:xfrm>
            <a:prstGeom prst="rect">
              <a:avLst/>
            </a:prstGeom>
            <a:noFill/>
            <a:ln w="12700">
              <a:noFill/>
              <a:miter lim="800000"/>
              <a:headEnd/>
              <a:tailEnd/>
            </a:ln>
            <a:effectLst/>
          </p:spPr>
        </p:pic>
        <p:sp>
          <p:nvSpPr>
            <p:cNvPr id="517142" name="Rectangle 22"/>
            <p:cNvSpPr>
              <a:spLocks noChangeArrowheads="1"/>
            </p:cNvSpPr>
            <p:nvPr/>
          </p:nvSpPr>
          <p:spPr bwMode="auto">
            <a:xfrm>
              <a:off x="1553" y="2016"/>
              <a:ext cx="502" cy="138"/>
            </a:xfrm>
            <a:prstGeom prst="rect">
              <a:avLst/>
            </a:prstGeom>
            <a:noFill/>
            <a:ln w="9525">
              <a:noFill/>
              <a:miter lim="800000"/>
            </a:ln>
            <a:effectLst/>
          </p:spPr>
          <p:txBody>
            <a:bodyPr wrap="none" anchor="ctr"/>
            <a:lstStyle/>
            <a:p>
              <a:pPr defTabSz="457200"/>
              <a:r>
                <a:rPr lang="zh-CN" altLang="en-US" sz="1600">
                  <a:solidFill>
                    <a:prstClr val="black"/>
                  </a:solidFill>
                  <a:latin typeface="+mn-ea"/>
                  <a:ea typeface="+mn-ea"/>
                </a:rPr>
                <a:t>公司</a:t>
              </a:r>
              <a:r>
                <a:rPr lang="en-US" altLang="zh-CN" sz="1600">
                  <a:solidFill>
                    <a:prstClr val="black"/>
                  </a:solidFill>
                  <a:latin typeface="+mn-ea"/>
                  <a:ea typeface="+mn-ea"/>
                </a:rPr>
                <a:t>B</a:t>
              </a:r>
            </a:p>
          </p:txBody>
        </p:sp>
        <p:sp>
          <p:nvSpPr>
            <p:cNvPr id="517143" name="Line 23"/>
            <p:cNvSpPr>
              <a:spLocks noChangeShapeType="1"/>
            </p:cNvSpPr>
            <p:nvPr/>
          </p:nvSpPr>
          <p:spPr bwMode="auto">
            <a:xfrm>
              <a:off x="1662" y="2431"/>
              <a:ext cx="0" cy="65"/>
            </a:xfrm>
            <a:prstGeom prst="line">
              <a:avLst/>
            </a:prstGeom>
            <a:noFill/>
            <a:ln w="38100">
              <a:solidFill>
                <a:schemeClr val="hlink"/>
              </a:solidFill>
              <a:round/>
            </a:ln>
            <a:effectLst/>
          </p:spPr>
          <p:txBody>
            <a:bodyPr/>
            <a:lstStyle/>
            <a:p>
              <a:pPr defTabSz="457200"/>
              <a:endParaRPr lang="zh-CN" altLang="en-US" sz="1600">
                <a:solidFill>
                  <a:prstClr val="black"/>
                </a:solidFill>
                <a:latin typeface="+mn-ea"/>
                <a:ea typeface="+mn-ea"/>
              </a:endParaRPr>
            </a:p>
          </p:txBody>
        </p:sp>
        <p:sp>
          <p:nvSpPr>
            <p:cNvPr id="517144" name="Line 24"/>
            <p:cNvSpPr>
              <a:spLocks noChangeShapeType="1"/>
            </p:cNvSpPr>
            <p:nvPr/>
          </p:nvSpPr>
          <p:spPr bwMode="auto">
            <a:xfrm>
              <a:off x="1303" y="2448"/>
              <a:ext cx="802" cy="0"/>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aphicFrame>
          <p:nvGraphicFramePr>
            <p:cNvPr id="517145" name="Object 25"/>
            <p:cNvGraphicFramePr/>
            <p:nvPr/>
          </p:nvGraphicFramePr>
          <p:xfrm>
            <a:off x="1776" y="2544"/>
            <a:ext cx="288" cy="239"/>
          </p:xfrm>
          <a:graphic>
            <a:graphicData uri="http://schemas.openxmlformats.org/presentationml/2006/ole">
              <mc:AlternateContent xmlns:mc="http://schemas.openxmlformats.org/markup-compatibility/2006">
                <mc:Choice xmlns:v="urn:schemas-microsoft-com:vml" Requires="v">
                  <p:oleObj spid="_x0000_s97608" name="剪辑" r:id="rId11" imgW="1012825" imgH="809625" progId="MS_ClipArt_Gallery.2">
                    <p:embed/>
                  </p:oleObj>
                </mc:Choice>
                <mc:Fallback>
                  <p:oleObj name="剪辑" r:id="rId11" imgW="1012825" imgH="809625" progId="MS_ClipArt_Gallery.2">
                    <p:embed/>
                    <p:pic>
                      <p:nvPicPr>
                        <p:cNvPr id="517145" name="Object 2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7146" name="Line 26"/>
            <p:cNvSpPr>
              <a:spLocks noChangeShapeType="1"/>
            </p:cNvSpPr>
            <p:nvPr/>
          </p:nvSpPr>
          <p:spPr bwMode="auto">
            <a:xfrm>
              <a:off x="1920" y="2448"/>
              <a:ext cx="0" cy="96"/>
            </a:xfrm>
            <a:prstGeom prst="line">
              <a:avLst/>
            </a:prstGeom>
            <a:noFill/>
            <a:ln w="57150">
              <a:solidFill>
                <a:schemeClr val="hlink"/>
              </a:solidFill>
              <a:round/>
            </a:ln>
            <a:effectLst/>
          </p:spPr>
          <p:txBody>
            <a:bodyPr/>
            <a:lstStyle/>
            <a:p>
              <a:pPr defTabSz="457200"/>
              <a:endParaRPr lang="zh-CN" altLang="en-US" sz="1600">
                <a:solidFill>
                  <a:prstClr val="black"/>
                </a:solidFill>
                <a:latin typeface="+mn-ea"/>
                <a:ea typeface="+mn-ea"/>
              </a:endParaRPr>
            </a:p>
          </p:txBody>
        </p:sp>
      </p:grpSp>
      <p:sp>
        <p:nvSpPr>
          <p:cNvPr id="517147" name="Text Box 27"/>
          <p:cNvSpPr txBox="1">
            <a:spLocks noChangeArrowheads="1"/>
          </p:cNvSpPr>
          <p:nvPr/>
        </p:nvSpPr>
        <p:spPr bwMode="auto">
          <a:xfrm>
            <a:off x="3208505" y="5719863"/>
            <a:ext cx="1066799" cy="584775"/>
          </a:xfrm>
          <a:prstGeom prst="rect">
            <a:avLst/>
          </a:prstGeom>
          <a:noFill/>
          <a:ln w="57150">
            <a:noFill/>
            <a:miter lim="800000"/>
          </a:ln>
          <a:effectLst/>
        </p:spPr>
        <p:txBody>
          <a:bodyPr wrap="square">
            <a:spAutoFit/>
          </a:bodyPr>
          <a:lstStyle/>
          <a:p>
            <a:pPr defTabSz="457200"/>
            <a:r>
              <a:rPr lang="en-US" altLang="zh-CN" sz="1600">
                <a:solidFill>
                  <a:prstClr val="black"/>
                </a:solidFill>
                <a:latin typeface="+mn-ea"/>
                <a:ea typeface="+mn-ea"/>
              </a:rPr>
              <a:t>ISP</a:t>
            </a:r>
            <a:r>
              <a:rPr lang="zh-CN" altLang="en-US" sz="1600">
                <a:solidFill>
                  <a:prstClr val="black"/>
                </a:solidFill>
                <a:latin typeface="+mn-ea"/>
                <a:ea typeface="+mn-ea"/>
              </a:rPr>
              <a:t>接入服务器</a:t>
            </a:r>
          </a:p>
        </p:txBody>
      </p:sp>
      <p:sp>
        <p:nvSpPr>
          <p:cNvPr id="517148" name="Text Box 28"/>
          <p:cNvSpPr txBox="1">
            <a:spLocks noChangeArrowheads="1"/>
          </p:cNvSpPr>
          <p:nvPr/>
        </p:nvSpPr>
        <p:spPr bwMode="auto">
          <a:xfrm>
            <a:off x="8896520" y="5626202"/>
            <a:ext cx="1017587" cy="338554"/>
          </a:xfrm>
          <a:prstGeom prst="rect">
            <a:avLst/>
          </a:prstGeom>
          <a:noFill/>
          <a:ln w="57150">
            <a:noFill/>
            <a:miter lim="800000"/>
          </a:ln>
          <a:effectLst/>
        </p:spPr>
        <p:txBody>
          <a:bodyPr>
            <a:spAutoFit/>
          </a:bodyPr>
          <a:lstStyle/>
          <a:p>
            <a:pPr defTabSz="457200"/>
            <a:r>
              <a:rPr lang="en-US" altLang="zh-CN" sz="1600">
                <a:solidFill>
                  <a:prstClr val="black"/>
                </a:solidFill>
                <a:latin typeface="+mn-ea"/>
                <a:ea typeface="+mn-ea"/>
              </a:rPr>
              <a:t>VPN</a:t>
            </a:r>
            <a:r>
              <a:rPr lang="zh-CN" altLang="en-US" sz="1600">
                <a:solidFill>
                  <a:prstClr val="black"/>
                </a:solidFill>
                <a:latin typeface="+mn-ea"/>
                <a:ea typeface="+mn-ea"/>
              </a:rPr>
              <a:t>网关</a:t>
            </a:r>
            <a:r>
              <a:rPr lang="en-US" altLang="zh-CN" sz="1600">
                <a:solidFill>
                  <a:prstClr val="black"/>
                </a:solidFill>
                <a:latin typeface="+mn-ea"/>
                <a:ea typeface="+mn-ea"/>
              </a:rPr>
              <a:t>B</a:t>
            </a:r>
          </a:p>
        </p:txBody>
      </p:sp>
      <p:sp>
        <p:nvSpPr>
          <p:cNvPr id="517149" name="Line 29"/>
          <p:cNvSpPr>
            <a:spLocks noChangeShapeType="1"/>
          </p:cNvSpPr>
          <p:nvPr/>
        </p:nvSpPr>
        <p:spPr bwMode="auto">
          <a:xfrm flipV="1">
            <a:off x="4046707" y="5473801"/>
            <a:ext cx="4849813" cy="17462"/>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7154" name="AutoShape 34"/>
          <p:cNvSpPr/>
          <p:nvPr/>
        </p:nvSpPr>
        <p:spPr bwMode="auto">
          <a:xfrm>
            <a:off x="2903706" y="919263"/>
            <a:ext cx="1181100" cy="609600"/>
          </a:xfrm>
          <a:prstGeom prst="accentCallout1">
            <a:avLst>
              <a:gd name="adj1" fmla="val 18750"/>
              <a:gd name="adj2" fmla="val -6454"/>
              <a:gd name="adj3" fmla="val 78125"/>
              <a:gd name="adj4" fmla="val -56454"/>
            </a:avLst>
          </a:prstGeom>
          <a:solidFill>
            <a:srgbClr val="FFFFFF"/>
          </a:solidFill>
          <a:ln w="12700">
            <a:solidFill>
              <a:schemeClr val="accent2"/>
            </a:solidFill>
            <a:prstDash val="dash"/>
            <a:miter lim="800000"/>
            <a:headEnd type="triangle" w="med" len="med"/>
          </a:ln>
          <a:effectLst/>
        </p:spPr>
        <p:txBody>
          <a:bodyPr/>
          <a:lstStyle/>
          <a:p>
            <a:pPr defTabSz="457200"/>
            <a:r>
              <a:rPr lang="zh-CN" altLang="en-US" sz="1600">
                <a:solidFill>
                  <a:srgbClr val="67AFBD"/>
                </a:solidFill>
                <a:latin typeface="+mn-ea"/>
                <a:ea typeface="+mn-ea"/>
              </a:rPr>
              <a:t>主机必须支持</a:t>
            </a:r>
            <a:r>
              <a:rPr lang="en-US" altLang="zh-CN" sz="1600">
                <a:solidFill>
                  <a:srgbClr val="67AFBD"/>
                </a:solidFill>
                <a:latin typeface="+mn-ea"/>
                <a:ea typeface="+mn-ea"/>
              </a:rPr>
              <a:t>IPSec</a:t>
            </a:r>
          </a:p>
        </p:txBody>
      </p:sp>
      <p:sp>
        <p:nvSpPr>
          <p:cNvPr id="517155" name="AutoShape 35"/>
          <p:cNvSpPr/>
          <p:nvPr/>
        </p:nvSpPr>
        <p:spPr bwMode="auto">
          <a:xfrm>
            <a:off x="7458244" y="5778600"/>
            <a:ext cx="1314450" cy="685800"/>
          </a:xfrm>
          <a:prstGeom prst="accentCallout1">
            <a:avLst>
              <a:gd name="adj1" fmla="val 16667"/>
              <a:gd name="adj2" fmla="val 106454"/>
              <a:gd name="adj3" fmla="val -56250"/>
              <a:gd name="adj4" fmla="val 130912"/>
            </a:avLst>
          </a:prstGeom>
          <a:solidFill>
            <a:srgbClr val="FFFFFF"/>
          </a:solidFill>
          <a:ln w="12700">
            <a:solidFill>
              <a:schemeClr val="accent2"/>
            </a:solidFill>
            <a:prstDash val="dash"/>
            <a:miter lim="800000"/>
            <a:headEnd type="triangle" w="med" len="med"/>
          </a:ln>
          <a:effectLst/>
        </p:spPr>
        <p:txBody>
          <a:bodyPr/>
          <a:lstStyle/>
          <a:p>
            <a:pPr defTabSz="457200"/>
            <a:r>
              <a:rPr lang="en-US" altLang="zh-CN" sz="1600">
                <a:solidFill>
                  <a:srgbClr val="67AFBD"/>
                </a:solidFill>
                <a:latin typeface="+mn-ea"/>
                <a:ea typeface="+mn-ea"/>
              </a:rPr>
              <a:t>Gateway </a:t>
            </a:r>
            <a:r>
              <a:rPr lang="zh-CN" altLang="en-US" sz="1600">
                <a:solidFill>
                  <a:srgbClr val="67AFBD"/>
                </a:solidFill>
                <a:latin typeface="+mn-ea"/>
                <a:ea typeface="+mn-ea"/>
              </a:rPr>
              <a:t>必须支持</a:t>
            </a:r>
            <a:r>
              <a:rPr lang="en-US" altLang="zh-CN" sz="1600">
                <a:solidFill>
                  <a:srgbClr val="67AFBD"/>
                </a:solidFill>
                <a:latin typeface="+mn-ea"/>
                <a:ea typeface="+mn-ea"/>
              </a:rPr>
              <a:t>IPSec</a:t>
            </a:r>
          </a:p>
        </p:txBody>
      </p:sp>
      <p:sp>
        <p:nvSpPr>
          <p:cNvPr id="517156" name="Line 36"/>
          <p:cNvSpPr>
            <a:spLocks noChangeShapeType="1"/>
          </p:cNvSpPr>
          <p:nvPr/>
        </p:nvSpPr>
        <p:spPr bwMode="auto">
          <a:xfrm flipV="1">
            <a:off x="9152106" y="2214663"/>
            <a:ext cx="0" cy="3048000"/>
          </a:xfrm>
          <a:prstGeom prst="line">
            <a:avLst/>
          </a:prstGeom>
          <a:noFill/>
          <a:ln w="38100">
            <a:solidFill>
              <a:srgbClr val="9966FF"/>
            </a:solidFill>
            <a:round/>
          </a:ln>
          <a:effectLst/>
        </p:spPr>
        <p:txBody>
          <a:bodyPr/>
          <a:lstStyle/>
          <a:p>
            <a:pPr defTabSz="457200"/>
            <a:endParaRPr lang="zh-CN" altLang="en-US" sz="1600">
              <a:solidFill>
                <a:prstClr val="black"/>
              </a:solidFill>
              <a:latin typeface="+mn-ea"/>
              <a:ea typeface="+mn-ea"/>
            </a:endParaRPr>
          </a:p>
        </p:txBody>
      </p:sp>
      <p:pic>
        <p:nvPicPr>
          <p:cNvPr id="517159" name="Picture 39"/>
          <p:cNvPicPr>
            <a:picLocks noChangeArrowheads="1"/>
          </p:cNvPicPr>
          <p:nvPr/>
        </p:nvPicPr>
        <p:blipFill>
          <a:blip r:embed="rId13"/>
          <a:srcRect/>
          <a:stretch>
            <a:fillRect/>
          </a:stretch>
        </p:blipFill>
        <p:spPr bwMode="auto">
          <a:xfrm>
            <a:off x="1684507" y="1300264"/>
            <a:ext cx="815975" cy="1165225"/>
          </a:xfrm>
          <a:prstGeom prst="rect">
            <a:avLst/>
          </a:prstGeom>
          <a:noFill/>
          <a:ln w="12700">
            <a:noFill/>
            <a:miter lim="800000"/>
            <a:headEnd/>
            <a:tailEnd/>
          </a:ln>
          <a:effectLst/>
        </p:spPr>
      </p:pic>
      <p:pic>
        <p:nvPicPr>
          <p:cNvPr id="517160" name="Picture 40"/>
          <p:cNvPicPr>
            <a:picLocks noChangeArrowheads="1"/>
          </p:cNvPicPr>
          <p:nvPr/>
        </p:nvPicPr>
        <p:blipFill>
          <a:blip r:embed="rId14"/>
          <a:srcRect/>
          <a:stretch>
            <a:fillRect/>
          </a:stretch>
        </p:blipFill>
        <p:spPr bwMode="auto">
          <a:xfrm>
            <a:off x="3132306" y="5186464"/>
            <a:ext cx="914400" cy="555625"/>
          </a:xfrm>
          <a:prstGeom prst="rect">
            <a:avLst/>
          </a:prstGeom>
          <a:noFill/>
          <a:ln w="12700">
            <a:noFill/>
            <a:miter lim="800000"/>
            <a:headEnd/>
            <a:tailEnd/>
          </a:ln>
          <a:effectLst/>
        </p:spPr>
      </p:pic>
      <p:sp>
        <p:nvSpPr>
          <p:cNvPr id="517167" name="Line 47"/>
          <p:cNvSpPr>
            <a:spLocks noChangeShapeType="1"/>
          </p:cNvSpPr>
          <p:nvPr/>
        </p:nvSpPr>
        <p:spPr bwMode="auto">
          <a:xfrm>
            <a:off x="3665706" y="3738663"/>
            <a:ext cx="0" cy="1524000"/>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7168" name="Line 48"/>
          <p:cNvSpPr>
            <a:spLocks noChangeShapeType="1"/>
          </p:cNvSpPr>
          <p:nvPr/>
        </p:nvSpPr>
        <p:spPr bwMode="auto">
          <a:xfrm>
            <a:off x="2446506" y="2062263"/>
            <a:ext cx="1219200" cy="1600200"/>
          </a:xfrm>
          <a:prstGeom prst="line">
            <a:avLst/>
          </a:prstGeom>
          <a:noFill/>
          <a:ln w="152400">
            <a:pattFill prst="sphere">
              <a:fgClr>
                <a:srgbClr val="6666FF"/>
              </a:fgClr>
              <a:bgClr>
                <a:schemeClr val="hlink"/>
              </a:bgClr>
            </a:pattFill>
            <a:round/>
          </a:ln>
          <a:effectLst/>
        </p:spPr>
        <p:txBody>
          <a:bodyPr/>
          <a:lstStyle/>
          <a:p>
            <a:pPr defTabSz="457200"/>
            <a:endParaRPr lang="zh-CN" altLang="en-US" sz="1600">
              <a:solidFill>
                <a:prstClr val="black"/>
              </a:solidFill>
              <a:latin typeface="+mn-ea"/>
              <a:ea typeface="+mn-ea"/>
            </a:endParaRPr>
          </a:p>
        </p:txBody>
      </p:sp>
      <p:sp>
        <p:nvSpPr>
          <p:cNvPr id="517169" name="Line 49"/>
          <p:cNvSpPr>
            <a:spLocks noChangeShapeType="1"/>
          </p:cNvSpPr>
          <p:nvPr/>
        </p:nvSpPr>
        <p:spPr bwMode="auto">
          <a:xfrm>
            <a:off x="2370306" y="1909863"/>
            <a:ext cx="3200400" cy="0"/>
          </a:xfrm>
          <a:prstGeom prst="line">
            <a:avLst/>
          </a:prstGeom>
          <a:noFill/>
          <a:ln w="76200" cmpd="tri">
            <a:solidFill>
              <a:srgbClr val="FF0000"/>
            </a:solidFill>
            <a:roun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7170" name="Line 50"/>
          <p:cNvSpPr>
            <a:spLocks noChangeShapeType="1"/>
          </p:cNvSpPr>
          <p:nvPr/>
        </p:nvSpPr>
        <p:spPr bwMode="auto">
          <a:xfrm>
            <a:off x="5570706" y="1909863"/>
            <a:ext cx="3352800" cy="3352800"/>
          </a:xfrm>
          <a:prstGeom prst="line">
            <a:avLst/>
          </a:prstGeom>
          <a:noFill/>
          <a:ln w="76200" cmpd="tri">
            <a:solidFill>
              <a:srgbClr val="FF0000"/>
            </a:solidFill>
            <a:round/>
            <a:headEnd type="triangle" w="med" len="med"/>
          </a:ln>
          <a:effectLst/>
        </p:spPr>
        <p:txBody>
          <a:bodyPr>
            <a:spAutoFit/>
          </a:bodyPr>
          <a:lstStyle/>
          <a:p>
            <a:pPr defTabSz="457200"/>
            <a:endParaRPr lang="zh-CN" altLang="en-US" sz="1600">
              <a:solidFill>
                <a:prstClr val="black"/>
              </a:solidFill>
              <a:latin typeface="+mn-ea"/>
              <a:ea typeface="+mn-ea"/>
            </a:endParaRPr>
          </a:p>
        </p:txBody>
      </p:sp>
      <p:grpSp>
        <p:nvGrpSpPr>
          <p:cNvPr id="6" name="Group 65"/>
          <p:cNvGrpSpPr/>
          <p:nvPr/>
        </p:nvGrpSpPr>
        <p:grpSpPr bwMode="auto">
          <a:xfrm>
            <a:off x="3970506" y="3662463"/>
            <a:ext cx="5029200" cy="1600200"/>
            <a:chOff x="1584" y="2448"/>
            <a:chExt cx="3168" cy="1008"/>
          </a:xfrm>
        </p:grpSpPr>
        <p:sp>
          <p:nvSpPr>
            <p:cNvPr id="517171" name="Line 51"/>
            <p:cNvSpPr>
              <a:spLocks noChangeShapeType="1"/>
            </p:cNvSpPr>
            <p:nvPr/>
          </p:nvSpPr>
          <p:spPr bwMode="auto">
            <a:xfrm flipV="1">
              <a:off x="4752" y="2448"/>
              <a:ext cx="0" cy="1008"/>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sp>
          <p:nvSpPr>
            <p:cNvPr id="517172" name="Line 52"/>
            <p:cNvSpPr>
              <a:spLocks noChangeShapeType="1"/>
            </p:cNvSpPr>
            <p:nvPr/>
          </p:nvSpPr>
          <p:spPr bwMode="auto">
            <a:xfrm flipV="1">
              <a:off x="1584" y="2448"/>
              <a:ext cx="0" cy="96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grpSp>
      <p:sp>
        <p:nvSpPr>
          <p:cNvPr id="517173" name="Line 53"/>
          <p:cNvSpPr>
            <a:spLocks noChangeShapeType="1"/>
          </p:cNvSpPr>
          <p:nvPr/>
        </p:nvSpPr>
        <p:spPr bwMode="auto">
          <a:xfrm>
            <a:off x="3970506" y="4500663"/>
            <a:ext cx="5029200" cy="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7174" name="Line 54"/>
          <p:cNvSpPr>
            <a:spLocks noChangeShapeType="1"/>
          </p:cNvSpPr>
          <p:nvPr/>
        </p:nvSpPr>
        <p:spPr bwMode="auto">
          <a:xfrm>
            <a:off x="3970506" y="3967263"/>
            <a:ext cx="5029200" cy="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grpSp>
        <p:nvGrpSpPr>
          <p:cNvPr id="7" name="Group 64"/>
          <p:cNvGrpSpPr/>
          <p:nvPr/>
        </p:nvGrpSpPr>
        <p:grpSpPr bwMode="auto">
          <a:xfrm>
            <a:off x="1684506" y="2138463"/>
            <a:ext cx="1524000" cy="3276600"/>
            <a:chOff x="144" y="1488"/>
            <a:chExt cx="960" cy="2064"/>
          </a:xfrm>
        </p:grpSpPr>
        <p:sp>
          <p:nvSpPr>
            <p:cNvPr id="517175" name="Line 55"/>
            <p:cNvSpPr>
              <a:spLocks noChangeShapeType="1"/>
            </p:cNvSpPr>
            <p:nvPr/>
          </p:nvSpPr>
          <p:spPr bwMode="auto">
            <a:xfrm flipV="1">
              <a:off x="144" y="1488"/>
              <a:ext cx="480" cy="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sp>
          <p:nvSpPr>
            <p:cNvPr id="517176" name="Line 56"/>
            <p:cNvSpPr>
              <a:spLocks noChangeShapeType="1"/>
            </p:cNvSpPr>
            <p:nvPr/>
          </p:nvSpPr>
          <p:spPr bwMode="auto">
            <a:xfrm flipH="1">
              <a:off x="144" y="3552"/>
              <a:ext cx="960" cy="0"/>
            </a:xfrm>
            <a:prstGeom prst="line">
              <a:avLst/>
            </a:prstGeom>
            <a:noFill/>
            <a:ln w="19050">
              <a:solidFill>
                <a:schemeClr val="accent2"/>
              </a:solidFill>
              <a:round/>
            </a:ln>
            <a:effectLst/>
          </p:spPr>
          <p:txBody>
            <a:bodyPr>
              <a:spAutoFit/>
            </a:bodyPr>
            <a:lstStyle/>
            <a:p>
              <a:pPr defTabSz="457200"/>
              <a:endParaRPr lang="zh-CN" altLang="en-US" sz="1600">
                <a:solidFill>
                  <a:prstClr val="black"/>
                </a:solidFill>
                <a:latin typeface="+mn-ea"/>
                <a:ea typeface="+mn-ea"/>
              </a:endParaRPr>
            </a:p>
          </p:txBody>
        </p:sp>
      </p:grpSp>
      <p:sp>
        <p:nvSpPr>
          <p:cNvPr id="517177" name="Line 57"/>
          <p:cNvSpPr>
            <a:spLocks noChangeShapeType="1"/>
          </p:cNvSpPr>
          <p:nvPr/>
        </p:nvSpPr>
        <p:spPr bwMode="auto">
          <a:xfrm>
            <a:off x="2370306" y="2138463"/>
            <a:ext cx="0" cy="327660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7178" name="Line 58"/>
          <p:cNvSpPr>
            <a:spLocks noChangeShapeType="1"/>
          </p:cNvSpPr>
          <p:nvPr/>
        </p:nvSpPr>
        <p:spPr bwMode="auto">
          <a:xfrm>
            <a:off x="1913106" y="2138463"/>
            <a:ext cx="0" cy="3276600"/>
          </a:xfrm>
          <a:prstGeom prst="line">
            <a:avLst/>
          </a:prstGeom>
          <a:noFill/>
          <a:ln w="19050">
            <a:solidFill>
              <a:schemeClr val="accent2"/>
            </a:solidFill>
            <a:round/>
            <a:headEnd type="triangle" w="med" len="med"/>
            <a:tailEnd type="triangle" w="med" len="med"/>
          </a:ln>
          <a:effectLst/>
        </p:spPr>
        <p:txBody>
          <a:bodyPr>
            <a:spAutoFit/>
          </a:bodyPr>
          <a:lstStyle/>
          <a:p>
            <a:pPr defTabSz="457200"/>
            <a:endParaRPr lang="zh-CN" altLang="en-US" sz="1600">
              <a:solidFill>
                <a:prstClr val="black"/>
              </a:solidFill>
              <a:latin typeface="+mn-ea"/>
              <a:ea typeface="+mn-ea"/>
            </a:endParaRPr>
          </a:p>
        </p:txBody>
      </p:sp>
      <p:sp>
        <p:nvSpPr>
          <p:cNvPr id="517179" name="Text Box 59"/>
          <p:cNvSpPr txBox="1">
            <a:spLocks noChangeArrowheads="1"/>
          </p:cNvSpPr>
          <p:nvPr/>
        </p:nvSpPr>
        <p:spPr bwMode="auto">
          <a:xfrm>
            <a:off x="2001332" y="2824263"/>
            <a:ext cx="430887" cy="2192338"/>
          </a:xfrm>
          <a:prstGeom prst="rect">
            <a:avLst/>
          </a:prstGeom>
          <a:noFill/>
          <a:ln w="19050">
            <a:noFill/>
            <a:miter lim="800000"/>
          </a:ln>
          <a:effectLst/>
        </p:spPr>
        <p:txBody>
          <a:bodyPr vert="eaVert" wrap="square">
            <a:spAutoFit/>
          </a:bodyPr>
          <a:lstStyle/>
          <a:p>
            <a:pPr defTabSz="457200"/>
            <a:r>
              <a:rPr lang="zh-CN" altLang="en-US" sz="1600">
                <a:solidFill>
                  <a:prstClr val="black"/>
                </a:solidFill>
                <a:latin typeface="+mn-ea"/>
                <a:ea typeface="+mn-ea"/>
              </a:rPr>
              <a:t>数据在这一段是加密的</a:t>
            </a:r>
          </a:p>
        </p:txBody>
      </p:sp>
      <p:sp>
        <p:nvSpPr>
          <p:cNvPr id="517180" name="Text Box 60"/>
          <p:cNvSpPr txBox="1">
            <a:spLocks noChangeArrowheads="1"/>
          </p:cNvSpPr>
          <p:nvPr/>
        </p:nvSpPr>
        <p:spPr bwMode="auto">
          <a:xfrm>
            <a:off x="1544132" y="2824263"/>
            <a:ext cx="430887" cy="2362200"/>
          </a:xfrm>
          <a:prstGeom prst="rect">
            <a:avLst/>
          </a:prstGeom>
          <a:noFill/>
          <a:ln w="19050">
            <a:noFill/>
            <a:miter lim="800000"/>
          </a:ln>
          <a:effectLst/>
        </p:spPr>
        <p:txBody>
          <a:bodyPr vert="eaVert" wrap="square">
            <a:spAutoFit/>
          </a:bodyPr>
          <a:lstStyle/>
          <a:p>
            <a:pPr defTabSz="457200"/>
            <a:r>
              <a:rPr lang="zh-CN" altLang="en-US" sz="1600">
                <a:solidFill>
                  <a:prstClr val="black"/>
                </a:solidFill>
                <a:latin typeface="+mn-ea"/>
                <a:ea typeface="+mn-ea"/>
              </a:rPr>
              <a:t>数据在这一段是认证的</a:t>
            </a:r>
          </a:p>
        </p:txBody>
      </p:sp>
      <p:sp>
        <p:nvSpPr>
          <p:cNvPr id="517181" name="Text Box 61"/>
          <p:cNvSpPr txBox="1">
            <a:spLocks noChangeArrowheads="1"/>
          </p:cNvSpPr>
          <p:nvPr/>
        </p:nvSpPr>
        <p:spPr bwMode="auto">
          <a:xfrm>
            <a:off x="4855174" y="4135708"/>
            <a:ext cx="2269264" cy="338554"/>
          </a:xfrm>
          <a:prstGeom prst="rect">
            <a:avLst/>
          </a:prstGeom>
          <a:noFill/>
          <a:ln w="19050">
            <a:noFill/>
            <a:miter lim="800000"/>
          </a:ln>
          <a:effectLst/>
        </p:spPr>
        <p:txBody>
          <a:bodyPr wrap="square">
            <a:spAutoFit/>
          </a:bodyPr>
          <a:lstStyle/>
          <a:p>
            <a:pPr defTabSz="457200"/>
            <a:r>
              <a:rPr lang="zh-CN" altLang="en-US" sz="1600">
                <a:solidFill>
                  <a:prstClr val="black"/>
                </a:solidFill>
                <a:latin typeface="+mn-ea"/>
                <a:ea typeface="+mn-ea"/>
              </a:rPr>
              <a:t>数据在这一段是加密的</a:t>
            </a:r>
          </a:p>
        </p:txBody>
      </p:sp>
      <p:sp>
        <p:nvSpPr>
          <p:cNvPr id="517182" name="Text Box 62"/>
          <p:cNvSpPr txBox="1">
            <a:spLocks noChangeArrowheads="1"/>
          </p:cNvSpPr>
          <p:nvPr/>
        </p:nvSpPr>
        <p:spPr bwMode="auto">
          <a:xfrm>
            <a:off x="4737530" y="3628709"/>
            <a:ext cx="2389187" cy="338554"/>
          </a:xfrm>
          <a:prstGeom prst="rect">
            <a:avLst/>
          </a:prstGeom>
          <a:noFill/>
          <a:ln w="19050">
            <a:noFill/>
            <a:miter lim="800000"/>
          </a:ln>
          <a:effectLst/>
        </p:spPr>
        <p:txBody>
          <a:bodyPr wrap="square">
            <a:spAutoFit/>
          </a:bodyPr>
          <a:lstStyle/>
          <a:p>
            <a:pPr defTabSz="457200"/>
            <a:r>
              <a:rPr lang="zh-CN" altLang="en-US" sz="1600">
                <a:solidFill>
                  <a:prstClr val="black"/>
                </a:solidFill>
                <a:latin typeface="+mn-ea"/>
                <a:ea typeface="+mn-ea"/>
              </a:rPr>
              <a:t>数据在这一段是认证的</a:t>
            </a:r>
          </a:p>
        </p:txBody>
      </p:sp>
      <p:sp>
        <p:nvSpPr>
          <p:cNvPr id="517183" name="Text Box 63"/>
          <p:cNvSpPr txBox="1">
            <a:spLocks noChangeArrowheads="1"/>
          </p:cNvSpPr>
          <p:nvPr/>
        </p:nvSpPr>
        <p:spPr bwMode="auto">
          <a:xfrm rot="2663005">
            <a:off x="5805876" y="2531795"/>
            <a:ext cx="2318494" cy="584775"/>
          </a:xfrm>
          <a:prstGeom prst="rect">
            <a:avLst/>
          </a:prstGeom>
          <a:noFill/>
          <a:ln w="19050">
            <a:noFill/>
            <a:miter lim="800000"/>
          </a:ln>
          <a:effectLst/>
        </p:spPr>
        <p:txBody>
          <a:bodyPr wrap="square">
            <a:spAutoFit/>
          </a:bodyPr>
          <a:lstStyle/>
          <a:p>
            <a:pPr defTabSz="457200"/>
            <a:r>
              <a:rPr lang="zh-CN" altLang="en-US" sz="1600">
                <a:solidFill>
                  <a:prstClr val="black"/>
                </a:solidFill>
                <a:latin typeface="+mn-ea"/>
                <a:ea typeface="+mn-ea"/>
              </a:rPr>
              <a:t>通道建立在移动用户与公司内部网的网关处</a:t>
            </a:r>
          </a:p>
        </p:txBody>
      </p:sp>
    </p:spTree>
    <p:extLst>
      <p:ext uri="{BB962C8B-B14F-4D97-AF65-F5344CB8AC3E}">
        <p14:creationId xmlns:p14="http://schemas.microsoft.com/office/powerpoint/2010/main" val="29114342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7168"/>
                                        </p:tgtEl>
                                        <p:attrNameLst>
                                          <p:attrName>style.visibility</p:attrName>
                                        </p:attrNameLst>
                                      </p:cBhvr>
                                      <p:to>
                                        <p:strVal val="visible"/>
                                      </p:to>
                                    </p:set>
                                    <p:animEffect transition="in" filter="wipe(up)">
                                      <p:cBhvr>
                                        <p:cTn id="7" dur="500"/>
                                        <p:tgtEl>
                                          <p:spTgt spid="51716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17167"/>
                                        </p:tgtEl>
                                        <p:attrNameLst>
                                          <p:attrName>style.visibility</p:attrName>
                                        </p:attrNameLst>
                                      </p:cBhvr>
                                      <p:to>
                                        <p:strVal val="visible"/>
                                      </p:to>
                                    </p:set>
                                    <p:animEffect transition="in" filter="wipe(up)">
                                      <p:cBhvr>
                                        <p:cTn id="11" dur="500"/>
                                        <p:tgtEl>
                                          <p:spTgt spid="51716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17149"/>
                                        </p:tgtEl>
                                        <p:attrNameLst>
                                          <p:attrName>style.visibility</p:attrName>
                                        </p:attrNameLst>
                                      </p:cBhvr>
                                      <p:to>
                                        <p:strVal val="visible"/>
                                      </p:to>
                                    </p:set>
                                    <p:animEffect transition="in" filter="wipe(left)">
                                      <p:cBhvr>
                                        <p:cTn id="15" dur="500"/>
                                        <p:tgtEl>
                                          <p:spTgt spid="517149"/>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17156"/>
                                        </p:tgtEl>
                                        <p:attrNameLst>
                                          <p:attrName>style.visibility</p:attrName>
                                        </p:attrNameLst>
                                      </p:cBhvr>
                                      <p:to>
                                        <p:strVal val="visible"/>
                                      </p:to>
                                    </p:set>
                                    <p:animEffect transition="in" filter="wipe(down)">
                                      <p:cBhvr>
                                        <p:cTn id="19" dur="500"/>
                                        <p:tgtEl>
                                          <p:spTgt spid="51715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17169"/>
                                        </p:tgtEl>
                                        <p:attrNameLst>
                                          <p:attrName>style.visibility</p:attrName>
                                        </p:attrNameLst>
                                      </p:cBhvr>
                                      <p:to>
                                        <p:strVal val="visible"/>
                                      </p:to>
                                    </p:set>
                                    <p:animEffect transition="in" filter="wipe(left)">
                                      <p:cBhvr>
                                        <p:cTn id="24" dur="500"/>
                                        <p:tgtEl>
                                          <p:spTgt spid="517169"/>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517170"/>
                                        </p:tgtEl>
                                        <p:attrNameLst>
                                          <p:attrName>style.visibility</p:attrName>
                                        </p:attrNameLst>
                                      </p:cBhvr>
                                      <p:to>
                                        <p:strVal val="visible"/>
                                      </p:to>
                                    </p:set>
                                    <p:animEffect transition="in" filter="wipe(down)">
                                      <p:cBhvr>
                                        <p:cTn id="28" dur="500"/>
                                        <p:tgtEl>
                                          <p:spTgt spid="517170"/>
                                        </p:tgtEl>
                                      </p:cBhvr>
                                    </p:animEffect>
                                  </p:childTnLst>
                                </p:cTn>
                              </p:par>
                            </p:childTnLst>
                          </p:cTn>
                        </p:par>
                        <p:par>
                          <p:cTn id="29" fill="hold">
                            <p:stCondLst>
                              <p:cond delay="1000"/>
                            </p:stCondLst>
                            <p:childTnLst>
                              <p:par>
                                <p:cTn id="30" presetID="12" presetClass="entr" presetSubtype="2" fill="hold" grpId="0" nodeType="afterEffect">
                                  <p:stCondLst>
                                    <p:cond delay="0"/>
                                  </p:stCondLst>
                                  <p:childTnLst>
                                    <p:set>
                                      <p:cBhvr>
                                        <p:cTn id="31" dur="1" fill="hold">
                                          <p:stCondLst>
                                            <p:cond delay="0"/>
                                          </p:stCondLst>
                                        </p:cTn>
                                        <p:tgtEl>
                                          <p:spTgt spid="517183"/>
                                        </p:tgtEl>
                                        <p:attrNameLst>
                                          <p:attrName>style.visibility</p:attrName>
                                        </p:attrNameLst>
                                      </p:cBhvr>
                                      <p:to>
                                        <p:strVal val="visible"/>
                                      </p:to>
                                    </p:set>
                                    <p:animEffect transition="in" filter="slide(fromRight)">
                                      <p:cBhvr>
                                        <p:cTn id="32" dur="500"/>
                                        <p:tgtEl>
                                          <p:spTgt spid="51718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right)">
                                      <p:cBhvr>
                                        <p:cTn id="37" dur="500"/>
                                        <p:tgtEl>
                                          <p:spTgt spid="7"/>
                                        </p:tgtEl>
                                      </p:cBhvr>
                                    </p:animEffect>
                                  </p:childTnLst>
                                </p:cTn>
                              </p:par>
                            </p:childTnLst>
                          </p:cTn>
                        </p:par>
                        <p:par>
                          <p:cTn id="38" fill="hold">
                            <p:stCondLst>
                              <p:cond delay="500"/>
                            </p:stCondLst>
                            <p:childTnLst>
                              <p:par>
                                <p:cTn id="39" presetID="16" presetClass="entr" presetSubtype="42" fill="hold" grpId="0" nodeType="afterEffect">
                                  <p:stCondLst>
                                    <p:cond delay="0"/>
                                  </p:stCondLst>
                                  <p:childTnLst>
                                    <p:set>
                                      <p:cBhvr>
                                        <p:cTn id="40" dur="1" fill="hold">
                                          <p:stCondLst>
                                            <p:cond delay="0"/>
                                          </p:stCondLst>
                                        </p:cTn>
                                        <p:tgtEl>
                                          <p:spTgt spid="517177"/>
                                        </p:tgtEl>
                                        <p:attrNameLst>
                                          <p:attrName>style.visibility</p:attrName>
                                        </p:attrNameLst>
                                      </p:cBhvr>
                                      <p:to>
                                        <p:strVal val="visible"/>
                                      </p:to>
                                    </p:set>
                                    <p:animEffect transition="in" filter="barn(outHorizontal)">
                                      <p:cBhvr>
                                        <p:cTn id="41" dur="500"/>
                                        <p:tgtEl>
                                          <p:spTgt spid="517177"/>
                                        </p:tgtEl>
                                      </p:cBhvr>
                                    </p:animEffect>
                                  </p:childTnLst>
                                </p:cTn>
                              </p:par>
                            </p:childTnLst>
                          </p:cTn>
                        </p:par>
                        <p:par>
                          <p:cTn id="42" fill="hold">
                            <p:stCondLst>
                              <p:cond delay="1000"/>
                            </p:stCondLst>
                            <p:childTnLst>
                              <p:par>
                                <p:cTn id="43" presetID="12" presetClass="entr" presetSubtype="2" fill="hold" grpId="0" nodeType="afterEffect">
                                  <p:stCondLst>
                                    <p:cond delay="0"/>
                                  </p:stCondLst>
                                  <p:childTnLst>
                                    <p:set>
                                      <p:cBhvr>
                                        <p:cTn id="44" dur="1" fill="hold">
                                          <p:stCondLst>
                                            <p:cond delay="0"/>
                                          </p:stCondLst>
                                        </p:cTn>
                                        <p:tgtEl>
                                          <p:spTgt spid="517179"/>
                                        </p:tgtEl>
                                        <p:attrNameLst>
                                          <p:attrName>style.visibility</p:attrName>
                                        </p:attrNameLst>
                                      </p:cBhvr>
                                      <p:to>
                                        <p:strVal val="visible"/>
                                      </p:to>
                                    </p:set>
                                    <p:animEffect transition="in" filter="slide(fromRight)">
                                      <p:cBhvr>
                                        <p:cTn id="45" dur="500"/>
                                        <p:tgtEl>
                                          <p:spTgt spid="517179"/>
                                        </p:tgtEl>
                                      </p:cBhvr>
                                    </p:animEffect>
                                  </p:childTnLst>
                                </p:cTn>
                              </p:par>
                            </p:childTnLst>
                          </p:cTn>
                        </p:par>
                        <p:par>
                          <p:cTn id="46" fill="hold">
                            <p:stCondLst>
                              <p:cond delay="1500"/>
                            </p:stCondLst>
                            <p:childTnLst>
                              <p:par>
                                <p:cTn id="47" presetID="16" presetClass="entr" presetSubtype="42" fill="hold" grpId="0" nodeType="afterEffect">
                                  <p:stCondLst>
                                    <p:cond delay="0"/>
                                  </p:stCondLst>
                                  <p:childTnLst>
                                    <p:set>
                                      <p:cBhvr>
                                        <p:cTn id="48" dur="1" fill="hold">
                                          <p:stCondLst>
                                            <p:cond delay="0"/>
                                          </p:stCondLst>
                                        </p:cTn>
                                        <p:tgtEl>
                                          <p:spTgt spid="517178"/>
                                        </p:tgtEl>
                                        <p:attrNameLst>
                                          <p:attrName>style.visibility</p:attrName>
                                        </p:attrNameLst>
                                      </p:cBhvr>
                                      <p:to>
                                        <p:strVal val="visible"/>
                                      </p:to>
                                    </p:set>
                                    <p:animEffect transition="in" filter="barn(outHorizontal)">
                                      <p:cBhvr>
                                        <p:cTn id="49" dur="500"/>
                                        <p:tgtEl>
                                          <p:spTgt spid="517178"/>
                                        </p:tgtEl>
                                      </p:cBhvr>
                                    </p:animEffect>
                                  </p:childTnLst>
                                </p:cTn>
                              </p:par>
                            </p:childTnLst>
                          </p:cTn>
                        </p:par>
                        <p:par>
                          <p:cTn id="50" fill="hold">
                            <p:stCondLst>
                              <p:cond delay="2000"/>
                            </p:stCondLst>
                            <p:childTnLst>
                              <p:par>
                                <p:cTn id="51" presetID="12" presetClass="entr" presetSubtype="2" fill="hold" grpId="0" nodeType="afterEffect">
                                  <p:stCondLst>
                                    <p:cond delay="0"/>
                                  </p:stCondLst>
                                  <p:childTnLst>
                                    <p:set>
                                      <p:cBhvr>
                                        <p:cTn id="52" dur="1" fill="hold">
                                          <p:stCondLst>
                                            <p:cond delay="0"/>
                                          </p:stCondLst>
                                        </p:cTn>
                                        <p:tgtEl>
                                          <p:spTgt spid="517180"/>
                                        </p:tgtEl>
                                        <p:attrNameLst>
                                          <p:attrName>style.visibility</p:attrName>
                                        </p:attrNameLst>
                                      </p:cBhvr>
                                      <p:to>
                                        <p:strVal val="visible"/>
                                      </p:to>
                                    </p:set>
                                    <p:animEffect transition="in" filter="slide(fromRight)">
                                      <p:cBhvr>
                                        <p:cTn id="53" dur="500"/>
                                        <p:tgtEl>
                                          <p:spTgt spid="51718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wipe(down)">
                                      <p:cBhvr>
                                        <p:cTn id="58" dur="500"/>
                                        <p:tgtEl>
                                          <p:spTgt spid="6"/>
                                        </p:tgtEl>
                                      </p:cBhvr>
                                    </p:animEffect>
                                  </p:childTnLst>
                                </p:cTn>
                              </p:par>
                            </p:childTnLst>
                          </p:cTn>
                        </p:par>
                        <p:par>
                          <p:cTn id="59" fill="hold">
                            <p:stCondLst>
                              <p:cond delay="500"/>
                            </p:stCondLst>
                            <p:childTnLst>
                              <p:par>
                                <p:cTn id="60" presetID="16" presetClass="entr" presetSubtype="37" fill="hold" grpId="0" nodeType="afterEffect">
                                  <p:stCondLst>
                                    <p:cond delay="0"/>
                                  </p:stCondLst>
                                  <p:childTnLst>
                                    <p:set>
                                      <p:cBhvr>
                                        <p:cTn id="61" dur="1" fill="hold">
                                          <p:stCondLst>
                                            <p:cond delay="0"/>
                                          </p:stCondLst>
                                        </p:cTn>
                                        <p:tgtEl>
                                          <p:spTgt spid="517173"/>
                                        </p:tgtEl>
                                        <p:attrNameLst>
                                          <p:attrName>style.visibility</p:attrName>
                                        </p:attrNameLst>
                                      </p:cBhvr>
                                      <p:to>
                                        <p:strVal val="visible"/>
                                      </p:to>
                                    </p:set>
                                    <p:animEffect transition="in" filter="barn(outVertical)">
                                      <p:cBhvr>
                                        <p:cTn id="62" dur="500"/>
                                        <p:tgtEl>
                                          <p:spTgt spid="517173"/>
                                        </p:tgtEl>
                                      </p:cBhvr>
                                    </p:animEffect>
                                  </p:childTnLst>
                                </p:cTn>
                              </p:par>
                            </p:childTnLst>
                          </p:cTn>
                        </p:par>
                        <p:par>
                          <p:cTn id="63" fill="hold">
                            <p:stCondLst>
                              <p:cond delay="1000"/>
                            </p:stCondLst>
                            <p:childTnLst>
                              <p:par>
                                <p:cTn id="64" presetID="12" presetClass="entr" presetSubtype="4" fill="hold" grpId="0" nodeType="afterEffect">
                                  <p:stCondLst>
                                    <p:cond delay="0"/>
                                  </p:stCondLst>
                                  <p:childTnLst>
                                    <p:set>
                                      <p:cBhvr>
                                        <p:cTn id="65" dur="1" fill="hold">
                                          <p:stCondLst>
                                            <p:cond delay="0"/>
                                          </p:stCondLst>
                                        </p:cTn>
                                        <p:tgtEl>
                                          <p:spTgt spid="517181"/>
                                        </p:tgtEl>
                                        <p:attrNameLst>
                                          <p:attrName>style.visibility</p:attrName>
                                        </p:attrNameLst>
                                      </p:cBhvr>
                                      <p:to>
                                        <p:strVal val="visible"/>
                                      </p:to>
                                    </p:set>
                                    <p:animEffect transition="in" filter="slide(fromBottom)">
                                      <p:cBhvr>
                                        <p:cTn id="66" dur="500"/>
                                        <p:tgtEl>
                                          <p:spTgt spid="517181"/>
                                        </p:tgtEl>
                                      </p:cBhvr>
                                    </p:animEffect>
                                  </p:childTnLst>
                                </p:cTn>
                              </p:par>
                            </p:childTnLst>
                          </p:cTn>
                        </p:par>
                        <p:par>
                          <p:cTn id="67" fill="hold">
                            <p:stCondLst>
                              <p:cond delay="1500"/>
                            </p:stCondLst>
                            <p:childTnLst>
                              <p:par>
                                <p:cTn id="68" presetID="16" presetClass="entr" presetSubtype="37" fill="hold" grpId="0" nodeType="afterEffect">
                                  <p:stCondLst>
                                    <p:cond delay="0"/>
                                  </p:stCondLst>
                                  <p:childTnLst>
                                    <p:set>
                                      <p:cBhvr>
                                        <p:cTn id="69" dur="1" fill="hold">
                                          <p:stCondLst>
                                            <p:cond delay="0"/>
                                          </p:stCondLst>
                                        </p:cTn>
                                        <p:tgtEl>
                                          <p:spTgt spid="517174"/>
                                        </p:tgtEl>
                                        <p:attrNameLst>
                                          <p:attrName>style.visibility</p:attrName>
                                        </p:attrNameLst>
                                      </p:cBhvr>
                                      <p:to>
                                        <p:strVal val="visible"/>
                                      </p:to>
                                    </p:set>
                                    <p:animEffect transition="in" filter="barn(outVertical)">
                                      <p:cBhvr>
                                        <p:cTn id="70" dur="500"/>
                                        <p:tgtEl>
                                          <p:spTgt spid="517174"/>
                                        </p:tgtEl>
                                      </p:cBhvr>
                                    </p:animEffect>
                                  </p:childTnLst>
                                </p:cTn>
                              </p:par>
                            </p:childTnLst>
                          </p:cTn>
                        </p:par>
                        <p:par>
                          <p:cTn id="71" fill="hold">
                            <p:stCondLst>
                              <p:cond delay="2000"/>
                            </p:stCondLst>
                            <p:childTnLst>
                              <p:par>
                                <p:cTn id="72" presetID="12" presetClass="entr" presetSubtype="4" fill="hold" grpId="0" nodeType="afterEffect">
                                  <p:stCondLst>
                                    <p:cond delay="0"/>
                                  </p:stCondLst>
                                  <p:childTnLst>
                                    <p:set>
                                      <p:cBhvr>
                                        <p:cTn id="73" dur="1" fill="hold">
                                          <p:stCondLst>
                                            <p:cond delay="0"/>
                                          </p:stCondLst>
                                        </p:cTn>
                                        <p:tgtEl>
                                          <p:spTgt spid="517182"/>
                                        </p:tgtEl>
                                        <p:attrNameLst>
                                          <p:attrName>style.visibility</p:attrName>
                                        </p:attrNameLst>
                                      </p:cBhvr>
                                      <p:to>
                                        <p:strVal val="visible"/>
                                      </p:to>
                                    </p:set>
                                    <p:animEffect transition="in" filter="slide(fromBottom)">
                                      <p:cBhvr>
                                        <p:cTn id="74" dur="500"/>
                                        <p:tgtEl>
                                          <p:spTgt spid="517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49" grpId="0" animBg="1"/>
      <p:bldP spid="517156" grpId="0" animBg="1"/>
      <p:bldP spid="517167" grpId="0" animBg="1"/>
      <p:bldP spid="517168" grpId="0" animBg="1"/>
      <p:bldP spid="517169" grpId="0" animBg="1"/>
      <p:bldP spid="517170" grpId="0" animBg="1"/>
      <p:bldP spid="517173" grpId="0" animBg="1"/>
      <p:bldP spid="517174" grpId="0" animBg="1"/>
      <p:bldP spid="517177" grpId="0" animBg="1"/>
      <p:bldP spid="517178" grpId="0" animBg="1"/>
      <p:bldP spid="517179" grpId="0" autoUpdateAnimBg="0"/>
      <p:bldP spid="517180" grpId="0" autoUpdateAnimBg="0"/>
      <p:bldP spid="517181" grpId="0" autoUpdateAnimBg="0"/>
      <p:bldP spid="517182" grpId="0" autoUpdateAnimBg="0"/>
      <p:bldP spid="51718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7793038" cy="661481"/>
          </a:xfrm>
        </p:spPr>
        <p:txBody>
          <a:bodyPr/>
          <a:lstStyle/>
          <a:p>
            <a:pPr eaLnBrk="1" hangingPunct="1"/>
            <a:r>
              <a:rPr lang="en-US" altLang="zh-CN" dirty="0" smtClean="0"/>
              <a:t>11.2 VPN</a:t>
            </a:r>
            <a:r>
              <a:rPr lang="zh-CN" altLang="en-US" dirty="0" smtClean="0"/>
              <a:t>核心技术</a:t>
            </a:r>
          </a:p>
        </p:txBody>
      </p:sp>
      <p:sp>
        <p:nvSpPr>
          <p:cNvPr id="5" name="矩形 4"/>
          <p:cNvSpPr/>
          <p:nvPr/>
        </p:nvSpPr>
        <p:spPr>
          <a:xfrm>
            <a:off x="1522147" y="1351219"/>
            <a:ext cx="2191658" cy="193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加密技术</a:t>
            </a:r>
          </a:p>
        </p:txBody>
      </p:sp>
      <p:sp>
        <p:nvSpPr>
          <p:cNvPr id="6" name="矩形 5"/>
          <p:cNvSpPr/>
          <p:nvPr/>
        </p:nvSpPr>
        <p:spPr>
          <a:xfrm>
            <a:off x="4635461" y="1351219"/>
            <a:ext cx="2191658" cy="193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认证技术</a:t>
            </a:r>
          </a:p>
        </p:txBody>
      </p:sp>
      <p:sp>
        <p:nvSpPr>
          <p:cNvPr id="7" name="矩形 6"/>
          <p:cNvSpPr/>
          <p:nvPr/>
        </p:nvSpPr>
        <p:spPr>
          <a:xfrm>
            <a:off x="7748775" y="1351219"/>
            <a:ext cx="2191658" cy="193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密钥管理技术</a:t>
            </a:r>
          </a:p>
        </p:txBody>
      </p:sp>
      <p:sp>
        <p:nvSpPr>
          <p:cNvPr id="8" name="矩形 7"/>
          <p:cNvSpPr/>
          <p:nvPr/>
        </p:nvSpPr>
        <p:spPr>
          <a:xfrm>
            <a:off x="1522147" y="3869448"/>
            <a:ext cx="8418286" cy="19304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隧道技术</a:t>
            </a:r>
          </a:p>
        </p:txBody>
      </p:sp>
    </p:spTree>
    <p:extLst>
      <p:ext uri="{BB962C8B-B14F-4D97-AF65-F5344CB8AC3E}">
        <p14:creationId xmlns:p14="http://schemas.microsoft.com/office/powerpoint/2010/main" val="4087642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5" name="Group 3"/>
          <p:cNvGrpSpPr>
            <a:grpSpLocks/>
          </p:cNvGrpSpPr>
          <p:nvPr/>
        </p:nvGrpSpPr>
        <p:grpSpPr bwMode="auto">
          <a:xfrm>
            <a:off x="2141469" y="954089"/>
            <a:ext cx="7620000" cy="2438400"/>
            <a:chOff x="0" y="0"/>
            <a:chExt cx="4800" cy="1536"/>
          </a:xfrm>
        </p:grpSpPr>
        <p:sp>
          <p:nvSpPr>
            <p:cNvPr id="18436" name="Rectangle 4"/>
            <p:cNvSpPr>
              <a:spLocks noChangeArrowheads="1"/>
            </p:cNvSpPr>
            <p:nvPr/>
          </p:nvSpPr>
          <p:spPr bwMode="auto">
            <a:xfrm>
              <a:off x="0" y="240"/>
              <a:ext cx="1680" cy="1296"/>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7" name="Line 5"/>
            <p:cNvSpPr>
              <a:spLocks noChangeShapeType="1"/>
            </p:cNvSpPr>
            <p:nvPr/>
          </p:nvSpPr>
          <p:spPr bwMode="auto">
            <a:xfrm>
              <a:off x="672" y="480"/>
              <a:ext cx="0" cy="912"/>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438" name="Group 6"/>
            <p:cNvGrpSpPr>
              <a:grpSpLocks noChangeAspect="1"/>
            </p:cNvGrpSpPr>
            <p:nvPr/>
          </p:nvGrpSpPr>
          <p:grpSpPr bwMode="auto">
            <a:xfrm>
              <a:off x="96" y="576"/>
              <a:ext cx="288" cy="288"/>
              <a:chOff x="0" y="0"/>
              <a:chExt cx="672" cy="651"/>
            </a:xfrm>
          </p:grpSpPr>
          <p:pic>
            <p:nvPicPr>
              <p:cNvPr id="18439" name="Picture 7" descr="整套电脑-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18440" name="Object 8"/>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83846" r:id="rId4" imgW="5714286" imgH="3933333" progId="Paint.Picture">
                      <p:embed/>
                    </p:oleObj>
                  </mc:Choice>
                  <mc:Fallback>
                    <p:oleObj r:id="rId4" imgW="5714286" imgH="3933333" progId="Paint.Picture">
                      <p:embed/>
                      <p:pic>
                        <p:nvPicPr>
                          <p:cNvPr id="1844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8441" name="Group 9"/>
            <p:cNvGrpSpPr>
              <a:grpSpLocks noChangeAspect="1"/>
            </p:cNvGrpSpPr>
            <p:nvPr/>
          </p:nvGrpSpPr>
          <p:grpSpPr bwMode="auto">
            <a:xfrm>
              <a:off x="96" y="960"/>
              <a:ext cx="288" cy="288"/>
              <a:chOff x="0" y="0"/>
              <a:chExt cx="672" cy="651"/>
            </a:xfrm>
          </p:grpSpPr>
          <p:pic>
            <p:nvPicPr>
              <p:cNvPr id="18442" name="Picture 10" descr="整套电脑-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18443" name="Object 11"/>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83847" r:id="rId6" imgW="5714286" imgH="3933333" progId="Paint.Picture">
                      <p:embed/>
                    </p:oleObj>
                  </mc:Choice>
                  <mc:Fallback>
                    <p:oleObj r:id="rId6" imgW="5714286" imgH="3933333" progId="Paint.Picture">
                      <p:embed/>
                      <p:pic>
                        <p:nvPicPr>
                          <p:cNvPr id="18443"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44" name="Line 12"/>
            <p:cNvSpPr>
              <a:spLocks noChangeShapeType="1"/>
            </p:cNvSpPr>
            <p:nvPr/>
          </p:nvSpPr>
          <p:spPr bwMode="auto">
            <a:xfrm>
              <a:off x="336" y="720"/>
              <a:ext cx="336"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5" name="Line 13"/>
            <p:cNvSpPr>
              <a:spLocks noChangeShapeType="1"/>
            </p:cNvSpPr>
            <p:nvPr/>
          </p:nvSpPr>
          <p:spPr bwMode="auto">
            <a:xfrm>
              <a:off x="336" y="1104"/>
              <a:ext cx="336"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Line 14"/>
            <p:cNvSpPr>
              <a:spLocks noChangeShapeType="1"/>
            </p:cNvSpPr>
            <p:nvPr/>
          </p:nvSpPr>
          <p:spPr bwMode="auto">
            <a:xfrm>
              <a:off x="672" y="912"/>
              <a:ext cx="432"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7" name="Text Box 15"/>
            <p:cNvSpPr txBox="1">
              <a:spLocks noChangeArrowheads="1"/>
            </p:cNvSpPr>
            <p:nvPr/>
          </p:nvSpPr>
          <p:spPr bwMode="auto">
            <a:xfrm>
              <a:off x="912" y="576"/>
              <a:ext cx="8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VPN设备１</a:t>
              </a:r>
            </a:p>
          </p:txBody>
        </p:sp>
        <p:pic>
          <p:nvPicPr>
            <p:cNvPr id="18448" name="Picture 16" descr="图形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20" y="672"/>
              <a:ext cx="720"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8449" name="Text Box 17"/>
            <p:cNvSpPr txBox="1">
              <a:spLocks noChangeArrowheads="1"/>
            </p:cNvSpPr>
            <p:nvPr/>
          </p:nvSpPr>
          <p:spPr bwMode="auto">
            <a:xfrm>
              <a:off x="1776" y="1248"/>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INTERNET</a:t>
              </a:r>
            </a:p>
          </p:txBody>
        </p:sp>
        <p:sp>
          <p:nvSpPr>
            <p:cNvPr id="18450" name="Text Box 18"/>
            <p:cNvSpPr txBox="1">
              <a:spLocks noChangeArrowheads="1"/>
            </p:cNvSpPr>
            <p:nvPr/>
          </p:nvSpPr>
          <p:spPr bwMode="auto">
            <a:xfrm>
              <a:off x="480" y="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网络１</a:t>
              </a:r>
            </a:p>
          </p:txBody>
        </p:sp>
        <p:sp>
          <p:nvSpPr>
            <p:cNvPr id="18451" name="Rectangle 19"/>
            <p:cNvSpPr>
              <a:spLocks noChangeArrowheads="1"/>
            </p:cNvSpPr>
            <p:nvPr/>
          </p:nvSpPr>
          <p:spPr bwMode="auto">
            <a:xfrm>
              <a:off x="2976" y="240"/>
              <a:ext cx="1680" cy="1296"/>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Text Box 20"/>
            <p:cNvSpPr txBox="1">
              <a:spLocks noChangeArrowheads="1"/>
            </p:cNvSpPr>
            <p:nvPr/>
          </p:nvSpPr>
          <p:spPr bwMode="auto">
            <a:xfrm>
              <a:off x="2976" y="52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VPN设备２</a:t>
              </a:r>
            </a:p>
          </p:txBody>
        </p:sp>
        <p:sp>
          <p:nvSpPr>
            <p:cNvPr id="18453" name="Line 21"/>
            <p:cNvSpPr>
              <a:spLocks noChangeShapeType="1"/>
            </p:cNvSpPr>
            <p:nvPr/>
          </p:nvSpPr>
          <p:spPr bwMode="auto">
            <a:xfrm>
              <a:off x="3456" y="912"/>
              <a:ext cx="480"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Line 22"/>
            <p:cNvSpPr>
              <a:spLocks noChangeShapeType="1"/>
            </p:cNvSpPr>
            <p:nvPr/>
          </p:nvSpPr>
          <p:spPr bwMode="auto">
            <a:xfrm>
              <a:off x="3936" y="480"/>
              <a:ext cx="0" cy="912"/>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5" name="Line 23"/>
            <p:cNvSpPr>
              <a:spLocks noChangeShapeType="1"/>
            </p:cNvSpPr>
            <p:nvPr/>
          </p:nvSpPr>
          <p:spPr bwMode="auto">
            <a:xfrm>
              <a:off x="3936" y="720"/>
              <a:ext cx="384"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456" name="Group 24"/>
            <p:cNvGrpSpPr>
              <a:grpSpLocks noChangeAspect="1"/>
            </p:cNvGrpSpPr>
            <p:nvPr/>
          </p:nvGrpSpPr>
          <p:grpSpPr bwMode="auto">
            <a:xfrm>
              <a:off x="4272" y="576"/>
              <a:ext cx="288" cy="288"/>
              <a:chOff x="0" y="0"/>
              <a:chExt cx="672" cy="651"/>
            </a:xfrm>
          </p:grpSpPr>
          <p:pic>
            <p:nvPicPr>
              <p:cNvPr id="18457" name="Picture 25" descr="整套电脑-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18458" name="Object 26"/>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83848" r:id="rId8" imgW="5714286" imgH="3933333" progId="Paint.Picture">
                      <p:embed/>
                    </p:oleObj>
                  </mc:Choice>
                  <mc:Fallback>
                    <p:oleObj r:id="rId8" imgW="5714286" imgH="3933333" progId="Paint.Picture">
                      <p:embed/>
                      <p:pic>
                        <p:nvPicPr>
                          <p:cNvPr id="18458"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59" name="Line 27"/>
            <p:cNvSpPr>
              <a:spLocks noChangeShapeType="1"/>
            </p:cNvSpPr>
            <p:nvPr/>
          </p:nvSpPr>
          <p:spPr bwMode="auto">
            <a:xfrm>
              <a:off x="3936" y="1152"/>
              <a:ext cx="384"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460" name="Group 28"/>
            <p:cNvGrpSpPr>
              <a:grpSpLocks noChangeAspect="1"/>
            </p:cNvGrpSpPr>
            <p:nvPr/>
          </p:nvGrpSpPr>
          <p:grpSpPr bwMode="auto">
            <a:xfrm>
              <a:off x="4272" y="1008"/>
              <a:ext cx="288" cy="288"/>
              <a:chOff x="0" y="0"/>
              <a:chExt cx="672" cy="651"/>
            </a:xfrm>
          </p:grpSpPr>
          <p:pic>
            <p:nvPicPr>
              <p:cNvPr id="18461" name="Picture 29" descr="整套电脑-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672"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18462" name="Object 30"/>
              <p:cNvGraphicFramePr>
                <a:graphicFrameLocks noChangeAspect="1"/>
              </p:cNvGraphicFramePr>
              <p:nvPr/>
            </p:nvGraphicFramePr>
            <p:xfrm>
              <a:off x="160" y="108"/>
              <a:ext cx="328" cy="236"/>
            </p:xfrm>
            <a:graphic>
              <a:graphicData uri="http://schemas.openxmlformats.org/presentationml/2006/ole">
                <mc:AlternateContent xmlns:mc="http://schemas.openxmlformats.org/markup-compatibility/2006">
                  <mc:Choice xmlns:v="urn:schemas-microsoft-com:vml" Requires="v">
                    <p:oleObj spid="_x0000_s83849" r:id="rId9" imgW="5714286" imgH="3933333" progId="Paint.Picture">
                      <p:embed/>
                    </p:oleObj>
                  </mc:Choice>
                  <mc:Fallback>
                    <p:oleObj r:id="rId9" imgW="5714286" imgH="3933333" progId="Paint.Picture">
                      <p:embed/>
                      <p:pic>
                        <p:nvPicPr>
                          <p:cNvPr id="18462"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 y="108"/>
                            <a:ext cx="328" cy="23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63" name="Text Box 31"/>
            <p:cNvSpPr txBox="1">
              <a:spLocks noChangeArrowheads="1"/>
            </p:cNvSpPr>
            <p:nvPr/>
          </p:nvSpPr>
          <p:spPr bwMode="auto">
            <a:xfrm>
              <a:off x="3504" y="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网络２</a:t>
              </a:r>
            </a:p>
          </p:txBody>
        </p:sp>
        <p:sp>
          <p:nvSpPr>
            <p:cNvPr id="18464" name="Text Box 32"/>
            <p:cNvSpPr txBox="1">
              <a:spLocks noChangeArrowheads="1"/>
            </p:cNvSpPr>
            <p:nvPr/>
          </p:nvSpPr>
          <p:spPr bwMode="auto">
            <a:xfrm>
              <a:off x="0" y="24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主机Ａ</a:t>
              </a:r>
            </a:p>
          </p:txBody>
        </p:sp>
        <p:sp>
          <p:nvSpPr>
            <p:cNvPr id="18465" name="AutoShape 33"/>
            <p:cNvSpPr>
              <a:spLocks noChangeArrowheads="1"/>
            </p:cNvSpPr>
            <p:nvPr/>
          </p:nvSpPr>
          <p:spPr bwMode="auto">
            <a:xfrm rot="16200000">
              <a:off x="2232" y="168"/>
              <a:ext cx="96" cy="1488"/>
            </a:xfrm>
            <a:prstGeom prst="can">
              <a:avLst>
                <a:gd name="adj" fmla="val 133329"/>
              </a:avLst>
            </a:prstGeom>
            <a:gradFill rotWithShape="0">
              <a:gsLst>
                <a:gs pos="0">
                  <a:srgbClr val="F9E5B3"/>
                </a:gs>
                <a:gs pos="50000">
                  <a:srgbClr val="AE8000"/>
                </a:gs>
                <a:gs pos="100000">
                  <a:srgbClr val="F9E5B3"/>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6" name="Text Box 34"/>
            <p:cNvSpPr txBox="1">
              <a:spLocks noChangeArrowheads="1"/>
            </p:cNvSpPr>
            <p:nvPr/>
          </p:nvSpPr>
          <p:spPr bwMode="auto">
            <a:xfrm>
              <a:off x="4128" y="288"/>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主机Ｂ</a:t>
              </a:r>
            </a:p>
          </p:txBody>
        </p:sp>
        <p:pic>
          <p:nvPicPr>
            <p:cNvPr id="18467" name="Picture 35" descr="021"/>
            <p:cNvPicPr>
              <a:picLocks noChangeAspect="1" noChangeArrowheads="1"/>
            </p:cNvPicPr>
            <p:nvPr/>
          </p:nvPicPr>
          <p:blipFill>
            <a:blip r:embed="rId10" cstate="print">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2976" y="789"/>
              <a:ext cx="48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18468" name="Picture 36" descr="021"/>
            <p:cNvPicPr>
              <a:picLocks noChangeAspect="1" noChangeArrowheads="1"/>
            </p:cNvPicPr>
            <p:nvPr/>
          </p:nvPicPr>
          <p:blipFill>
            <a:blip r:embed="rId10" cstate="print">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1111" y="792"/>
              <a:ext cx="48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sp>
        <p:nvSpPr>
          <p:cNvPr id="75" name="Rectangle 2"/>
          <p:cNvSpPr>
            <a:spLocks noGrp="1" noChangeArrowheads="1"/>
          </p:cNvSpPr>
          <p:nvPr>
            <p:ph type="title"/>
          </p:nvPr>
        </p:nvSpPr>
        <p:spPr>
          <a:xfrm>
            <a:off x="19049" y="-12699"/>
            <a:ext cx="7793038" cy="661988"/>
          </a:xfrm>
        </p:spPr>
        <p:txBody>
          <a:bodyPr/>
          <a:lstStyle/>
          <a:p>
            <a:pPr eaLnBrk="1" hangingPunct="1"/>
            <a:r>
              <a:rPr lang="en-US" altLang="zh-CN" dirty="0" smtClean="0"/>
              <a:t>11.2 VPN</a:t>
            </a:r>
            <a:r>
              <a:rPr lang="zh-CN" altLang="en-US" dirty="0" smtClean="0"/>
              <a:t>的隧道技术思想</a:t>
            </a:r>
          </a:p>
        </p:txBody>
      </p:sp>
      <p:graphicFrame>
        <p:nvGraphicFramePr>
          <p:cNvPr id="18469" name="Object 37"/>
          <p:cNvGraphicFramePr>
            <a:graphicFrameLocks noGrp="1" noChangeAspect="1"/>
          </p:cNvGraphicFramePr>
          <p:nvPr>
            <p:ph type="chart" idx="1"/>
            <p:extLst>
              <p:ext uri="{D42A27DB-BD31-4B8C-83A1-F6EECF244321}">
                <p14:modId xmlns:p14="http://schemas.microsoft.com/office/powerpoint/2010/main" val="3720308261"/>
              </p:ext>
            </p:extLst>
          </p:nvPr>
        </p:nvGraphicFramePr>
        <p:xfrm>
          <a:off x="3132069" y="649289"/>
          <a:ext cx="6102350" cy="4071938"/>
        </p:xfrm>
        <a:graphic>
          <a:graphicData uri="http://schemas.openxmlformats.org/presentationml/2006/ole">
            <mc:AlternateContent xmlns:mc="http://schemas.openxmlformats.org/markup-compatibility/2006">
              <mc:Choice xmlns:v="urn:schemas-microsoft-com:vml" Requires="v">
                <p:oleObj spid="_x0000_s83850" r:id="rId11" imgW="6084000" imgH="4063320" progId="MSGraph.Chart.8">
                  <p:embed/>
                </p:oleObj>
              </mc:Choice>
              <mc:Fallback>
                <p:oleObj r:id="rId11" imgW="6084000" imgH="4063320" progId="MSGraph.Chart.8">
                  <p:embed/>
                  <p:pic>
                    <p:nvPicPr>
                      <p:cNvPr id="18469"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2069" y="649289"/>
                        <a:ext cx="6102350" cy="407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70" name="Group 38"/>
          <p:cNvGrpSpPr>
            <a:grpSpLocks/>
          </p:cNvGrpSpPr>
          <p:nvPr/>
        </p:nvGrpSpPr>
        <p:grpSpPr bwMode="auto">
          <a:xfrm>
            <a:off x="1749357" y="3697289"/>
            <a:ext cx="8164512" cy="1633538"/>
            <a:chOff x="0" y="0"/>
            <a:chExt cx="5143" cy="1029"/>
          </a:xfrm>
        </p:grpSpPr>
        <p:sp>
          <p:nvSpPr>
            <p:cNvPr id="18471" name="Rectangle 39"/>
            <p:cNvSpPr>
              <a:spLocks noChangeArrowheads="1"/>
            </p:cNvSpPr>
            <p:nvPr/>
          </p:nvSpPr>
          <p:spPr bwMode="auto">
            <a:xfrm>
              <a:off x="768" y="549"/>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V1</a:t>
              </a:r>
            </a:p>
          </p:txBody>
        </p:sp>
        <p:sp>
          <p:nvSpPr>
            <p:cNvPr id="18472" name="Rectangle 40"/>
            <p:cNvSpPr>
              <a:spLocks noChangeArrowheads="1"/>
            </p:cNvSpPr>
            <p:nvPr/>
          </p:nvSpPr>
          <p:spPr bwMode="auto">
            <a:xfrm>
              <a:off x="960" y="549"/>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V2</a:t>
              </a:r>
              <a:endParaRPr lang="zh-CN" altLang="zh-CN" b="1">
                <a:latin typeface="Tahoma" panose="020B0604030504040204" pitchFamily="34" charset="0"/>
              </a:endParaRPr>
            </a:p>
          </p:txBody>
        </p:sp>
        <p:sp>
          <p:nvSpPr>
            <p:cNvPr id="18473" name="Rectangle 41"/>
            <p:cNvSpPr>
              <a:spLocks noChangeArrowheads="1"/>
            </p:cNvSpPr>
            <p:nvPr/>
          </p:nvSpPr>
          <p:spPr bwMode="auto">
            <a:xfrm>
              <a:off x="1152" y="549"/>
              <a:ext cx="144" cy="19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1">
                <a:latin typeface="Tahoma" panose="020B0604030504040204" pitchFamily="34" charset="0"/>
              </a:endParaRPr>
            </a:p>
          </p:txBody>
        </p:sp>
        <p:sp>
          <p:nvSpPr>
            <p:cNvPr id="18474" name="Rectangle 42"/>
            <p:cNvSpPr>
              <a:spLocks noChangeArrowheads="1"/>
            </p:cNvSpPr>
            <p:nvPr/>
          </p:nvSpPr>
          <p:spPr bwMode="auto">
            <a:xfrm>
              <a:off x="1290" y="549"/>
              <a:ext cx="144"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A</a:t>
              </a:r>
            </a:p>
          </p:txBody>
        </p:sp>
        <p:sp>
          <p:nvSpPr>
            <p:cNvPr id="18475" name="Rectangle 43"/>
            <p:cNvSpPr>
              <a:spLocks noChangeArrowheads="1"/>
            </p:cNvSpPr>
            <p:nvPr/>
          </p:nvSpPr>
          <p:spPr bwMode="auto">
            <a:xfrm>
              <a:off x="1433" y="549"/>
              <a:ext cx="144"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B</a:t>
              </a:r>
              <a:endParaRPr lang="zh-CN" altLang="zh-CN" b="1">
                <a:latin typeface="Tahoma" panose="020B0604030504040204" pitchFamily="34" charset="0"/>
              </a:endParaRPr>
            </a:p>
          </p:txBody>
        </p:sp>
        <p:sp>
          <p:nvSpPr>
            <p:cNvPr id="18476" name="Rectangle 44"/>
            <p:cNvSpPr>
              <a:spLocks noChangeArrowheads="1"/>
            </p:cNvSpPr>
            <p:nvPr/>
          </p:nvSpPr>
          <p:spPr bwMode="auto">
            <a:xfrm>
              <a:off x="1433" y="549"/>
              <a:ext cx="144"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B</a:t>
              </a:r>
              <a:endParaRPr lang="zh-CN" altLang="zh-CN" b="1">
                <a:latin typeface="Tahoma" panose="020B0604030504040204" pitchFamily="34" charset="0"/>
              </a:endParaRPr>
            </a:p>
          </p:txBody>
        </p:sp>
        <p:sp>
          <p:nvSpPr>
            <p:cNvPr id="18477" name="Rectangle 45"/>
            <p:cNvSpPr>
              <a:spLocks noChangeArrowheads="1"/>
            </p:cNvSpPr>
            <p:nvPr/>
          </p:nvSpPr>
          <p:spPr bwMode="auto">
            <a:xfrm>
              <a:off x="1570" y="549"/>
              <a:ext cx="686"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用户数据</a:t>
              </a:r>
              <a:endParaRPr lang="zh-CN" altLang="zh-CN" b="1">
                <a:latin typeface="Tahoma" panose="020B0604030504040204" pitchFamily="34" charset="0"/>
              </a:endParaRPr>
            </a:p>
          </p:txBody>
        </p:sp>
        <p:grpSp>
          <p:nvGrpSpPr>
            <p:cNvPr id="18478" name="Group 46"/>
            <p:cNvGrpSpPr>
              <a:grpSpLocks/>
            </p:cNvGrpSpPr>
            <p:nvPr/>
          </p:nvGrpSpPr>
          <p:grpSpPr bwMode="auto">
            <a:xfrm>
              <a:off x="768" y="69"/>
              <a:ext cx="1070" cy="192"/>
              <a:chOff x="0" y="0"/>
              <a:chExt cx="1070" cy="192"/>
            </a:xfrm>
          </p:grpSpPr>
          <p:sp>
            <p:nvSpPr>
              <p:cNvPr id="18479" name="Rectangle 47"/>
              <p:cNvSpPr>
                <a:spLocks noChangeArrowheads="1"/>
              </p:cNvSpPr>
              <p:nvPr/>
            </p:nvSpPr>
            <p:spPr bwMode="auto">
              <a:xfrm>
                <a:off x="0" y="0"/>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A</a:t>
                </a:r>
              </a:p>
            </p:txBody>
          </p:sp>
          <p:sp>
            <p:nvSpPr>
              <p:cNvPr id="18480" name="Rectangle 48"/>
              <p:cNvSpPr>
                <a:spLocks noChangeArrowheads="1"/>
              </p:cNvSpPr>
              <p:nvPr/>
            </p:nvSpPr>
            <p:spPr bwMode="auto">
              <a:xfrm>
                <a:off x="192" y="0"/>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B</a:t>
                </a:r>
                <a:endParaRPr lang="zh-CN" altLang="zh-CN" b="1">
                  <a:latin typeface="Tahoma" panose="020B0604030504040204" pitchFamily="34" charset="0"/>
                </a:endParaRPr>
              </a:p>
            </p:txBody>
          </p:sp>
          <p:sp>
            <p:nvSpPr>
              <p:cNvPr id="18481" name="Rectangle 49"/>
              <p:cNvSpPr>
                <a:spLocks noChangeArrowheads="1"/>
              </p:cNvSpPr>
              <p:nvPr/>
            </p:nvSpPr>
            <p:spPr bwMode="auto">
              <a:xfrm>
                <a:off x="384" y="0"/>
                <a:ext cx="686"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用户数据</a:t>
                </a:r>
                <a:endParaRPr lang="zh-CN" altLang="zh-CN" b="1">
                  <a:latin typeface="Tahoma" panose="020B0604030504040204" pitchFamily="34" charset="0"/>
                </a:endParaRPr>
              </a:p>
            </p:txBody>
          </p:sp>
        </p:grpSp>
        <p:sp>
          <p:nvSpPr>
            <p:cNvPr id="18482" name="Rectangle 50"/>
            <p:cNvSpPr>
              <a:spLocks noChangeArrowheads="1"/>
            </p:cNvSpPr>
            <p:nvPr/>
          </p:nvSpPr>
          <p:spPr bwMode="auto">
            <a:xfrm>
              <a:off x="816" y="789"/>
              <a:ext cx="432" cy="192"/>
            </a:xfrm>
            <a:prstGeom prst="rect">
              <a:avLst/>
            </a:prstGeom>
            <a:solidFill>
              <a:schemeClr val="bg1"/>
            </a:solidFill>
            <a:ln w="9525" cmpd="sng">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sz="1400">
                  <a:latin typeface="Tahoma" panose="020B0604030504040204" pitchFamily="34" charset="0"/>
                </a:rPr>
                <a:t>新增头部</a:t>
              </a:r>
              <a:endParaRPr lang="zh-CN" altLang="zh-CN" sz="1400" b="1">
                <a:latin typeface="Tahoma" panose="020B0604030504040204" pitchFamily="34" charset="0"/>
              </a:endParaRPr>
            </a:p>
          </p:txBody>
        </p:sp>
        <p:sp>
          <p:nvSpPr>
            <p:cNvPr id="18483" name="Line 51"/>
            <p:cNvSpPr>
              <a:spLocks noChangeShapeType="1"/>
            </p:cNvSpPr>
            <p:nvPr/>
          </p:nvSpPr>
          <p:spPr bwMode="auto">
            <a:xfrm>
              <a:off x="768" y="789"/>
              <a:ext cx="0" cy="240"/>
            </a:xfrm>
            <a:prstGeom prst="line">
              <a:avLst/>
            </a:prstGeom>
            <a:noFill/>
            <a:ln w="9525" cmpd="sng">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4" name="Line 52"/>
            <p:cNvSpPr>
              <a:spLocks noChangeShapeType="1"/>
            </p:cNvSpPr>
            <p:nvPr/>
          </p:nvSpPr>
          <p:spPr bwMode="auto">
            <a:xfrm>
              <a:off x="1296" y="789"/>
              <a:ext cx="0" cy="240"/>
            </a:xfrm>
            <a:prstGeom prst="line">
              <a:avLst/>
            </a:prstGeom>
            <a:noFill/>
            <a:ln w="9525" cmpd="sng">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5" name="Line 53"/>
            <p:cNvSpPr>
              <a:spLocks noChangeShapeType="1"/>
            </p:cNvSpPr>
            <p:nvPr/>
          </p:nvSpPr>
          <p:spPr bwMode="auto">
            <a:xfrm>
              <a:off x="775" y="261"/>
              <a:ext cx="0" cy="28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6" name="Text Box 54"/>
            <p:cNvSpPr txBox="1">
              <a:spLocks noChangeArrowheads="1"/>
            </p:cNvSpPr>
            <p:nvPr/>
          </p:nvSpPr>
          <p:spPr bwMode="auto">
            <a:xfrm>
              <a:off x="96" y="69"/>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400">
                  <a:latin typeface="Tahoma" panose="020B0604030504040204" pitchFamily="34" charset="0"/>
                </a:rPr>
                <a:t>原分组</a:t>
              </a:r>
            </a:p>
          </p:txBody>
        </p:sp>
        <p:sp>
          <p:nvSpPr>
            <p:cNvPr id="18487" name="Text Box 55"/>
            <p:cNvSpPr txBox="1">
              <a:spLocks noChangeArrowheads="1"/>
            </p:cNvSpPr>
            <p:nvPr/>
          </p:nvSpPr>
          <p:spPr bwMode="auto">
            <a:xfrm>
              <a:off x="0" y="453"/>
              <a:ext cx="76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400">
                  <a:latin typeface="Tahoma" panose="020B0604030504040204" pitchFamily="34" charset="0"/>
                </a:rPr>
                <a:t>VPN设备1封装后的分组</a:t>
              </a:r>
            </a:p>
          </p:txBody>
        </p:sp>
        <p:sp>
          <p:nvSpPr>
            <p:cNvPr id="18488" name="Rectangle 56"/>
            <p:cNvSpPr>
              <a:spLocks noChangeArrowheads="1"/>
            </p:cNvSpPr>
            <p:nvPr/>
          </p:nvSpPr>
          <p:spPr bwMode="auto">
            <a:xfrm>
              <a:off x="2839" y="542"/>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V1</a:t>
              </a:r>
            </a:p>
          </p:txBody>
        </p:sp>
        <p:sp>
          <p:nvSpPr>
            <p:cNvPr id="18489" name="Rectangle 57"/>
            <p:cNvSpPr>
              <a:spLocks noChangeArrowheads="1"/>
            </p:cNvSpPr>
            <p:nvPr/>
          </p:nvSpPr>
          <p:spPr bwMode="auto">
            <a:xfrm>
              <a:off x="3031" y="542"/>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V2</a:t>
              </a:r>
              <a:endParaRPr lang="zh-CN" altLang="zh-CN" b="1">
                <a:latin typeface="Tahoma" panose="020B0604030504040204" pitchFamily="34" charset="0"/>
              </a:endParaRPr>
            </a:p>
          </p:txBody>
        </p:sp>
        <p:sp>
          <p:nvSpPr>
            <p:cNvPr id="18490" name="Rectangle 58"/>
            <p:cNvSpPr>
              <a:spLocks noChangeArrowheads="1"/>
            </p:cNvSpPr>
            <p:nvPr/>
          </p:nvSpPr>
          <p:spPr bwMode="auto">
            <a:xfrm>
              <a:off x="3223" y="542"/>
              <a:ext cx="144" cy="19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1">
                <a:latin typeface="Tahoma" panose="020B0604030504040204" pitchFamily="34" charset="0"/>
              </a:endParaRPr>
            </a:p>
          </p:txBody>
        </p:sp>
        <p:sp>
          <p:nvSpPr>
            <p:cNvPr id="18491" name="Rectangle 59"/>
            <p:cNvSpPr>
              <a:spLocks noChangeArrowheads="1"/>
            </p:cNvSpPr>
            <p:nvPr/>
          </p:nvSpPr>
          <p:spPr bwMode="auto">
            <a:xfrm>
              <a:off x="3361" y="542"/>
              <a:ext cx="144"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A</a:t>
              </a:r>
            </a:p>
          </p:txBody>
        </p:sp>
        <p:sp>
          <p:nvSpPr>
            <p:cNvPr id="18492" name="Rectangle 60"/>
            <p:cNvSpPr>
              <a:spLocks noChangeArrowheads="1"/>
            </p:cNvSpPr>
            <p:nvPr/>
          </p:nvSpPr>
          <p:spPr bwMode="auto">
            <a:xfrm>
              <a:off x="3504" y="542"/>
              <a:ext cx="144"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B</a:t>
              </a:r>
              <a:endParaRPr lang="zh-CN" altLang="zh-CN" b="1">
                <a:latin typeface="Tahoma" panose="020B0604030504040204" pitchFamily="34" charset="0"/>
              </a:endParaRPr>
            </a:p>
          </p:txBody>
        </p:sp>
        <p:sp>
          <p:nvSpPr>
            <p:cNvPr id="18493" name="Rectangle 61"/>
            <p:cNvSpPr>
              <a:spLocks noChangeArrowheads="1"/>
            </p:cNvSpPr>
            <p:nvPr/>
          </p:nvSpPr>
          <p:spPr bwMode="auto">
            <a:xfrm>
              <a:off x="3504" y="542"/>
              <a:ext cx="144"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B</a:t>
              </a:r>
              <a:endParaRPr lang="zh-CN" altLang="zh-CN" b="1">
                <a:latin typeface="Tahoma" panose="020B0604030504040204" pitchFamily="34" charset="0"/>
              </a:endParaRPr>
            </a:p>
          </p:txBody>
        </p:sp>
        <p:sp>
          <p:nvSpPr>
            <p:cNvPr id="18494" name="Rectangle 62"/>
            <p:cNvSpPr>
              <a:spLocks noChangeArrowheads="1"/>
            </p:cNvSpPr>
            <p:nvPr/>
          </p:nvSpPr>
          <p:spPr bwMode="auto">
            <a:xfrm>
              <a:off x="3641" y="542"/>
              <a:ext cx="686"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用户数据</a:t>
              </a:r>
              <a:endParaRPr lang="zh-CN" altLang="zh-CN" b="1">
                <a:latin typeface="Tahoma" panose="020B0604030504040204" pitchFamily="34" charset="0"/>
              </a:endParaRPr>
            </a:p>
          </p:txBody>
        </p:sp>
        <p:grpSp>
          <p:nvGrpSpPr>
            <p:cNvPr id="18495" name="Group 63"/>
            <p:cNvGrpSpPr>
              <a:grpSpLocks/>
            </p:cNvGrpSpPr>
            <p:nvPr/>
          </p:nvGrpSpPr>
          <p:grpSpPr bwMode="auto">
            <a:xfrm>
              <a:off x="2839" y="62"/>
              <a:ext cx="1070" cy="192"/>
              <a:chOff x="0" y="0"/>
              <a:chExt cx="1070" cy="192"/>
            </a:xfrm>
          </p:grpSpPr>
          <p:sp>
            <p:nvSpPr>
              <p:cNvPr id="18496" name="Rectangle 64"/>
              <p:cNvSpPr>
                <a:spLocks noChangeArrowheads="1"/>
              </p:cNvSpPr>
              <p:nvPr/>
            </p:nvSpPr>
            <p:spPr bwMode="auto">
              <a:xfrm>
                <a:off x="0" y="0"/>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A</a:t>
                </a:r>
              </a:p>
            </p:txBody>
          </p:sp>
          <p:sp>
            <p:nvSpPr>
              <p:cNvPr id="18497" name="Rectangle 65"/>
              <p:cNvSpPr>
                <a:spLocks noChangeArrowheads="1"/>
              </p:cNvSpPr>
              <p:nvPr/>
            </p:nvSpPr>
            <p:spPr bwMode="auto">
              <a:xfrm>
                <a:off x="192" y="0"/>
                <a:ext cx="192"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B</a:t>
                </a:r>
                <a:endParaRPr lang="zh-CN" altLang="zh-CN" b="1">
                  <a:latin typeface="Tahoma" panose="020B0604030504040204" pitchFamily="34" charset="0"/>
                </a:endParaRPr>
              </a:p>
            </p:txBody>
          </p:sp>
          <p:sp>
            <p:nvSpPr>
              <p:cNvPr id="18498" name="Rectangle 66"/>
              <p:cNvSpPr>
                <a:spLocks noChangeArrowheads="1"/>
              </p:cNvSpPr>
              <p:nvPr/>
            </p:nvSpPr>
            <p:spPr bwMode="auto">
              <a:xfrm>
                <a:off x="384" y="0"/>
                <a:ext cx="686" cy="192"/>
              </a:xfrm>
              <a:prstGeom prst="rect">
                <a:avLst/>
              </a:prstGeom>
              <a:solidFill>
                <a:schemeClr val="bg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latin typeface="Tahoma" panose="020B0604030504040204" pitchFamily="34" charset="0"/>
                  </a:rPr>
                  <a:t>用户数据</a:t>
                </a:r>
                <a:endParaRPr lang="zh-CN" altLang="zh-CN" b="1">
                  <a:latin typeface="Tahoma" panose="020B0604030504040204" pitchFamily="34" charset="0"/>
                </a:endParaRPr>
              </a:p>
            </p:txBody>
          </p:sp>
        </p:grpSp>
        <p:sp>
          <p:nvSpPr>
            <p:cNvPr id="18499" name="Rectangle 67"/>
            <p:cNvSpPr>
              <a:spLocks noChangeArrowheads="1"/>
            </p:cNvSpPr>
            <p:nvPr/>
          </p:nvSpPr>
          <p:spPr bwMode="auto">
            <a:xfrm>
              <a:off x="2887" y="782"/>
              <a:ext cx="432" cy="192"/>
            </a:xfrm>
            <a:prstGeom prst="rect">
              <a:avLst/>
            </a:prstGeom>
            <a:solidFill>
              <a:schemeClr val="bg1"/>
            </a:solidFill>
            <a:ln w="9525" cmpd="sng">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sz="1400">
                  <a:latin typeface="Tahoma" panose="020B0604030504040204" pitchFamily="34" charset="0"/>
                </a:rPr>
                <a:t>新增头部</a:t>
              </a:r>
              <a:endParaRPr lang="zh-CN" altLang="zh-CN" sz="1400" b="1">
                <a:latin typeface="Tahoma" panose="020B0604030504040204" pitchFamily="34" charset="0"/>
              </a:endParaRPr>
            </a:p>
          </p:txBody>
        </p:sp>
        <p:sp>
          <p:nvSpPr>
            <p:cNvPr id="18500" name="Line 68"/>
            <p:cNvSpPr>
              <a:spLocks noChangeShapeType="1"/>
            </p:cNvSpPr>
            <p:nvPr/>
          </p:nvSpPr>
          <p:spPr bwMode="auto">
            <a:xfrm>
              <a:off x="2839" y="782"/>
              <a:ext cx="0" cy="240"/>
            </a:xfrm>
            <a:prstGeom prst="line">
              <a:avLst/>
            </a:prstGeom>
            <a:noFill/>
            <a:ln w="9525" cmpd="sng">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01" name="Line 69"/>
            <p:cNvSpPr>
              <a:spLocks noChangeShapeType="1"/>
            </p:cNvSpPr>
            <p:nvPr/>
          </p:nvSpPr>
          <p:spPr bwMode="auto">
            <a:xfrm>
              <a:off x="3367" y="782"/>
              <a:ext cx="0" cy="240"/>
            </a:xfrm>
            <a:prstGeom prst="line">
              <a:avLst/>
            </a:prstGeom>
            <a:noFill/>
            <a:ln w="9525" cmpd="sng">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02" name="Text Box 70"/>
            <p:cNvSpPr txBox="1">
              <a:spLocks noChangeArrowheads="1"/>
            </p:cNvSpPr>
            <p:nvPr/>
          </p:nvSpPr>
          <p:spPr bwMode="auto">
            <a:xfrm>
              <a:off x="4375" y="0"/>
              <a:ext cx="72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400">
                  <a:latin typeface="Tahoma" panose="020B0604030504040204" pitchFamily="34" charset="0"/>
                </a:rPr>
                <a:t>VPN设备2拆封后的分组</a:t>
              </a:r>
            </a:p>
          </p:txBody>
        </p:sp>
        <p:sp>
          <p:nvSpPr>
            <p:cNvPr id="18503" name="Text Box 71"/>
            <p:cNvSpPr txBox="1">
              <a:spLocks noChangeArrowheads="1"/>
            </p:cNvSpPr>
            <p:nvPr/>
          </p:nvSpPr>
          <p:spPr bwMode="auto">
            <a:xfrm>
              <a:off x="4375" y="480"/>
              <a:ext cx="76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400">
                  <a:latin typeface="Tahoma" panose="020B0604030504040204" pitchFamily="34" charset="0"/>
                </a:rPr>
                <a:t>VPN设备2拆封前的分组</a:t>
              </a:r>
            </a:p>
          </p:txBody>
        </p:sp>
        <p:sp>
          <p:nvSpPr>
            <p:cNvPr id="18504" name="Line 72"/>
            <p:cNvSpPr>
              <a:spLocks noChangeShapeType="1"/>
            </p:cNvSpPr>
            <p:nvPr/>
          </p:nvSpPr>
          <p:spPr bwMode="auto">
            <a:xfrm>
              <a:off x="2263" y="638"/>
              <a:ext cx="576"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05" name="Line 73"/>
            <p:cNvSpPr>
              <a:spLocks noChangeShapeType="1"/>
            </p:cNvSpPr>
            <p:nvPr/>
          </p:nvSpPr>
          <p:spPr bwMode="auto">
            <a:xfrm flipV="1">
              <a:off x="2839" y="240"/>
              <a:ext cx="0" cy="28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506" name="Text Box 74"/>
          <p:cNvSpPr txBox="1">
            <a:spLocks noChangeArrowheads="1"/>
          </p:cNvSpPr>
          <p:nvPr/>
        </p:nvSpPr>
        <p:spPr bwMode="auto">
          <a:xfrm>
            <a:off x="4046469" y="5449890"/>
            <a:ext cx="3657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ahoma" panose="020B0604030504040204" pitchFamily="34" charset="0"/>
              </a:rPr>
              <a:t>VPN基本原理示意图</a:t>
            </a:r>
          </a:p>
        </p:txBody>
      </p:sp>
    </p:spTree>
    <p:extLst>
      <p:ext uri="{BB962C8B-B14F-4D97-AF65-F5344CB8AC3E}">
        <p14:creationId xmlns:p14="http://schemas.microsoft.com/office/powerpoint/2010/main" val="1797521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0" y="0"/>
            <a:ext cx="7793038" cy="661481"/>
          </a:xfrm>
        </p:spPr>
        <p:txBody>
          <a:bodyPr/>
          <a:lstStyle/>
          <a:p>
            <a:pPr eaLnBrk="1" hangingPunct="1"/>
            <a:r>
              <a:rPr lang="en-US" altLang="zh-CN" dirty="0" smtClean="0"/>
              <a:t>11.2 VPN</a:t>
            </a:r>
            <a:r>
              <a:rPr lang="zh-CN" altLang="en-US" dirty="0" smtClean="0"/>
              <a:t>与隧道技术简介</a:t>
            </a:r>
          </a:p>
        </p:txBody>
      </p:sp>
      <p:sp>
        <p:nvSpPr>
          <p:cNvPr id="61443" name="Rectangle 3"/>
          <p:cNvSpPr>
            <a:spLocks noGrp="1" noChangeArrowheads="1"/>
          </p:cNvSpPr>
          <p:nvPr>
            <p:ph idx="1"/>
          </p:nvPr>
        </p:nvSpPr>
        <p:spPr>
          <a:xfrm>
            <a:off x="326417" y="832255"/>
            <a:ext cx="10802026" cy="4724400"/>
          </a:xfrm>
        </p:spPr>
        <p:txBody>
          <a:bodyPr/>
          <a:lstStyle/>
          <a:p>
            <a:pPr eaLnBrk="1" hangingPunct="1">
              <a:lnSpc>
                <a:spcPct val="125000"/>
              </a:lnSpc>
              <a:buFont typeface="Wingdings" panose="05000000000000000000" pitchFamily="2" charset="2"/>
              <a:buNone/>
            </a:pPr>
            <a:r>
              <a:rPr lang="en-US" altLang="zh-CN" b="1" dirty="0">
                <a:solidFill>
                  <a:schemeClr val="hlink"/>
                </a:solidFill>
                <a:cs typeface=""/>
              </a:rPr>
              <a:t> 1</a:t>
            </a:r>
            <a:r>
              <a:rPr lang="zh-CN" altLang="en-US" b="1" dirty="0">
                <a:solidFill>
                  <a:schemeClr val="hlink"/>
                </a:solidFill>
              </a:rPr>
              <a:t>、 基本思想</a:t>
            </a:r>
            <a:r>
              <a:rPr lang="zh-CN" altLang="en-US" dirty="0">
                <a:solidFill>
                  <a:srgbClr val="000000"/>
                </a:solidFill>
                <a:cs typeface=""/>
              </a:rPr>
              <a:t>   </a:t>
            </a:r>
          </a:p>
          <a:p>
            <a:pPr eaLnBrk="1" hangingPunct="1">
              <a:lnSpc>
                <a:spcPct val="125000"/>
              </a:lnSpc>
              <a:buFont typeface="Wingdings" panose="05000000000000000000" pitchFamily="2" charset="2"/>
              <a:buChar char="n"/>
            </a:pPr>
            <a:r>
              <a:rPr lang="zh-CN" altLang="en-US" smtClean="0">
                <a:solidFill>
                  <a:srgbClr val="000000"/>
                </a:solidFill>
                <a:cs typeface=""/>
              </a:rPr>
              <a:t>隧道技术</a:t>
            </a:r>
            <a:endParaRPr lang="en-US" altLang="zh-CN" smtClean="0">
              <a:solidFill>
                <a:srgbClr val="000000"/>
              </a:solidFill>
              <a:cs typeface=""/>
            </a:endParaRPr>
          </a:p>
          <a:p>
            <a:pPr lvl="1" eaLnBrk="1" hangingPunct="1">
              <a:lnSpc>
                <a:spcPct val="125000"/>
              </a:lnSpc>
              <a:buFont typeface="Wingdings" panose="05000000000000000000" pitchFamily="2" charset="2"/>
              <a:buChar char="ü"/>
            </a:pPr>
            <a:r>
              <a:rPr lang="zh-CN" altLang="en-US" smtClean="0">
                <a:solidFill>
                  <a:srgbClr val="000000"/>
                </a:solidFill>
                <a:cs typeface=""/>
              </a:rPr>
              <a:t>一</a:t>
            </a:r>
            <a:r>
              <a:rPr lang="zh-CN" altLang="en-US" dirty="0">
                <a:solidFill>
                  <a:srgbClr val="000000"/>
                </a:solidFill>
                <a:cs typeface=""/>
              </a:rPr>
              <a:t>种通过使用互联网络的基础设施在网络之间传递数据的</a:t>
            </a:r>
            <a:r>
              <a:rPr lang="zh-CN" altLang="en-US">
                <a:solidFill>
                  <a:srgbClr val="000000"/>
                </a:solidFill>
                <a:cs typeface=""/>
              </a:rPr>
              <a:t>方式</a:t>
            </a:r>
            <a:r>
              <a:rPr lang="zh-CN" altLang="en-US" smtClean="0">
                <a:solidFill>
                  <a:srgbClr val="000000"/>
                </a:solidFill>
                <a:cs typeface=""/>
              </a:rPr>
              <a:t>。</a:t>
            </a:r>
            <a:endParaRPr lang="en-US" altLang="zh-CN" smtClean="0">
              <a:solidFill>
                <a:srgbClr val="000000"/>
              </a:solidFill>
              <a:cs typeface=""/>
            </a:endParaRPr>
          </a:p>
          <a:p>
            <a:pPr lvl="1" eaLnBrk="1" hangingPunct="1">
              <a:lnSpc>
                <a:spcPct val="125000"/>
              </a:lnSpc>
              <a:buFont typeface="Wingdings" panose="05000000000000000000" pitchFamily="2" charset="2"/>
              <a:buChar char="ü"/>
            </a:pPr>
            <a:r>
              <a:rPr lang="zh-CN" altLang="en-US" smtClean="0">
                <a:solidFill>
                  <a:srgbClr val="000000"/>
                </a:solidFill>
                <a:cs typeface=""/>
              </a:rPr>
              <a:t>使用</a:t>
            </a:r>
            <a:r>
              <a:rPr lang="zh-CN" altLang="en-US" dirty="0">
                <a:solidFill>
                  <a:srgbClr val="000000"/>
                </a:solidFill>
                <a:cs typeface=""/>
              </a:rPr>
              <a:t>隧道传递的数据（或负载）可以是</a:t>
            </a:r>
            <a:r>
              <a:rPr lang="zh-CN" altLang="en-US" dirty="0">
                <a:solidFill>
                  <a:srgbClr val="FF0000"/>
                </a:solidFill>
                <a:cs typeface=""/>
              </a:rPr>
              <a:t>不同协议的数据</a:t>
            </a:r>
            <a:r>
              <a:rPr lang="zh-CN" altLang="en-US" dirty="0">
                <a:solidFill>
                  <a:srgbClr val="FF0000"/>
                </a:solidFill>
              </a:rPr>
              <a:t>帧</a:t>
            </a:r>
            <a:r>
              <a:rPr lang="zh-CN" altLang="en-US" dirty="0">
                <a:solidFill>
                  <a:srgbClr val="FF0000"/>
                </a:solidFill>
                <a:cs typeface=""/>
              </a:rPr>
              <a:t>或包</a:t>
            </a:r>
            <a:r>
              <a:rPr lang="zh-CN" altLang="en-US" dirty="0">
                <a:solidFill>
                  <a:srgbClr val="000000"/>
                </a:solidFill>
                <a:cs typeface=""/>
              </a:rPr>
              <a:t>。</a:t>
            </a:r>
          </a:p>
          <a:p>
            <a:pPr eaLnBrk="1" hangingPunct="1">
              <a:lnSpc>
                <a:spcPct val="125000"/>
              </a:lnSpc>
              <a:buFont typeface="Wingdings" panose="05000000000000000000" pitchFamily="2" charset="2"/>
              <a:buChar char="n"/>
            </a:pPr>
            <a:r>
              <a:rPr lang="zh-CN" altLang="en-US" smtClean="0">
                <a:solidFill>
                  <a:srgbClr val="000000"/>
                </a:solidFill>
                <a:cs typeface=""/>
              </a:rPr>
              <a:t>隧道</a:t>
            </a:r>
            <a:r>
              <a:rPr lang="zh-CN" altLang="en-US" dirty="0">
                <a:solidFill>
                  <a:srgbClr val="000000"/>
                </a:solidFill>
                <a:cs typeface=""/>
              </a:rPr>
              <a:t>协议将这些其它协议的数据</a:t>
            </a:r>
            <a:r>
              <a:rPr lang="zh-CN" altLang="en-US" dirty="0">
                <a:solidFill>
                  <a:srgbClr val="000000"/>
                </a:solidFill>
              </a:rPr>
              <a:t>帧</a:t>
            </a:r>
            <a:r>
              <a:rPr lang="zh-CN" altLang="en-US" dirty="0">
                <a:solidFill>
                  <a:srgbClr val="000000"/>
                </a:solidFill>
                <a:cs typeface=""/>
              </a:rPr>
              <a:t>或包</a:t>
            </a:r>
            <a:r>
              <a:rPr lang="zh-CN" altLang="en-US" dirty="0">
                <a:solidFill>
                  <a:srgbClr val="FF0000"/>
                </a:solidFill>
                <a:cs typeface=""/>
              </a:rPr>
              <a:t>重新封装在新的包头中发送</a:t>
            </a:r>
            <a:r>
              <a:rPr lang="zh-CN" altLang="en-US" dirty="0">
                <a:solidFill>
                  <a:srgbClr val="000000"/>
                </a:solidFill>
              </a:rPr>
              <a:t>。新的包头提供了路由信息，从而使该新的报文能够在互联网络中被传递，被封装的数据包</a:t>
            </a:r>
            <a:r>
              <a:rPr lang="zh-CN" altLang="en-US" dirty="0">
                <a:solidFill>
                  <a:srgbClr val="000000"/>
                </a:solidFill>
                <a:cs typeface=""/>
              </a:rPr>
              <a:t>一旦到达网络终点，数据将被解包并转发到最终目的地。</a:t>
            </a:r>
            <a:endParaRPr lang="zh-CN" altLang="en-US" dirty="0">
              <a:solidFill>
                <a:srgbClr val="000000"/>
              </a:solidFill>
            </a:endParaRPr>
          </a:p>
          <a:p>
            <a:pPr eaLnBrk="1" hangingPunct="1">
              <a:lnSpc>
                <a:spcPct val="125000"/>
              </a:lnSpc>
              <a:buFont typeface="Wingdings" panose="05000000000000000000" pitchFamily="2" charset="2"/>
              <a:buNone/>
            </a:pPr>
            <a:endParaRPr lang="zh-CN" altLang="en-US" dirty="0">
              <a:solidFill>
                <a:srgbClr val="000000"/>
              </a:solidFill>
            </a:endParaRPr>
          </a:p>
          <a:p>
            <a:pPr eaLnBrk="1" hangingPunct="1">
              <a:lnSpc>
                <a:spcPct val="125000"/>
              </a:lnSpc>
              <a:buFont typeface="Wingdings" panose="05000000000000000000" pitchFamily="2" charset="2"/>
              <a:buNone/>
            </a:pPr>
            <a:r>
              <a:rPr lang="zh-CN" altLang="en-US" b="1" dirty="0">
                <a:solidFill>
                  <a:schemeClr val="hlink"/>
                </a:solidFill>
              </a:rPr>
              <a:t> </a:t>
            </a:r>
            <a:r>
              <a:rPr lang="en-US" altLang="zh-CN" b="1" dirty="0">
                <a:solidFill>
                  <a:schemeClr val="hlink"/>
                </a:solidFill>
              </a:rPr>
              <a:t>2</a:t>
            </a:r>
            <a:r>
              <a:rPr lang="zh-CN" altLang="en-US" b="1" dirty="0">
                <a:solidFill>
                  <a:schemeClr val="hlink"/>
                </a:solidFill>
              </a:rPr>
              <a:t>、 隧道的定义</a:t>
            </a:r>
          </a:p>
          <a:p>
            <a:pPr eaLnBrk="1" hangingPunct="1">
              <a:lnSpc>
                <a:spcPct val="125000"/>
              </a:lnSpc>
              <a:buFont typeface="Wingdings" panose="05000000000000000000" pitchFamily="2" charset="2"/>
              <a:buNone/>
            </a:pPr>
            <a:r>
              <a:rPr lang="zh-CN" altLang="en-US" dirty="0">
                <a:solidFill>
                  <a:srgbClr val="000000"/>
                </a:solidFill>
                <a:cs typeface=""/>
              </a:rPr>
              <a:t>          被封装的数据包在公共互联网络上传递时所经过的逻辑路径称为隧道。</a:t>
            </a:r>
          </a:p>
          <a:p>
            <a:pPr eaLnBrk="1" hangingPunct="1">
              <a:lnSpc>
                <a:spcPct val="125000"/>
              </a:lnSpc>
              <a:buFont typeface="Wingdings" panose="05000000000000000000" pitchFamily="2" charset="2"/>
              <a:buNone/>
            </a:pPr>
            <a:r>
              <a:rPr lang="zh-CN" altLang="en-US" dirty="0">
                <a:solidFill>
                  <a:srgbClr val="000000"/>
                </a:solidFill>
                <a:cs typeface=""/>
              </a:rPr>
              <a:t>   </a:t>
            </a:r>
            <a:r>
              <a:rPr lang="zh-CN" altLang="en-US" b="1" dirty="0">
                <a:solidFill>
                  <a:srgbClr val="FF0000"/>
                </a:solidFill>
                <a:cs typeface=""/>
              </a:rPr>
              <a:t>        隧道技术是指包括数据封装，传输和解包在内的全过程</a:t>
            </a:r>
          </a:p>
        </p:txBody>
      </p:sp>
    </p:spTree>
    <p:extLst>
      <p:ext uri="{BB962C8B-B14F-4D97-AF65-F5344CB8AC3E}">
        <p14:creationId xmlns:p14="http://schemas.microsoft.com/office/powerpoint/2010/main" val="7089050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71209"/>
          </a:xfrm>
        </p:spPr>
        <p:txBody>
          <a:bodyPr/>
          <a:lstStyle/>
          <a:p>
            <a:pPr eaLnBrk="1" hangingPunct="1"/>
            <a:r>
              <a:rPr lang="en-US" altLang="zh-CN" dirty="0" smtClean="0"/>
              <a:t>11.2 </a:t>
            </a:r>
            <a:r>
              <a:rPr lang="zh-CN" altLang="en-US" dirty="0" smtClean="0"/>
              <a:t>隧道技术原理</a:t>
            </a:r>
          </a:p>
        </p:txBody>
      </p:sp>
      <p:sp>
        <p:nvSpPr>
          <p:cNvPr id="62466" name="Rectangle 3"/>
          <p:cNvSpPr>
            <a:spLocks noGrp="1" noChangeArrowheads="1"/>
          </p:cNvSpPr>
          <p:nvPr>
            <p:ph idx="1"/>
          </p:nvPr>
        </p:nvSpPr>
        <p:spPr>
          <a:xfrm>
            <a:off x="300476" y="906834"/>
            <a:ext cx="11353260" cy="4572000"/>
          </a:xfrm>
        </p:spPr>
        <p:txBody>
          <a:bodyPr/>
          <a:lstStyle/>
          <a:p>
            <a:pPr eaLnBrk="1" hangingPunct="1">
              <a:lnSpc>
                <a:spcPct val="130000"/>
              </a:lnSpc>
              <a:buFont typeface="Wingdings" panose="05000000000000000000" pitchFamily="2" charset="2"/>
              <a:buNone/>
            </a:pPr>
            <a:r>
              <a:rPr lang="en-US" altLang="zh-CN" b="1" dirty="0">
                <a:solidFill>
                  <a:schemeClr val="hlink"/>
                </a:solidFill>
              </a:rPr>
              <a:t>3</a:t>
            </a:r>
            <a:r>
              <a:rPr lang="zh-CN" altLang="en-US" b="1" dirty="0">
                <a:solidFill>
                  <a:schemeClr val="hlink"/>
                </a:solidFill>
              </a:rPr>
              <a:t>、隧道所使用的传输网络</a:t>
            </a:r>
          </a:p>
          <a:p>
            <a:pPr eaLnBrk="1" hangingPunct="1">
              <a:lnSpc>
                <a:spcPct val="130000"/>
              </a:lnSpc>
              <a:buFont typeface="Wingdings" panose="05000000000000000000" pitchFamily="2" charset="2"/>
              <a:buNone/>
            </a:pPr>
            <a:r>
              <a:rPr lang="zh-CN" altLang="en-US" smtClean="0"/>
              <a:t>可是</a:t>
            </a:r>
            <a:r>
              <a:rPr lang="zh-CN" altLang="en-US" dirty="0"/>
              <a:t>任何类型的公共互联网络。</a:t>
            </a:r>
          </a:p>
          <a:p>
            <a:pPr eaLnBrk="1" hangingPunct="1">
              <a:lnSpc>
                <a:spcPct val="130000"/>
              </a:lnSpc>
              <a:buFont typeface="Wingdings" panose="05000000000000000000" pitchFamily="2" charset="2"/>
              <a:buNone/>
            </a:pPr>
            <a:r>
              <a:rPr lang="zh-CN" altLang="en-US" smtClean="0"/>
              <a:t>目前</a:t>
            </a:r>
            <a:r>
              <a:rPr lang="zh-CN" altLang="en-US" dirty="0"/>
              <a:t>普遍使用的是基于</a:t>
            </a:r>
            <a:r>
              <a:rPr lang="en-US" altLang="zh-CN" dirty="0"/>
              <a:t>Internet(IP</a:t>
            </a:r>
            <a:r>
              <a:rPr lang="zh-CN" altLang="en-US" dirty="0"/>
              <a:t>网络</a:t>
            </a:r>
            <a:r>
              <a:rPr lang="en-US" altLang="zh-CN" dirty="0"/>
              <a:t>)</a:t>
            </a:r>
            <a:r>
              <a:rPr lang="zh-CN" altLang="en-US"/>
              <a:t>隧道</a:t>
            </a:r>
            <a:r>
              <a:rPr lang="zh-CN" altLang="en-US" smtClean="0"/>
              <a:t>技术</a:t>
            </a:r>
            <a:endParaRPr lang="zh-CN" altLang="en-US" dirty="0"/>
          </a:p>
          <a:p>
            <a:pPr eaLnBrk="1" hangingPunct="1">
              <a:lnSpc>
                <a:spcPct val="130000"/>
              </a:lnSpc>
              <a:buFont typeface="Wingdings" panose="05000000000000000000" pitchFamily="2" charset="2"/>
              <a:buNone/>
            </a:pPr>
            <a:r>
              <a:rPr lang="en-US" altLang="zh-CN" b="1" dirty="0">
                <a:solidFill>
                  <a:schemeClr val="hlink"/>
                </a:solidFill>
              </a:rPr>
              <a:t>4</a:t>
            </a:r>
            <a:r>
              <a:rPr lang="zh-CN" altLang="en-US" b="1" dirty="0">
                <a:solidFill>
                  <a:schemeClr val="hlink"/>
                </a:solidFill>
              </a:rPr>
              <a:t>、隧道技术类别</a:t>
            </a:r>
          </a:p>
          <a:p>
            <a:pPr eaLnBrk="1" hangingPunct="1">
              <a:lnSpc>
                <a:spcPct val="130000"/>
              </a:lnSpc>
              <a:buFont typeface="Wingdings" panose="05000000000000000000" pitchFamily="2" charset="2"/>
              <a:buChar char="n"/>
            </a:pPr>
            <a:r>
              <a:rPr lang="en-US" altLang="zh-CN" smtClean="0">
                <a:solidFill>
                  <a:srgbClr val="000000"/>
                </a:solidFill>
              </a:rPr>
              <a:t>2</a:t>
            </a:r>
            <a:r>
              <a:rPr lang="zh-CN" altLang="en-US" dirty="0">
                <a:solidFill>
                  <a:srgbClr val="000000"/>
                </a:solidFill>
              </a:rPr>
              <a:t>层的</a:t>
            </a:r>
            <a:r>
              <a:rPr lang="zh-CN" altLang="en-US">
                <a:solidFill>
                  <a:srgbClr val="000000"/>
                </a:solidFill>
              </a:rPr>
              <a:t>隧道</a:t>
            </a:r>
            <a:r>
              <a:rPr lang="zh-CN" altLang="en-US" smtClean="0">
                <a:solidFill>
                  <a:srgbClr val="000000"/>
                </a:solidFill>
              </a:rPr>
              <a:t>协议</a:t>
            </a:r>
            <a:endParaRPr lang="en-US" altLang="zh-CN" dirty="0"/>
          </a:p>
          <a:p>
            <a:pPr marL="585788" lvl="1" indent="-285750" eaLnBrk="1" hangingPunct="1">
              <a:lnSpc>
                <a:spcPct val="130000"/>
              </a:lnSpc>
              <a:buFont typeface="Wingdings" panose="05000000000000000000" pitchFamily="2" charset="2"/>
              <a:buChar char="ü"/>
            </a:pPr>
            <a:r>
              <a:rPr lang="en-US" altLang="zh-CN" smtClean="0">
                <a:solidFill>
                  <a:srgbClr val="000000"/>
                </a:solidFill>
              </a:rPr>
              <a:t> 2</a:t>
            </a:r>
            <a:r>
              <a:rPr lang="zh-CN" altLang="en-US" dirty="0">
                <a:solidFill>
                  <a:srgbClr val="000000"/>
                </a:solidFill>
              </a:rPr>
              <a:t>层隧道协议对应</a:t>
            </a:r>
            <a:r>
              <a:rPr lang="en-US" altLang="zh-CN" dirty="0">
                <a:solidFill>
                  <a:srgbClr val="000000"/>
                </a:solidFill>
              </a:rPr>
              <a:t>OSI</a:t>
            </a:r>
            <a:r>
              <a:rPr lang="zh-CN" altLang="en-US" dirty="0">
                <a:solidFill>
                  <a:srgbClr val="000000"/>
                </a:solidFill>
              </a:rPr>
              <a:t>模型</a:t>
            </a:r>
            <a:r>
              <a:rPr lang="zh-CN" altLang="en-US">
                <a:solidFill>
                  <a:srgbClr val="000000"/>
                </a:solidFill>
              </a:rPr>
              <a:t>的</a:t>
            </a:r>
            <a:r>
              <a:rPr lang="zh-CN" altLang="en-US" smtClean="0">
                <a:solidFill>
                  <a:srgbClr val="000000"/>
                </a:solidFill>
              </a:rPr>
              <a:t>数据链路层，以</a:t>
            </a:r>
            <a:r>
              <a:rPr lang="zh-CN" altLang="en-US" dirty="0">
                <a:solidFill>
                  <a:srgbClr val="000000"/>
                </a:solidFill>
              </a:rPr>
              <a:t>帧为数据交换单位。</a:t>
            </a:r>
          </a:p>
          <a:p>
            <a:pPr lvl="1" eaLnBrk="1" hangingPunct="1">
              <a:lnSpc>
                <a:spcPct val="130000"/>
              </a:lnSpc>
              <a:buFont typeface="Wingdings" panose="05000000000000000000" pitchFamily="2" charset="2"/>
              <a:buChar char="ü"/>
            </a:pPr>
            <a:r>
              <a:rPr lang="en-US" altLang="zh-CN" smtClean="0">
                <a:solidFill>
                  <a:srgbClr val="000000"/>
                </a:solidFill>
              </a:rPr>
              <a:t> PPTP</a:t>
            </a:r>
            <a:r>
              <a:rPr lang="zh-CN" altLang="en-US" dirty="0">
                <a:solidFill>
                  <a:srgbClr val="000000"/>
                </a:solidFill>
              </a:rPr>
              <a:t>，</a:t>
            </a:r>
            <a:r>
              <a:rPr lang="en-US" altLang="zh-CN" dirty="0">
                <a:solidFill>
                  <a:srgbClr val="000000"/>
                </a:solidFill>
              </a:rPr>
              <a:t>L2TP</a:t>
            </a:r>
            <a:r>
              <a:rPr lang="zh-CN" altLang="en-US" dirty="0">
                <a:solidFill>
                  <a:srgbClr val="000000"/>
                </a:solidFill>
              </a:rPr>
              <a:t>和</a:t>
            </a:r>
            <a:r>
              <a:rPr lang="en-US" altLang="zh-CN" dirty="0">
                <a:solidFill>
                  <a:srgbClr val="000000"/>
                </a:solidFill>
              </a:rPr>
              <a:t>L2F(</a:t>
            </a:r>
            <a:r>
              <a:rPr lang="zh-CN" altLang="en-US" dirty="0">
                <a:solidFill>
                  <a:srgbClr val="000000"/>
                </a:solidFill>
              </a:rPr>
              <a:t>第</a:t>
            </a:r>
            <a:r>
              <a:rPr lang="en-US" altLang="zh-CN" dirty="0">
                <a:solidFill>
                  <a:srgbClr val="000000"/>
                </a:solidFill>
              </a:rPr>
              <a:t>2</a:t>
            </a:r>
            <a:r>
              <a:rPr lang="zh-CN" altLang="en-US" dirty="0">
                <a:solidFill>
                  <a:srgbClr val="000000"/>
                </a:solidFill>
              </a:rPr>
              <a:t>层转发</a:t>
            </a:r>
            <a:r>
              <a:rPr lang="en-US" altLang="zh-CN" dirty="0">
                <a:solidFill>
                  <a:srgbClr val="000000"/>
                </a:solidFill>
              </a:rPr>
              <a:t>)</a:t>
            </a:r>
            <a:r>
              <a:rPr lang="zh-CN" altLang="en-US" dirty="0">
                <a:solidFill>
                  <a:srgbClr val="000000"/>
                </a:solidFill>
              </a:rPr>
              <a:t>都属于第</a:t>
            </a:r>
            <a:r>
              <a:rPr lang="en-US" altLang="zh-CN" dirty="0">
                <a:solidFill>
                  <a:srgbClr val="000000"/>
                </a:solidFill>
              </a:rPr>
              <a:t>2</a:t>
            </a:r>
            <a:r>
              <a:rPr lang="zh-CN" altLang="en-US" dirty="0">
                <a:solidFill>
                  <a:srgbClr val="000000"/>
                </a:solidFill>
              </a:rPr>
              <a:t>层隧道协议，都是</a:t>
            </a:r>
            <a:r>
              <a:rPr lang="zh-CN" altLang="en-US" dirty="0">
                <a:solidFill>
                  <a:srgbClr val="FF0000"/>
                </a:solidFill>
              </a:rPr>
              <a:t>将数据封装在点对点协议</a:t>
            </a:r>
            <a:r>
              <a:rPr lang="en-US" altLang="zh-CN" dirty="0">
                <a:solidFill>
                  <a:srgbClr val="FF0000"/>
                </a:solidFill>
              </a:rPr>
              <a:t>(PPP)</a:t>
            </a:r>
            <a:r>
              <a:rPr lang="zh-CN" altLang="en-US" dirty="0">
                <a:solidFill>
                  <a:srgbClr val="FF0000"/>
                </a:solidFill>
              </a:rPr>
              <a:t>帧中通过互联网络发送</a:t>
            </a:r>
          </a:p>
          <a:p>
            <a:pPr eaLnBrk="1" hangingPunct="1">
              <a:lnSpc>
                <a:spcPct val="130000"/>
              </a:lnSpc>
              <a:buFont typeface="Wingdings" panose="05000000000000000000" pitchFamily="2" charset="2"/>
              <a:buChar char="n"/>
            </a:pPr>
            <a:r>
              <a:rPr lang="en-US" altLang="zh-CN" smtClean="0"/>
              <a:t>3</a:t>
            </a:r>
            <a:r>
              <a:rPr lang="zh-CN" altLang="en-US" dirty="0"/>
              <a:t>层的隧道协议</a:t>
            </a:r>
          </a:p>
          <a:p>
            <a:pPr lvl="1" eaLnBrk="1" hangingPunct="1">
              <a:lnSpc>
                <a:spcPct val="130000"/>
              </a:lnSpc>
              <a:buFont typeface="Wingdings" panose="05000000000000000000" pitchFamily="2" charset="2"/>
              <a:buChar char="ü"/>
            </a:pPr>
            <a:r>
              <a:rPr lang="en-US" altLang="zh-CN" smtClean="0">
                <a:solidFill>
                  <a:srgbClr val="000000"/>
                </a:solidFill>
              </a:rPr>
              <a:t>3</a:t>
            </a:r>
            <a:r>
              <a:rPr lang="zh-CN" altLang="en-US" dirty="0">
                <a:solidFill>
                  <a:srgbClr val="000000"/>
                </a:solidFill>
              </a:rPr>
              <a:t>层隧道协议对应</a:t>
            </a:r>
            <a:r>
              <a:rPr lang="en-US" altLang="zh-CN" dirty="0">
                <a:solidFill>
                  <a:srgbClr val="000000"/>
                </a:solidFill>
              </a:rPr>
              <a:t>OSI</a:t>
            </a:r>
            <a:r>
              <a:rPr lang="zh-CN" altLang="en-US" dirty="0">
                <a:solidFill>
                  <a:srgbClr val="000000"/>
                </a:solidFill>
              </a:rPr>
              <a:t>模型的网络层，以包为数据交换单位。</a:t>
            </a:r>
          </a:p>
          <a:p>
            <a:pPr lvl="1" eaLnBrk="1" hangingPunct="1">
              <a:lnSpc>
                <a:spcPct val="130000"/>
              </a:lnSpc>
              <a:buFont typeface="Wingdings" panose="05000000000000000000" pitchFamily="2" charset="2"/>
              <a:buChar char="ü"/>
            </a:pPr>
            <a:r>
              <a:rPr lang="en-US" altLang="zh-CN" smtClean="0">
                <a:solidFill>
                  <a:srgbClr val="000000"/>
                </a:solidFill>
              </a:rPr>
              <a:t>IP </a:t>
            </a:r>
            <a:r>
              <a:rPr lang="en-US" altLang="zh-CN" dirty="0">
                <a:solidFill>
                  <a:srgbClr val="000000"/>
                </a:solidFill>
              </a:rPr>
              <a:t>over IP</a:t>
            </a:r>
            <a:r>
              <a:rPr lang="zh-CN" altLang="en-US" dirty="0">
                <a:solidFill>
                  <a:srgbClr val="000000"/>
                </a:solidFill>
              </a:rPr>
              <a:t>以及</a:t>
            </a:r>
            <a:r>
              <a:rPr lang="en-US" altLang="zh-CN" dirty="0">
                <a:solidFill>
                  <a:srgbClr val="000000"/>
                </a:solidFill>
              </a:rPr>
              <a:t>IPSec</a:t>
            </a:r>
            <a:r>
              <a:rPr lang="zh-CN" altLang="en-US" dirty="0">
                <a:solidFill>
                  <a:srgbClr val="000000"/>
                </a:solidFill>
              </a:rPr>
              <a:t>隧道模式都属于第</a:t>
            </a:r>
            <a:r>
              <a:rPr lang="en-US" altLang="zh-CN" dirty="0">
                <a:solidFill>
                  <a:srgbClr val="000000"/>
                </a:solidFill>
              </a:rPr>
              <a:t>3</a:t>
            </a:r>
            <a:r>
              <a:rPr lang="zh-CN" altLang="en-US" dirty="0">
                <a:solidFill>
                  <a:srgbClr val="000000"/>
                </a:solidFill>
              </a:rPr>
              <a:t>层隧道协议，都是将</a:t>
            </a:r>
            <a:r>
              <a:rPr lang="en-US" altLang="zh-CN" dirty="0">
                <a:solidFill>
                  <a:srgbClr val="000000"/>
                </a:solidFill>
              </a:rPr>
              <a:t>IP</a:t>
            </a:r>
            <a:r>
              <a:rPr lang="zh-CN" altLang="en-US" dirty="0">
                <a:solidFill>
                  <a:srgbClr val="000000"/>
                </a:solidFill>
              </a:rPr>
              <a:t>包封装在附加的</a:t>
            </a:r>
            <a:r>
              <a:rPr lang="en-US" altLang="zh-CN" dirty="0">
                <a:solidFill>
                  <a:srgbClr val="000000"/>
                </a:solidFill>
              </a:rPr>
              <a:t>IP</a:t>
            </a:r>
            <a:r>
              <a:rPr lang="zh-CN" altLang="en-US" dirty="0">
                <a:solidFill>
                  <a:srgbClr val="000000"/>
                </a:solidFill>
              </a:rPr>
              <a:t>包头中通过</a:t>
            </a:r>
            <a:r>
              <a:rPr lang="en-US" altLang="zh-CN" dirty="0">
                <a:solidFill>
                  <a:srgbClr val="000000"/>
                </a:solidFill>
              </a:rPr>
              <a:t>IP</a:t>
            </a:r>
            <a:r>
              <a:rPr lang="zh-CN" altLang="en-US" dirty="0">
                <a:solidFill>
                  <a:srgbClr val="000000"/>
                </a:solidFill>
              </a:rPr>
              <a:t>网络传送</a:t>
            </a:r>
            <a:endParaRPr lang="zh-CN" altLang="en-US" dirty="0"/>
          </a:p>
        </p:txBody>
      </p:sp>
    </p:spTree>
    <p:extLst>
      <p:ext uri="{BB962C8B-B14F-4D97-AF65-F5344CB8AC3E}">
        <p14:creationId xmlns:p14="http://schemas.microsoft.com/office/powerpoint/2010/main" val="32402407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0" y="0"/>
            <a:ext cx="7793038" cy="671209"/>
          </a:xfrm>
        </p:spPr>
        <p:txBody>
          <a:bodyPr/>
          <a:lstStyle/>
          <a:p>
            <a:pPr eaLnBrk="1" hangingPunct="1"/>
            <a:r>
              <a:rPr lang="en-US" altLang="zh-CN" dirty="0" smtClean="0"/>
              <a:t>11.2 </a:t>
            </a:r>
            <a:r>
              <a:rPr lang="zh-CN" altLang="en-US" dirty="0" smtClean="0"/>
              <a:t>隧道技术原理</a:t>
            </a:r>
          </a:p>
        </p:txBody>
      </p:sp>
      <p:sp>
        <p:nvSpPr>
          <p:cNvPr id="64514" name="Rectangle 3"/>
          <p:cNvSpPr>
            <a:spLocks noGrp="1" noChangeArrowheads="1"/>
          </p:cNvSpPr>
          <p:nvPr>
            <p:ph idx="1"/>
          </p:nvPr>
        </p:nvSpPr>
        <p:spPr>
          <a:xfrm>
            <a:off x="326688" y="830904"/>
            <a:ext cx="4267200" cy="2554321"/>
          </a:xfrm>
        </p:spPr>
        <p:txBody>
          <a:bodyPr/>
          <a:lstStyle/>
          <a:p>
            <a:pPr algn="just" eaLnBrk="1" hangingPunct="1">
              <a:lnSpc>
                <a:spcPct val="130000"/>
              </a:lnSpc>
              <a:spcBef>
                <a:spcPct val="0"/>
              </a:spcBef>
              <a:buFont typeface="Wingdings" panose="05000000000000000000" pitchFamily="2" charset="2"/>
              <a:buNone/>
            </a:pPr>
            <a:r>
              <a:rPr lang="en-US" altLang="zh-CN" b="1" dirty="0">
                <a:solidFill>
                  <a:schemeClr val="hlink"/>
                </a:solidFill>
              </a:rPr>
              <a:t> 5</a:t>
            </a:r>
            <a:r>
              <a:rPr lang="zh-CN" altLang="en-US" b="1" dirty="0">
                <a:solidFill>
                  <a:schemeClr val="hlink"/>
                </a:solidFill>
              </a:rPr>
              <a:t>、隧道协议的构成</a:t>
            </a:r>
          </a:p>
          <a:p>
            <a:pPr algn="just" eaLnBrk="1" hangingPunct="1">
              <a:lnSpc>
                <a:spcPct val="130000"/>
              </a:lnSpc>
              <a:spcBef>
                <a:spcPct val="0"/>
              </a:spcBef>
              <a:buFont typeface="Wingdings" panose="05000000000000000000" pitchFamily="2" charset="2"/>
              <a:buNone/>
            </a:pPr>
            <a:r>
              <a:rPr lang="zh-CN" altLang="en-US" dirty="0">
                <a:solidFill>
                  <a:srgbClr val="000000"/>
                </a:solidFill>
              </a:rPr>
              <a:t>    无论哪种隧道协议都是由</a:t>
            </a:r>
          </a:p>
          <a:p>
            <a:pPr algn="just" eaLnBrk="1" hangingPunct="1">
              <a:lnSpc>
                <a:spcPct val="130000"/>
              </a:lnSpc>
              <a:spcBef>
                <a:spcPct val="0"/>
              </a:spcBef>
              <a:buFont typeface="Wingdings" panose="05000000000000000000" pitchFamily="2" charset="2"/>
              <a:buNone/>
            </a:pPr>
            <a:r>
              <a:rPr lang="zh-CN" altLang="en-US" dirty="0">
                <a:solidFill>
                  <a:srgbClr val="000000"/>
                </a:solidFill>
              </a:rPr>
              <a:t>       </a:t>
            </a:r>
            <a:r>
              <a:rPr lang="zh-CN" altLang="en-US" dirty="0">
                <a:solidFill>
                  <a:schemeClr val="hlink"/>
                </a:solidFill>
              </a:rPr>
              <a:t>传输的载体</a:t>
            </a:r>
            <a:endParaRPr lang="zh-CN" altLang="en-US" dirty="0">
              <a:solidFill>
                <a:srgbClr val="000000"/>
              </a:solidFill>
            </a:endParaRPr>
          </a:p>
          <a:p>
            <a:pPr algn="just" eaLnBrk="1" hangingPunct="1">
              <a:lnSpc>
                <a:spcPct val="130000"/>
              </a:lnSpc>
              <a:spcBef>
                <a:spcPct val="0"/>
              </a:spcBef>
              <a:buFont typeface="Wingdings" panose="05000000000000000000" pitchFamily="2" charset="2"/>
              <a:buNone/>
            </a:pPr>
            <a:r>
              <a:rPr lang="zh-CN" altLang="en-US" dirty="0">
                <a:solidFill>
                  <a:schemeClr val="hlink"/>
                </a:solidFill>
              </a:rPr>
              <a:t>       不同的封装格式</a:t>
            </a:r>
          </a:p>
          <a:p>
            <a:pPr algn="just" eaLnBrk="1" hangingPunct="1">
              <a:lnSpc>
                <a:spcPct val="130000"/>
              </a:lnSpc>
              <a:spcBef>
                <a:spcPct val="0"/>
              </a:spcBef>
              <a:buFont typeface="Wingdings" panose="05000000000000000000" pitchFamily="2" charset="2"/>
              <a:buNone/>
            </a:pPr>
            <a:r>
              <a:rPr lang="zh-CN" altLang="en-US" dirty="0">
                <a:solidFill>
                  <a:schemeClr val="hlink"/>
                </a:solidFill>
              </a:rPr>
              <a:t>       被传输数据包</a:t>
            </a:r>
          </a:p>
          <a:p>
            <a:pPr algn="just" eaLnBrk="1" hangingPunct="1">
              <a:lnSpc>
                <a:spcPct val="130000"/>
              </a:lnSpc>
              <a:spcBef>
                <a:spcPct val="0"/>
              </a:spcBef>
              <a:buFont typeface="Wingdings" panose="05000000000000000000" pitchFamily="2" charset="2"/>
              <a:buNone/>
            </a:pPr>
            <a:r>
              <a:rPr lang="zh-CN" altLang="en-US" dirty="0"/>
              <a:t>    三部分组成的</a:t>
            </a:r>
          </a:p>
        </p:txBody>
      </p:sp>
      <p:grpSp>
        <p:nvGrpSpPr>
          <p:cNvPr id="64515" name="Group 7"/>
          <p:cNvGrpSpPr>
            <a:grpSpLocks/>
          </p:cNvGrpSpPr>
          <p:nvPr/>
        </p:nvGrpSpPr>
        <p:grpSpPr bwMode="auto">
          <a:xfrm>
            <a:off x="2844351" y="2801542"/>
            <a:ext cx="4724400" cy="609600"/>
            <a:chOff x="816" y="2688"/>
            <a:chExt cx="2976" cy="384"/>
          </a:xfrm>
          <a:solidFill>
            <a:schemeClr val="bg1">
              <a:lumMod val="95000"/>
            </a:schemeClr>
          </a:solidFill>
        </p:grpSpPr>
        <p:sp>
          <p:nvSpPr>
            <p:cNvPr id="64518" name="Rectangle 4"/>
            <p:cNvSpPr>
              <a:spLocks noChangeArrowheads="1"/>
            </p:cNvSpPr>
            <p:nvPr/>
          </p:nvSpPr>
          <p:spPr bwMode="auto">
            <a:xfrm>
              <a:off x="2736" y="2688"/>
              <a:ext cx="1056" cy="384"/>
            </a:xfrm>
            <a:prstGeom prst="rect">
              <a:avLst/>
            </a:prstGeom>
            <a:grp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乘客协议</a:t>
              </a:r>
            </a:p>
          </p:txBody>
        </p:sp>
        <p:sp>
          <p:nvSpPr>
            <p:cNvPr id="64519" name="Rectangle 5"/>
            <p:cNvSpPr>
              <a:spLocks noChangeArrowheads="1"/>
            </p:cNvSpPr>
            <p:nvPr/>
          </p:nvSpPr>
          <p:spPr bwMode="auto">
            <a:xfrm>
              <a:off x="1824" y="2688"/>
              <a:ext cx="912" cy="384"/>
            </a:xfrm>
            <a:prstGeom prst="rect">
              <a:avLst/>
            </a:prstGeom>
            <a:grp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封装协议</a:t>
              </a:r>
            </a:p>
          </p:txBody>
        </p:sp>
        <p:sp>
          <p:nvSpPr>
            <p:cNvPr id="64520" name="Rectangle 6"/>
            <p:cNvSpPr>
              <a:spLocks noChangeArrowheads="1"/>
            </p:cNvSpPr>
            <p:nvPr/>
          </p:nvSpPr>
          <p:spPr bwMode="auto">
            <a:xfrm>
              <a:off x="816" y="2688"/>
              <a:ext cx="1008" cy="384"/>
            </a:xfrm>
            <a:prstGeom prst="rect">
              <a:avLst/>
            </a:prstGeom>
            <a:grp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传输协议</a:t>
              </a:r>
            </a:p>
          </p:txBody>
        </p:sp>
      </p:grpSp>
      <p:sp>
        <p:nvSpPr>
          <p:cNvPr id="64516" name="Rectangle 8"/>
          <p:cNvSpPr>
            <a:spLocks noChangeArrowheads="1"/>
          </p:cNvSpPr>
          <p:nvPr/>
        </p:nvSpPr>
        <p:spPr bwMode="auto">
          <a:xfrm>
            <a:off x="1613649" y="3411142"/>
            <a:ext cx="8557403"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1800" b="1" dirty="0" smtClean="0">
                <a:solidFill>
                  <a:schemeClr val="hlink"/>
                </a:solidFill>
                <a:latin typeface="宋体" panose="02010600030101010101" pitchFamily="2" charset="-122"/>
              </a:rPr>
              <a:t>乘客</a:t>
            </a:r>
            <a:r>
              <a:rPr lang="zh-CN" altLang="en-US" sz="1800" b="1" dirty="0">
                <a:solidFill>
                  <a:schemeClr val="hlink"/>
                </a:solidFill>
                <a:latin typeface="宋体" panose="02010600030101010101" pitchFamily="2" charset="-122"/>
              </a:rPr>
              <a:t>协议</a:t>
            </a:r>
            <a:r>
              <a:rPr lang="zh-CN" altLang="en-US" sz="1800" dirty="0" smtClean="0">
                <a:latin typeface="宋体" panose="02010600030101010101" pitchFamily="2" charset="-122"/>
              </a:rPr>
              <a:t>：</a:t>
            </a:r>
            <a:r>
              <a:rPr lang="zh-CN" altLang="en-US" sz="1800" dirty="0"/>
              <a:t>（</a:t>
            </a:r>
            <a:r>
              <a:rPr lang="en-US" altLang="zh-CN" sz="1800" dirty="0"/>
              <a:t>Payload </a:t>
            </a:r>
            <a:r>
              <a:rPr lang="zh-CN" altLang="en-US" sz="1800" dirty="0"/>
              <a:t>内层协议</a:t>
            </a:r>
            <a:r>
              <a:rPr lang="zh-CN" altLang="en-US" sz="1800" dirty="0" smtClean="0"/>
              <a:t>）</a:t>
            </a:r>
            <a:endParaRPr lang="en-US" altLang="zh-CN" sz="1800" dirty="0" smtClean="0"/>
          </a:p>
          <a:p>
            <a:pPr marL="1165225" eaLnBrk="1" hangingPunct="1">
              <a:spcBef>
                <a:spcPct val="50000"/>
              </a:spcBef>
            </a:pPr>
            <a:r>
              <a:rPr lang="zh-CN" altLang="en-US" sz="1800" dirty="0" smtClean="0"/>
              <a:t>被</a:t>
            </a:r>
            <a:r>
              <a:rPr lang="zh-CN" altLang="en-US" sz="1800" dirty="0"/>
              <a:t>封装的</a:t>
            </a:r>
            <a:r>
              <a:rPr lang="zh-CN" altLang="en-US" b="1" dirty="0"/>
              <a:t>原始业务数据包</a:t>
            </a:r>
            <a:r>
              <a:rPr lang="zh-CN" altLang="en-US" sz="1800" dirty="0"/>
              <a:t>，就是要真正传输的数据。</a:t>
            </a:r>
            <a:r>
              <a:rPr lang="zh-CN" altLang="en-US" sz="1800" dirty="0" smtClean="0">
                <a:latin typeface="宋体" panose="02010600030101010101" pitchFamily="2" charset="-122"/>
              </a:rPr>
              <a:t>是</a:t>
            </a:r>
            <a:r>
              <a:rPr lang="zh-CN" altLang="en-US" sz="1800" dirty="0">
                <a:latin typeface="宋体" panose="02010600030101010101" pitchFamily="2" charset="-122"/>
              </a:rPr>
              <a:t>被封装的协议，可以是</a:t>
            </a:r>
            <a:r>
              <a:rPr lang="en-US" altLang="zh-CN" sz="1800" dirty="0">
                <a:latin typeface="Times New Roman" panose="02020603050405020304" pitchFamily="18" charset="0"/>
              </a:rPr>
              <a:t>PPP</a:t>
            </a:r>
            <a:r>
              <a:rPr lang="zh-CN" altLang="en-US" sz="1800" dirty="0">
                <a:latin typeface="宋体" panose="02010600030101010101" pitchFamily="2" charset="-122"/>
              </a:rPr>
              <a:t>、</a:t>
            </a:r>
            <a:r>
              <a:rPr lang="en-US" altLang="zh-CN" sz="1800" dirty="0">
                <a:latin typeface="Times New Roman" panose="02020603050405020304" pitchFamily="18" charset="0"/>
              </a:rPr>
              <a:t>SLIP</a:t>
            </a:r>
            <a:r>
              <a:rPr lang="zh-CN" altLang="en-US" sz="1800" dirty="0">
                <a:latin typeface="Times New Roman" panose="02020603050405020304" pitchFamily="18" charset="0"/>
              </a:rPr>
              <a:t>、</a:t>
            </a:r>
            <a:r>
              <a:rPr lang="en-US" altLang="zh-CN" sz="1800" dirty="0">
                <a:latin typeface="Times New Roman" panose="02020603050405020304" pitchFamily="18" charset="0"/>
              </a:rPr>
              <a:t>IPX</a:t>
            </a:r>
            <a:r>
              <a:rPr lang="zh-CN" altLang="en-US" sz="1800" dirty="0">
                <a:latin typeface="Times New Roman" panose="02020603050405020304" pitchFamily="18" charset="0"/>
              </a:rPr>
              <a:t>、</a:t>
            </a:r>
            <a:r>
              <a:rPr lang="en-US" altLang="zh-CN" sz="1800" dirty="0">
                <a:latin typeface="Times New Roman" panose="02020603050405020304" pitchFamily="18" charset="0"/>
              </a:rPr>
              <a:t>IP</a:t>
            </a:r>
            <a:r>
              <a:rPr lang="zh-CN" altLang="en-US" sz="1800" dirty="0" smtClean="0">
                <a:latin typeface="Times New Roman" panose="02020603050405020304" pitchFamily="18" charset="0"/>
              </a:rPr>
              <a:t>等</a:t>
            </a:r>
            <a:endParaRPr lang="en-US" altLang="zh-CN" sz="1800" dirty="0" smtClean="0">
              <a:latin typeface="Times New Roman" panose="02020603050405020304" pitchFamily="18" charset="0"/>
            </a:endParaRPr>
          </a:p>
          <a:p>
            <a:pPr eaLnBrk="1" hangingPunct="1">
              <a:spcBef>
                <a:spcPct val="50000"/>
              </a:spcBef>
            </a:pPr>
            <a:r>
              <a:rPr lang="zh-CN" altLang="en-US" sz="1800" b="1" dirty="0" smtClean="0">
                <a:solidFill>
                  <a:schemeClr val="hlink"/>
                </a:solidFill>
                <a:latin typeface="宋体" panose="02010600030101010101" pitchFamily="2" charset="-122"/>
              </a:rPr>
              <a:t>封装</a:t>
            </a:r>
            <a:r>
              <a:rPr lang="zh-CN" altLang="en-US" sz="1800" b="1" dirty="0">
                <a:solidFill>
                  <a:schemeClr val="hlink"/>
                </a:solidFill>
                <a:latin typeface="宋体" panose="02010600030101010101" pitchFamily="2" charset="-122"/>
              </a:rPr>
              <a:t>协议：</a:t>
            </a:r>
            <a:r>
              <a:rPr lang="zh-CN" altLang="en-US" sz="1800" dirty="0">
                <a:latin typeface="宋体" panose="02010600030101010101" pitchFamily="2" charset="-122"/>
              </a:rPr>
              <a:t>被用来建立、保持和拆卸隧道。</a:t>
            </a:r>
            <a:r>
              <a:rPr lang="zh-CN" altLang="en-US" sz="1800" dirty="0"/>
              <a:t>用来</a:t>
            </a:r>
            <a:r>
              <a:rPr lang="zh-CN" altLang="en-US" sz="1800" b="1" dirty="0"/>
              <a:t>打包、加头</a:t>
            </a:r>
            <a:r>
              <a:rPr lang="zh-CN" altLang="en-US" sz="1800" dirty="0"/>
              <a:t>，把乘客协议包包起来。</a:t>
            </a:r>
            <a:endParaRPr lang="zh-CN" altLang="en-US" sz="1800" dirty="0">
              <a:latin typeface="宋体" panose="02010600030101010101" pitchFamily="2" charset="-122"/>
            </a:endParaRPr>
          </a:p>
          <a:p>
            <a:pPr eaLnBrk="1" hangingPunct="1">
              <a:spcBef>
                <a:spcPct val="50000"/>
              </a:spcBef>
            </a:pPr>
            <a:r>
              <a:rPr lang="zh-CN" altLang="en-US" sz="1800" dirty="0">
                <a:latin typeface="宋体" panose="02010600030101010101" pitchFamily="2" charset="-122"/>
              </a:rPr>
              <a:t>          包括</a:t>
            </a:r>
            <a:r>
              <a:rPr lang="en-US" altLang="zh-CN" sz="1800" dirty="0">
                <a:latin typeface="Times New Roman" panose="02020603050405020304" pitchFamily="18" charset="0"/>
              </a:rPr>
              <a:t>L2F</a:t>
            </a:r>
            <a:r>
              <a:rPr lang="zh-CN" altLang="en-US" sz="1800" dirty="0">
                <a:latin typeface="宋体" panose="02010600030101010101" pitchFamily="2" charset="-122"/>
              </a:rPr>
              <a:t>、</a:t>
            </a:r>
            <a:r>
              <a:rPr lang="en-US" altLang="zh-CN" sz="1800" dirty="0">
                <a:latin typeface="Times New Roman" panose="02020603050405020304" pitchFamily="18" charset="0"/>
              </a:rPr>
              <a:t>L2TP</a:t>
            </a:r>
            <a:r>
              <a:rPr lang="zh-CN" altLang="en-US" sz="1800" dirty="0">
                <a:latin typeface="宋体" panose="02010600030101010101" pitchFamily="2" charset="-122"/>
              </a:rPr>
              <a:t>、</a:t>
            </a:r>
            <a:r>
              <a:rPr lang="en-US" altLang="zh-CN" sz="1800" dirty="0">
                <a:latin typeface="Times New Roman" panose="02020603050405020304" pitchFamily="18" charset="0"/>
              </a:rPr>
              <a:t>GRE </a:t>
            </a:r>
            <a:r>
              <a:rPr lang="zh-CN" altLang="en-US" sz="1800" dirty="0">
                <a:latin typeface="宋体" panose="02010600030101010101" pitchFamily="2" charset="-122"/>
              </a:rPr>
              <a:t>协议</a:t>
            </a:r>
            <a:r>
              <a:rPr lang="zh-CN" altLang="en-US" sz="1800" dirty="0" smtClean="0">
                <a:latin typeface="宋体" panose="02010600030101010101" pitchFamily="2" charset="-122"/>
              </a:rPr>
              <a:t>。</a:t>
            </a:r>
            <a:endParaRPr lang="en-US" altLang="zh-CN" sz="1800" dirty="0">
              <a:latin typeface="宋体" panose="02010600030101010101" pitchFamily="2" charset="-122"/>
            </a:endParaRPr>
          </a:p>
          <a:p>
            <a:pPr marL="1165225" indent="-1165225" eaLnBrk="1" hangingPunct="1">
              <a:spcBef>
                <a:spcPct val="50000"/>
              </a:spcBef>
            </a:pPr>
            <a:r>
              <a:rPr lang="zh-CN" altLang="en-US" sz="1800" b="1" dirty="0" smtClean="0">
                <a:solidFill>
                  <a:schemeClr val="hlink"/>
                </a:solidFill>
                <a:latin typeface="Times New Roman" panose="02020603050405020304" pitchFamily="18" charset="0"/>
              </a:rPr>
              <a:t>传输</a:t>
            </a:r>
            <a:r>
              <a:rPr lang="zh-CN" altLang="en-US" sz="1800" b="1" dirty="0">
                <a:solidFill>
                  <a:schemeClr val="hlink"/>
                </a:solidFill>
                <a:latin typeface="Times New Roman" panose="02020603050405020304" pitchFamily="18" charset="0"/>
              </a:rPr>
              <a:t>协议</a:t>
            </a:r>
            <a:r>
              <a:rPr lang="zh-CN" altLang="en-US" sz="1800" b="1" dirty="0" smtClean="0">
                <a:solidFill>
                  <a:schemeClr val="hlink"/>
                </a:solidFill>
                <a:latin typeface="Times New Roman" panose="02020603050405020304" pitchFamily="18" charset="0"/>
              </a:rPr>
              <a:t>：</a:t>
            </a:r>
            <a:r>
              <a:rPr lang="zh-CN" altLang="en-US" sz="1800" dirty="0"/>
              <a:t>负责在公网中路由转发封装后的整</a:t>
            </a:r>
            <a:r>
              <a:rPr lang="zh-CN" altLang="en-US" sz="1800" dirty="0" smtClean="0"/>
              <a:t>包</a:t>
            </a:r>
            <a:r>
              <a:rPr lang="zh-CN" altLang="en-US" sz="1800" dirty="0"/>
              <a:t>。</a:t>
            </a:r>
            <a:r>
              <a:rPr lang="en-US" altLang="zh-CN" sz="1800" dirty="0" smtClean="0"/>
              <a:t>IP</a:t>
            </a:r>
            <a:r>
              <a:rPr lang="zh-CN" altLang="en-US" sz="1800" dirty="0"/>
              <a:t>是一种常见的传输协议；帧中继、</a:t>
            </a:r>
            <a:r>
              <a:rPr lang="en-US" altLang="zh-CN" sz="1800" dirty="0"/>
              <a:t>ATM </a:t>
            </a:r>
            <a:r>
              <a:rPr lang="zh-CN" altLang="en-US" sz="1800" dirty="0"/>
              <a:t>也是很好的传输</a:t>
            </a:r>
            <a:r>
              <a:rPr lang="zh-CN" altLang="en-US" sz="1800" dirty="0" smtClean="0"/>
              <a:t>协议</a:t>
            </a:r>
            <a:endParaRPr lang="zh-CN" altLang="en-US" sz="1800" dirty="0"/>
          </a:p>
        </p:txBody>
      </p:sp>
      <p:sp>
        <p:nvSpPr>
          <p:cNvPr id="64517" name="Rectangle 9"/>
          <p:cNvSpPr>
            <a:spLocks noChangeArrowheads="1"/>
          </p:cNvSpPr>
          <p:nvPr/>
        </p:nvSpPr>
        <p:spPr bwMode="auto">
          <a:xfrm>
            <a:off x="6748293" y="1098348"/>
            <a:ext cx="3581400" cy="1276055"/>
          </a:xfrm>
          <a:prstGeom prst="rect">
            <a:avLst/>
          </a:prstGeom>
          <a:solidFill>
            <a:schemeClr val="bg1">
              <a:lumMod val="95000"/>
            </a:schemeClr>
          </a:solidFill>
          <a:ln w="9525">
            <a:solidFill>
              <a:schemeClr val="tx1"/>
            </a:solidFill>
            <a:prstDash val="lgDash"/>
            <a:miter lim="800000"/>
            <a:headEnd/>
            <a:tailEnd/>
          </a:ln>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pPr>
            <a:r>
              <a:rPr lang="zh-CN" altLang="en-US" sz="1800">
                <a:solidFill>
                  <a:srgbClr val="000000"/>
                </a:solidFill>
                <a:latin typeface="微软雅黑" panose="020B0503020204020204" pitchFamily="34" charset="-122"/>
                <a:ea typeface="微软雅黑" panose="020B0503020204020204" pitchFamily="34" charset="-122"/>
              </a:rPr>
              <a:t>不同隧道协议的本质区别在于：</a:t>
            </a:r>
          </a:p>
          <a:p>
            <a:pPr eaLnBrk="1" hangingPunct="1">
              <a:lnSpc>
                <a:spcPct val="130000"/>
              </a:lnSpc>
              <a:spcBef>
                <a:spcPct val="50000"/>
              </a:spcBef>
            </a:pPr>
            <a:r>
              <a:rPr lang="zh-CN" altLang="en-US" sz="1800">
                <a:solidFill>
                  <a:srgbClr val="000000"/>
                </a:solidFill>
                <a:latin typeface="微软雅黑" panose="020B0503020204020204" pitchFamily="34" charset="-122"/>
                <a:ea typeface="微软雅黑" panose="020B0503020204020204" pitchFamily="34" charset="-122"/>
              </a:rPr>
              <a:t> </a:t>
            </a:r>
            <a:r>
              <a:rPr lang="zh-CN" altLang="en-US" sz="1800">
                <a:solidFill>
                  <a:schemeClr val="hlink"/>
                </a:solidFill>
                <a:latin typeface="微软雅黑" panose="020B0503020204020204" pitchFamily="34" charset="-122"/>
                <a:ea typeface="微软雅黑" panose="020B0503020204020204" pitchFamily="34" charset="-122"/>
              </a:rPr>
              <a:t> 用户的数据包是被封装在哪种数据包中在隧道中传输的</a:t>
            </a:r>
          </a:p>
        </p:txBody>
      </p:sp>
    </p:spTree>
    <p:extLst>
      <p:ext uri="{BB962C8B-B14F-4D97-AF65-F5344CB8AC3E}">
        <p14:creationId xmlns:p14="http://schemas.microsoft.com/office/powerpoint/2010/main" val="20223236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1"/>
            <a:ext cx="8229600" cy="642026"/>
          </a:xfrm>
        </p:spPr>
        <p:txBody>
          <a:bodyPr/>
          <a:lstStyle/>
          <a:p>
            <a:pPr eaLnBrk="1" hangingPunct="1"/>
            <a:r>
              <a:rPr lang="en-US" altLang="zh-CN" dirty="0" smtClean="0"/>
              <a:t>11.3 PPTP</a:t>
            </a:r>
            <a:r>
              <a:rPr lang="en-US" altLang="zh-CN" dirty="0"/>
              <a:t>/</a:t>
            </a:r>
            <a:r>
              <a:rPr lang="en-US" altLang="zh-CN" dirty="0" smtClean="0"/>
              <a:t>L2TP</a:t>
            </a:r>
            <a:r>
              <a:rPr lang="zh-CN" altLang="en-US" dirty="0" smtClean="0"/>
              <a:t>协议</a:t>
            </a:r>
          </a:p>
        </p:txBody>
      </p:sp>
      <p:graphicFrame>
        <p:nvGraphicFramePr>
          <p:cNvPr id="5" name="Object 2048"/>
          <p:cNvGraphicFramePr>
            <a:graphicFrameLocks noChangeAspect="1"/>
          </p:cNvGraphicFramePr>
          <p:nvPr>
            <p:extLst>
              <p:ext uri="{D42A27DB-BD31-4B8C-83A1-F6EECF244321}">
                <p14:modId xmlns:p14="http://schemas.microsoft.com/office/powerpoint/2010/main" val="2216920782"/>
              </p:ext>
            </p:extLst>
          </p:nvPr>
        </p:nvGraphicFramePr>
        <p:xfrm>
          <a:off x="1857255" y="1050405"/>
          <a:ext cx="8001000" cy="2669948"/>
        </p:xfrm>
        <a:graphic>
          <a:graphicData uri="http://schemas.openxmlformats.org/presentationml/2006/ole">
            <mc:AlternateContent xmlns:mc="http://schemas.openxmlformats.org/markup-compatibility/2006">
              <mc:Choice xmlns:v="urn:schemas-microsoft-com:vml" Requires="v">
                <p:oleObj spid="_x0000_s76985" r:id="rId3" imgW="5990476" imgH="2819794" progId="Paint.Picture">
                  <p:embed/>
                </p:oleObj>
              </mc:Choice>
              <mc:Fallback>
                <p:oleObj r:id="rId3" imgW="5990476" imgH="2819794" progId="Paint.Picture">
                  <p:embed/>
                  <p:pic>
                    <p:nvPicPr>
                      <p:cNvPr id="112643"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255" y="1050405"/>
                        <a:ext cx="8001000" cy="2669948"/>
                      </a:xfrm>
                      <a:prstGeom prst="rect">
                        <a:avLst/>
                      </a:prstGeom>
                      <a:noFill/>
                      <a:ln>
                        <a:noFill/>
                      </a:ln>
                    </p:spPr>
                  </p:pic>
                </p:oleObj>
              </mc:Fallback>
            </mc:AlternateContent>
          </a:graphicData>
        </a:graphic>
      </p:graphicFrame>
      <p:sp>
        <p:nvSpPr>
          <p:cNvPr id="6" name="矩形 5"/>
          <p:cNvSpPr/>
          <p:nvPr/>
        </p:nvSpPr>
        <p:spPr>
          <a:xfrm>
            <a:off x="1857255" y="3506345"/>
            <a:ext cx="8697795" cy="406971"/>
          </a:xfrm>
          <a:prstGeom prst="rect">
            <a:avLst/>
          </a:prstGeom>
        </p:spPr>
        <p:txBody>
          <a:bodyPr wrap="square">
            <a:spAutoFit/>
          </a:bodyPr>
          <a:lstStyle/>
          <a:p>
            <a:pPr algn="just" eaLnBrk="1" hangingPunct="1">
              <a:lnSpc>
                <a:spcPct val="125000"/>
              </a:lnSpc>
              <a:buFont typeface="Wingdings" panose="05000000000000000000" pitchFamily="2" charset="2"/>
              <a:buNone/>
            </a:pPr>
            <a:r>
              <a:rPr lang="en-US" altLang="zh-CN" smtClean="0">
                <a:solidFill>
                  <a:srgbClr val="CC0033"/>
                </a:solidFill>
                <a:latin typeface="微软雅黑" panose="020B0503020204020204" pitchFamily="34" charset="-122"/>
                <a:ea typeface="微软雅黑" panose="020B0503020204020204" pitchFamily="34" charset="-122"/>
              </a:rPr>
              <a:t>PPP</a:t>
            </a:r>
            <a:r>
              <a:rPr lang="zh-CN" altLang="en-US" dirty="0">
                <a:solidFill>
                  <a:srgbClr val="000000"/>
                </a:solidFill>
                <a:latin typeface="微软雅黑" panose="020B0503020204020204" pitchFamily="34" charset="-122"/>
                <a:ea typeface="微软雅黑" panose="020B0503020204020204" pitchFamily="34" charset="-122"/>
              </a:rPr>
              <a:t>主要通过拨号或专线方式建立点对点连接发送</a:t>
            </a:r>
            <a:r>
              <a:rPr lang="zh-CN" altLang="en-US">
                <a:solidFill>
                  <a:srgbClr val="000000"/>
                </a:solidFill>
                <a:latin typeface="微软雅黑" panose="020B0503020204020204" pitchFamily="34" charset="-122"/>
                <a:ea typeface="微软雅黑" panose="020B0503020204020204" pitchFamily="34" charset="-122"/>
              </a:rPr>
              <a:t>数据 </a:t>
            </a:r>
            <a:endParaRPr lang="zh-CN" altLang="en-US"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0682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01162" y="47025"/>
            <a:ext cx="77724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buFont typeface="Wingdings" panose="05000000000000000000" pitchFamily="2" charset="2"/>
              <a:buNone/>
            </a:pPr>
            <a:r>
              <a:rPr lang="en-US" altLang="zh-CN" b="1" kern="0" dirty="0">
                <a:solidFill>
                  <a:schemeClr val="bg1"/>
                </a:solidFill>
                <a:latin typeface="微软雅黑" panose="020B0503020204020204" pitchFamily="34" charset="-122"/>
                <a:ea typeface="微软雅黑" panose="020B0503020204020204" pitchFamily="34" charset="-122"/>
              </a:rPr>
              <a:t>PPP</a:t>
            </a:r>
            <a:r>
              <a:rPr lang="zh-CN" altLang="en-US" b="1" kern="0" dirty="0">
                <a:solidFill>
                  <a:schemeClr val="bg1"/>
                </a:solidFill>
                <a:latin typeface="微软雅黑" panose="020B0503020204020204" pitchFamily="34" charset="-122"/>
                <a:ea typeface="微软雅黑" panose="020B0503020204020204" pitchFamily="34" charset="-122"/>
              </a:rPr>
              <a:t>协议的帧格式</a:t>
            </a:r>
          </a:p>
        </p:txBody>
      </p:sp>
      <p:grpSp>
        <p:nvGrpSpPr>
          <p:cNvPr id="5" name="Group 4"/>
          <p:cNvGrpSpPr>
            <a:grpSpLocks/>
          </p:cNvGrpSpPr>
          <p:nvPr/>
        </p:nvGrpSpPr>
        <p:grpSpPr bwMode="auto">
          <a:xfrm>
            <a:off x="709411" y="969362"/>
            <a:ext cx="6967538" cy="642938"/>
            <a:chOff x="768" y="1536"/>
            <a:chExt cx="4389" cy="405"/>
          </a:xfrm>
        </p:grpSpPr>
        <p:sp>
          <p:nvSpPr>
            <p:cNvPr id="6" name="Rectangle 5"/>
            <p:cNvSpPr>
              <a:spLocks noChangeArrowheads="1"/>
            </p:cNvSpPr>
            <p:nvPr/>
          </p:nvSpPr>
          <p:spPr bwMode="auto">
            <a:xfrm>
              <a:off x="768" y="1728"/>
              <a:ext cx="4368" cy="192"/>
            </a:xfrm>
            <a:prstGeom prst="rect">
              <a:avLst/>
            </a:prstGeom>
            <a:solidFill>
              <a:srgbClr val="CCFFFF"/>
            </a:solidFill>
            <a:ln w="12700">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7" name="Line 6"/>
            <p:cNvSpPr>
              <a:spLocks noChangeShapeType="1"/>
            </p:cNvSpPr>
            <p:nvPr/>
          </p:nvSpPr>
          <p:spPr bwMode="auto">
            <a:xfrm>
              <a:off x="1248" y="172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7"/>
            <p:cNvSpPr>
              <a:spLocks noChangeShapeType="1"/>
            </p:cNvSpPr>
            <p:nvPr/>
          </p:nvSpPr>
          <p:spPr bwMode="auto">
            <a:xfrm>
              <a:off x="1680" y="172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p:cNvSpPr>
              <a:spLocks noChangeShapeType="1"/>
            </p:cNvSpPr>
            <p:nvPr/>
          </p:nvSpPr>
          <p:spPr bwMode="auto">
            <a:xfrm>
              <a:off x="2112" y="172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9"/>
            <p:cNvSpPr>
              <a:spLocks noChangeShapeType="1"/>
            </p:cNvSpPr>
            <p:nvPr/>
          </p:nvSpPr>
          <p:spPr bwMode="auto">
            <a:xfrm>
              <a:off x="4656" y="172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0"/>
            <p:cNvSpPr>
              <a:spLocks noChangeShapeType="1"/>
            </p:cNvSpPr>
            <p:nvPr/>
          </p:nvSpPr>
          <p:spPr bwMode="auto">
            <a:xfrm>
              <a:off x="3888" y="172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1"/>
            <p:cNvSpPr txBox="1">
              <a:spLocks noChangeArrowheads="1"/>
            </p:cNvSpPr>
            <p:nvPr/>
          </p:nvSpPr>
          <p:spPr bwMode="auto">
            <a:xfrm>
              <a:off x="912" y="1728"/>
              <a:ext cx="1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600" b="1">
                  <a:latin typeface="CordiaUPC" pitchFamily="34" charset="-34"/>
                </a:rPr>
                <a:t>F</a:t>
              </a:r>
            </a:p>
          </p:txBody>
        </p:sp>
        <p:sp>
          <p:nvSpPr>
            <p:cNvPr id="13" name="Rectangle 12"/>
            <p:cNvSpPr>
              <a:spLocks noChangeArrowheads="1"/>
            </p:cNvSpPr>
            <p:nvPr/>
          </p:nvSpPr>
          <p:spPr bwMode="auto">
            <a:xfrm>
              <a:off x="2832" y="1728"/>
              <a:ext cx="55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600" b="1">
                  <a:latin typeface="CordiaUPC" pitchFamily="34" charset="-34"/>
                </a:rPr>
                <a:t>     </a:t>
              </a:r>
              <a:r>
                <a:rPr kumimoji="1" lang="zh-CN" altLang="en-US" sz="1600" b="1">
                  <a:latin typeface="CordiaUPC" pitchFamily="34" charset="-34"/>
                </a:rPr>
                <a:t>净荷</a:t>
              </a:r>
            </a:p>
          </p:txBody>
        </p:sp>
        <p:sp>
          <p:nvSpPr>
            <p:cNvPr id="14" name="Rectangle 13"/>
            <p:cNvSpPr>
              <a:spLocks noChangeArrowheads="1"/>
            </p:cNvSpPr>
            <p:nvPr/>
          </p:nvSpPr>
          <p:spPr bwMode="auto">
            <a:xfrm>
              <a:off x="1776" y="1728"/>
              <a:ext cx="1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600" b="1">
                  <a:latin typeface="CordiaUPC" pitchFamily="34" charset="-34"/>
                </a:rPr>
                <a:t>C</a:t>
              </a:r>
            </a:p>
          </p:txBody>
        </p:sp>
        <p:sp>
          <p:nvSpPr>
            <p:cNvPr id="15" name="Rectangle 14"/>
            <p:cNvSpPr>
              <a:spLocks noChangeArrowheads="1"/>
            </p:cNvSpPr>
            <p:nvPr/>
          </p:nvSpPr>
          <p:spPr bwMode="auto">
            <a:xfrm>
              <a:off x="1344" y="1728"/>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600" b="1">
                  <a:latin typeface="CordiaUPC" pitchFamily="34" charset="-34"/>
                </a:rPr>
                <a:t>A</a:t>
              </a:r>
            </a:p>
          </p:txBody>
        </p:sp>
        <p:sp>
          <p:nvSpPr>
            <p:cNvPr id="16" name="Rectangle 15"/>
            <p:cNvSpPr>
              <a:spLocks noChangeArrowheads="1"/>
            </p:cNvSpPr>
            <p:nvPr/>
          </p:nvSpPr>
          <p:spPr bwMode="auto">
            <a:xfrm>
              <a:off x="4800" y="1728"/>
              <a:ext cx="1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600" b="1">
                  <a:latin typeface="CordiaUPC" pitchFamily="34" charset="-34"/>
                </a:rPr>
                <a:t>F</a:t>
              </a:r>
            </a:p>
          </p:txBody>
        </p:sp>
        <p:sp>
          <p:nvSpPr>
            <p:cNvPr id="17" name="Rectangle 16"/>
            <p:cNvSpPr>
              <a:spLocks noChangeArrowheads="1"/>
            </p:cNvSpPr>
            <p:nvPr/>
          </p:nvSpPr>
          <p:spPr bwMode="auto">
            <a:xfrm>
              <a:off x="4080" y="1720"/>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zh-CN" altLang="en-US" sz="1600" b="1">
                  <a:latin typeface="CordiaUPC" pitchFamily="34" charset="-34"/>
                </a:rPr>
                <a:t>校验和</a:t>
              </a:r>
            </a:p>
          </p:txBody>
        </p:sp>
        <p:sp>
          <p:nvSpPr>
            <p:cNvPr id="18" name="Rectangle 17"/>
            <p:cNvSpPr>
              <a:spLocks noChangeArrowheads="1"/>
            </p:cNvSpPr>
            <p:nvPr/>
          </p:nvSpPr>
          <p:spPr bwMode="auto">
            <a:xfrm>
              <a:off x="4656" y="1536"/>
              <a:ext cx="50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1   </a:t>
              </a:r>
              <a:r>
                <a:rPr kumimoji="1" lang="zh-CN" altLang="en-US" sz="1400" b="1">
                  <a:latin typeface="CordiaUPC" pitchFamily="34" charset="-34"/>
                </a:rPr>
                <a:t>字节</a:t>
              </a:r>
            </a:p>
          </p:txBody>
        </p:sp>
        <p:sp>
          <p:nvSpPr>
            <p:cNvPr id="19" name="Rectangle 18"/>
            <p:cNvSpPr>
              <a:spLocks noChangeArrowheads="1"/>
            </p:cNvSpPr>
            <p:nvPr/>
          </p:nvSpPr>
          <p:spPr bwMode="auto">
            <a:xfrm>
              <a:off x="4176" y="1536"/>
              <a:ext cx="29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2/4</a:t>
              </a:r>
              <a:endParaRPr kumimoji="1" lang="en-US" altLang="zh-CN" sz="1600" b="1">
                <a:latin typeface="CordiaUPC" pitchFamily="34" charset="-34"/>
              </a:endParaRPr>
            </a:p>
          </p:txBody>
        </p:sp>
        <p:sp>
          <p:nvSpPr>
            <p:cNvPr id="20" name="Rectangle 19"/>
            <p:cNvSpPr>
              <a:spLocks noChangeArrowheads="1"/>
            </p:cNvSpPr>
            <p:nvPr/>
          </p:nvSpPr>
          <p:spPr bwMode="auto">
            <a:xfrm>
              <a:off x="2832" y="1536"/>
              <a:ext cx="7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 0 --</a:t>
              </a:r>
              <a:r>
                <a:rPr kumimoji="1" lang="zh-CN" altLang="en-US" sz="1400" b="1">
                  <a:latin typeface="CordiaUPC" pitchFamily="34" charset="-34"/>
                </a:rPr>
                <a:t>最大长度</a:t>
              </a:r>
              <a:endParaRPr kumimoji="1" lang="zh-CN" altLang="en-US" sz="1600" b="1">
                <a:latin typeface="CordiaUPC" pitchFamily="34" charset="-34"/>
              </a:endParaRPr>
            </a:p>
          </p:txBody>
        </p:sp>
        <p:sp>
          <p:nvSpPr>
            <p:cNvPr id="21" name="Rectangle 20"/>
            <p:cNvSpPr>
              <a:spLocks noChangeArrowheads="1"/>
            </p:cNvSpPr>
            <p:nvPr/>
          </p:nvSpPr>
          <p:spPr bwMode="auto">
            <a:xfrm>
              <a:off x="1824" y="1536"/>
              <a:ext cx="1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1</a:t>
              </a:r>
              <a:endParaRPr kumimoji="1" lang="en-US" altLang="zh-CN" sz="1600" b="1">
                <a:latin typeface="CordiaUPC" pitchFamily="34" charset="-34"/>
              </a:endParaRPr>
            </a:p>
          </p:txBody>
        </p:sp>
        <p:sp>
          <p:nvSpPr>
            <p:cNvPr id="22" name="Rectangle 21"/>
            <p:cNvSpPr>
              <a:spLocks noChangeArrowheads="1"/>
            </p:cNvSpPr>
            <p:nvPr/>
          </p:nvSpPr>
          <p:spPr bwMode="auto">
            <a:xfrm>
              <a:off x="1344" y="1552"/>
              <a:ext cx="1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1</a:t>
              </a:r>
              <a:endParaRPr kumimoji="1" lang="en-US" altLang="zh-CN" sz="1600" b="1">
                <a:latin typeface="CordiaUPC" pitchFamily="34" charset="-34"/>
              </a:endParaRPr>
            </a:p>
          </p:txBody>
        </p:sp>
        <p:sp>
          <p:nvSpPr>
            <p:cNvPr id="23" name="Rectangle 22"/>
            <p:cNvSpPr>
              <a:spLocks noChangeArrowheads="1"/>
            </p:cNvSpPr>
            <p:nvPr/>
          </p:nvSpPr>
          <p:spPr bwMode="auto">
            <a:xfrm>
              <a:off x="912" y="1536"/>
              <a:ext cx="1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1</a:t>
              </a:r>
              <a:endParaRPr kumimoji="1" lang="en-US" altLang="zh-CN" sz="1600" b="1">
                <a:latin typeface="CordiaUPC" pitchFamily="34" charset="-34"/>
              </a:endParaRPr>
            </a:p>
          </p:txBody>
        </p:sp>
        <p:sp>
          <p:nvSpPr>
            <p:cNvPr id="24" name="Line 23"/>
            <p:cNvSpPr>
              <a:spLocks noChangeShapeType="1"/>
            </p:cNvSpPr>
            <p:nvPr/>
          </p:nvSpPr>
          <p:spPr bwMode="auto">
            <a:xfrm>
              <a:off x="2640" y="172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Rectangle 24"/>
            <p:cNvSpPr>
              <a:spLocks noChangeArrowheads="1"/>
            </p:cNvSpPr>
            <p:nvPr/>
          </p:nvSpPr>
          <p:spPr bwMode="auto">
            <a:xfrm>
              <a:off x="2208" y="1728"/>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zh-CN" altLang="en-US" sz="1600" b="1">
                  <a:latin typeface="CordiaUPC" pitchFamily="34" charset="-34"/>
                </a:rPr>
                <a:t>协议</a:t>
              </a:r>
            </a:p>
          </p:txBody>
        </p:sp>
        <p:sp>
          <p:nvSpPr>
            <p:cNvPr id="26" name="Rectangle 25"/>
            <p:cNvSpPr>
              <a:spLocks noChangeArrowheads="1"/>
            </p:cNvSpPr>
            <p:nvPr/>
          </p:nvSpPr>
          <p:spPr bwMode="auto">
            <a:xfrm>
              <a:off x="2304" y="1536"/>
              <a:ext cx="29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r>
                <a:rPr kumimoji="1" lang="en-US" altLang="zh-CN" sz="1400" b="1">
                  <a:latin typeface="CordiaUPC" pitchFamily="34" charset="-34"/>
                </a:rPr>
                <a:t>1/2</a:t>
              </a:r>
            </a:p>
          </p:txBody>
        </p:sp>
      </p:grpSp>
      <p:sp>
        <p:nvSpPr>
          <p:cNvPr id="27" name="Text Box 26"/>
          <p:cNvSpPr txBox="1">
            <a:spLocks noChangeArrowheads="1"/>
          </p:cNvSpPr>
          <p:nvPr/>
        </p:nvSpPr>
        <p:spPr bwMode="auto">
          <a:xfrm>
            <a:off x="709411" y="1902812"/>
            <a:ext cx="8077200"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eaLnBrk="0" hangingPunct="0">
              <a:defRPr sz="2000">
                <a:solidFill>
                  <a:schemeClr val="tx1"/>
                </a:solidFill>
                <a:latin typeface="Tahoma" panose="020B0604030504040204" pitchFamily="34" charset="0"/>
                <a:ea typeface="宋体" panose="02010600030101010101" pitchFamily="2" charset="-122"/>
              </a:defRPr>
            </a:lvl1pPr>
            <a:lvl2pPr marL="742950" indent="-285750" defTabSz="762000"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762000"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762000"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762000"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800">
                <a:latin typeface="微软雅黑" panose="020B0503020204020204" pitchFamily="34" charset="-122"/>
                <a:ea typeface="微软雅黑" panose="020B0503020204020204" pitchFamily="34" charset="-122"/>
              </a:rPr>
              <a:t>F</a:t>
            </a:r>
            <a:r>
              <a:rPr kumimoji="1" lang="zh-CN" altLang="en-US" sz="1800">
                <a:latin typeface="微软雅黑" panose="020B0503020204020204" pitchFamily="34" charset="-122"/>
                <a:ea typeface="微软雅黑" panose="020B0503020204020204" pitchFamily="34" charset="-122"/>
              </a:rPr>
              <a:t>：首尾标志</a:t>
            </a:r>
            <a:r>
              <a:rPr kumimoji="1" lang="en-US" altLang="zh-CN" sz="1800">
                <a:latin typeface="微软雅黑" panose="020B0503020204020204" pitchFamily="34" charset="-122"/>
                <a:ea typeface="微软雅黑" panose="020B0503020204020204" pitchFamily="34" charset="-122"/>
              </a:rPr>
              <a:t>7Eh</a:t>
            </a:r>
            <a:r>
              <a:rPr kumimoji="1" lang="zh-CN" altLang="en-US" sz="1800">
                <a:latin typeface="微软雅黑" panose="020B0503020204020204" pitchFamily="34" charset="-122"/>
                <a:ea typeface="微软雅黑" panose="020B0503020204020204" pitchFamily="34" charset="-122"/>
              </a:rPr>
              <a:t>，透明传输采用字符填充</a:t>
            </a:r>
          </a:p>
          <a:p>
            <a:pPr>
              <a:spcBef>
                <a:spcPct val="50000"/>
              </a:spcBef>
            </a:pPr>
            <a:r>
              <a:rPr kumimoji="1" lang="en-US" altLang="zh-CN" sz="1800">
                <a:latin typeface="微软雅黑" panose="020B0503020204020204" pitchFamily="34" charset="-122"/>
                <a:ea typeface="微软雅黑" panose="020B0503020204020204" pitchFamily="34" charset="-122"/>
              </a:rPr>
              <a:t>A</a:t>
            </a:r>
            <a:r>
              <a:rPr kumimoji="1" lang="zh-CN" altLang="en-US" sz="1800">
                <a:latin typeface="微软雅黑" panose="020B0503020204020204" pitchFamily="34" charset="-122"/>
                <a:ea typeface="微软雅黑" panose="020B0503020204020204" pitchFamily="34" charset="-122"/>
              </a:rPr>
              <a:t>：地址字段，永远为</a:t>
            </a:r>
            <a:r>
              <a:rPr kumimoji="1" lang="en-US" altLang="zh-CN" sz="1800">
                <a:latin typeface="微软雅黑" panose="020B0503020204020204" pitchFamily="34" charset="-122"/>
                <a:ea typeface="微软雅黑" panose="020B0503020204020204" pitchFamily="34" charset="-122"/>
              </a:rPr>
              <a:t>FFh</a:t>
            </a:r>
            <a:r>
              <a:rPr kumimoji="1" lang="zh-CN" altLang="en-US" sz="1800">
                <a:latin typeface="微软雅黑" panose="020B0503020204020204" pitchFamily="34" charset="-122"/>
                <a:ea typeface="微软雅黑" panose="020B0503020204020204" pitchFamily="34" charset="-122"/>
              </a:rPr>
              <a:t>，表示所有站点都可以接收</a:t>
            </a:r>
          </a:p>
          <a:p>
            <a:pPr>
              <a:spcBef>
                <a:spcPct val="50000"/>
              </a:spcBef>
            </a:pPr>
            <a:r>
              <a:rPr kumimoji="1" lang="en-US" altLang="zh-CN" sz="1800">
                <a:latin typeface="微软雅黑" panose="020B0503020204020204" pitchFamily="34" charset="-122"/>
                <a:ea typeface="微软雅黑" panose="020B0503020204020204" pitchFamily="34" charset="-122"/>
              </a:rPr>
              <a:t>C</a:t>
            </a:r>
            <a:r>
              <a:rPr kumimoji="1" lang="zh-CN" altLang="en-US" sz="1800">
                <a:latin typeface="微软雅黑" panose="020B0503020204020204" pitchFamily="34" charset="-122"/>
                <a:ea typeface="微软雅黑" panose="020B0503020204020204" pitchFamily="34" charset="-122"/>
              </a:rPr>
              <a:t>：控制字段，默认为</a:t>
            </a:r>
            <a:r>
              <a:rPr kumimoji="1" lang="en-US" altLang="zh-CN" sz="1800">
                <a:latin typeface="微软雅黑" panose="020B0503020204020204" pitchFamily="34" charset="-122"/>
                <a:ea typeface="微软雅黑" panose="020B0503020204020204" pitchFamily="34" charset="-122"/>
              </a:rPr>
              <a:t>03h</a:t>
            </a:r>
            <a:r>
              <a:rPr kumimoji="1" lang="zh-CN" altLang="en-US" sz="1800">
                <a:latin typeface="微软雅黑" panose="020B0503020204020204" pitchFamily="34" charset="-122"/>
                <a:ea typeface="微软雅黑" panose="020B0503020204020204" pitchFamily="34" charset="-122"/>
              </a:rPr>
              <a:t>，表示无编号帧</a:t>
            </a:r>
          </a:p>
          <a:p>
            <a:pPr>
              <a:spcBef>
                <a:spcPct val="50000"/>
              </a:spcBef>
            </a:pPr>
            <a:r>
              <a:rPr kumimoji="1" lang="zh-CN" altLang="en-US" sz="1800">
                <a:latin typeface="微软雅黑" panose="020B0503020204020204" pitchFamily="34" charset="-122"/>
                <a:ea typeface="微软雅黑" panose="020B0503020204020204" pitchFamily="34" charset="-122"/>
              </a:rPr>
              <a:t>协议：指明净荷字段的包类型</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支持</a:t>
            </a:r>
            <a:r>
              <a:rPr kumimoji="1" lang="en-US" altLang="zh-CN" sz="1800">
                <a:latin typeface="微软雅黑" panose="020B0503020204020204" pitchFamily="34" charset="-122"/>
                <a:ea typeface="微软雅黑" panose="020B0503020204020204" pitchFamily="34" charset="-122"/>
              </a:rPr>
              <a:t>LCP</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rPr>
              <a:t>PAP</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rPr>
              <a:t>CHAP</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rPr>
              <a:t>IP</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rPr>
              <a:t>IPX</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rPr>
              <a:t>AppleTalk...</a:t>
            </a:r>
          </a:p>
        </p:txBody>
      </p:sp>
      <p:sp>
        <p:nvSpPr>
          <p:cNvPr id="28" name="Rectangle 32"/>
          <p:cNvSpPr>
            <a:spLocks noChangeArrowheads="1"/>
          </p:cNvSpPr>
          <p:nvPr/>
        </p:nvSpPr>
        <p:spPr bwMode="auto">
          <a:xfrm>
            <a:off x="709411" y="3663704"/>
            <a:ext cx="891124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marL="285750" indent="-285750" eaLnBrk="1" hangingPunct="1">
              <a:spcBef>
                <a:spcPct val="50000"/>
              </a:spcBef>
              <a:buFont typeface="Wingdings" panose="05000000000000000000" pitchFamily="2" charset="2"/>
              <a:buChar char="n"/>
            </a:pPr>
            <a:r>
              <a:rPr lang="en-US" altLang="zh-CN" sz="1800" smtClean="0">
                <a:solidFill>
                  <a:schemeClr val="hlink"/>
                </a:solidFill>
                <a:latin typeface="微软雅黑" panose="020B0503020204020204" pitchFamily="34" charset="-122"/>
                <a:ea typeface="微软雅黑" panose="020B0503020204020204" pitchFamily="34" charset="-122"/>
              </a:rPr>
              <a:t>0xc021 </a:t>
            </a:r>
            <a:r>
              <a:rPr lang="en-US" altLang="zh-CN" sz="1800">
                <a:solidFill>
                  <a:schemeClr val="hlink"/>
                </a:solidFill>
                <a:latin typeface="微软雅黑" panose="020B0503020204020204" pitchFamily="34" charset="-122"/>
                <a:ea typeface="微软雅黑" panose="020B0503020204020204" pitchFamily="34" charset="-122"/>
              </a:rPr>
              <a:t>,</a:t>
            </a:r>
            <a:r>
              <a:rPr lang="zh-CN" altLang="en-US" sz="1800">
                <a:solidFill>
                  <a:schemeClr val="hlink"/>
                </a:solidFill>
                <a:latin typeface="微软雅黑" panose="020B0503020204020204" pitchFamily="34" charset="-122"/>
                <a:ea typeface="微软雅黑" panose="020B0503020204020204" pitchFamily="34" charset="-122"/>
              </a:rPr>
              <a:t>则表明它的有效载荷是一个</a:t>
            </a:r>
            <a:r>
              <a:rPr lang="en-US" altLang="zh-CN" sz="1800">
                <a:solidFill>
                  <a:schemeClr val="hlink"/>
                </a:solidFill>
                <a:latin typeface="微软雅黑" panose="020B0503020204020204" pitchFamily="34" charset="-122"/>
                <a:ea typeface="微软雅黑" panose="020B0503020204020204" pitchFamily="34" charset="-122"/>
              </a:rPr>
              <a:t>LCP </a:t>
            </a:r>
            <a:r>
              <a:rPr lang="zh-CN" altLang="en-US" sz="1800" smtClean="0">
                <a:solidFill>
                  <a:schemeClr val="hlink"/>
                </a:solidFill>
                <a:latin typeface="微软雅黑" panose="020B0503020204020204" pitchFamily="34" charset="-122"/>
                <a:ea typeface="微软雅黑" panose="020B0503020204020204" pitchFamily="34" charset="-122"/>
              </a:rPr>
              <a:t>包</a:t>
            </a:r>
            <a:endParaRPr lang="en-US" altLang="zh-CN" sz="1800" smtClean="0">
              <a:solidFill>
                <a:schemeClr val="hlink"/>
              </a:solidFill>
              <a:latin typeface="微软雅黑" panose="020B0503020204020204" pitchFamily="34" charset="-122"/>
              <a:ea typeface="微软雅黑" panose="020B0503020204020204" pitchFamily="34" charset="-122"/>
            </a:endParaRPr>
          </a:p>
          <a:p>
            <a:pPr marL="285750" indent="-285750" eaLnBrk="1" hangingPunct="1">
              <a:spcBef>
                <a:spcPct val="50000"/>
              </a:spcBef>
              <a:buFont typeface="Wingdings" panose="05000000000000000000" pitchFamily="2" charset="2"/>
              <a:buChar char="n"/>
            </a:pPr>
            <a:r>
              <a:rPr lang="en-US" altLang="zh-CN" sz="1800" smtClean="0">
                <a:solidFill>
                  <a:schemeClr val="hlink"/>
                </a:solidFill>
                <a:latin typeface="微软雅黑" panose="020B0503020204020204" pitchFamily="34" charset="-122"/>
                <a:ea typeface="微软雅黑" panose="020B0503020204020204" pitchFamily="34" charset="-122"/>
              </a:rPr>
              <a:t>0xc023 </a:t>
            </a:r>
            <a:r>
              <a:rPr lang="en-US" altLang="zh-CN" sz="1800">
                <a:solidFill>
                  <a:schemeClr val="hlink"/>
                </a:solidFill>
                <a:latin typeface="微软雅黑" panose="020B0503020204020204" pitchFamily="34" charset="-122"/>
                <a:ea typeface="微软雅黑" panose="020B0503020204020204" pitchFamily="34" charset="-122"/>
              </a:rPr>
              <a:t>,</a:t>
            </a:r>
            <a:r>
              <a:rPr lang="zh-CN" altLang="en-US" sz="1800">
                <a:solidFill>
                  <a:schemeClr val="hlink"/>
                </a:solidFill>
                <a:latin typeface="微软雅黑" panose="020B0503020204020204" pitchFamily="34" charset="-122"/>
                <a:ea typeface="微软雅黑" panose="020B0503020204020204" pitchFamily="34" charset="-122"/>
              </a:rPr>
              <a:t>则表明它的有效载荷是一个</a:t>
            </a:r>
            <a:r>
              <a:rPr lang="en-US" altLang="zh-CN" sz="1800">
                <a:solidFill>
                  <a:schemeClr val="hlink"/>
                </a:solidFill>
                <a:latin typeface="微软雅黑" panose="020B0503020204020204" pitchFamily="34" charset="-122"/>
                <a:ea typeface="微软雅黑" panose="020B0503020204020204" pitchFamily="34" charset="-122"/>
              </a:rPr>
              <a:t>PAP </a:t>
            </a:r>
            <a:r>
              <a:rPr lang="zh-CN" altLang="en-US" sz="1800" smtClean="0">
                <a:solidFill>
                  <a:schemeClr val="hlink"/>
                </a:solidFill>
                <a:latin typeface="微软雅黑" panose="020B0503020204020204" pitchFamily="34" charset="-122"/>
                <a:ea typeface="微软雅黑" panose="020B0503020204020204" pitchFamily="34" charset="-122"/>
              </a:rPr>
              <a:t>包</a:t>
            </a:r>
            <a:endParaRPr lang="en-US" altLang="zh-CN" sz="1800" smtClean="0">
              <a:solidFill>
                <a:schemeClr val="hlink"/>
              </a:solidFill>
              <a:latin typeface="微软雅黑" panose="020B0503020204020204" pitchFamily="34" charset="-122"/>
              <a:ea typeface="微软雅黑" panose="020B0503020204020204" pitchFamily="34" charset="-122"/>
            </a:endParaRPr>
          </a:p>
          <a:p>
            <a:pPr marL="285750" indent="-285750" eaLnBrk="1" hangingPunct="1">
              <a:spcBef>
                <a:spcPct val="50000"/>
              </a:spcBef>
              <a:buFont typeface="Wingdings" panose="05000000000000000000" pitchFamily="2" charset="2"/>
              <a:buChar char="n"/>
            </a:pPr>
            <a:r>
              <a:rPr lang="en-US" altLang="zh-CN" sz="1800" smtClean="0">
                <a:solidFill>
                  <a:schemeClr val="hlink"/>
                </a:solidFill>
                <a:latin typeface="微软雅黑" panose="020B0503020204020204" pitchFamily="34" charset="-122"/>
                <a:ea typeface="微软雅黑" panose="020B0503020204020204" pitchFamily="34" charset="-122"/>
              </a:rPr>
              <a:t>0xc223 </a:t>
            </a:r>
            <a:r>
              <a:rPr lang="en-US" altLang="zh-CN" sz="1800">
                <a:solidFill>
                  <a:schemeClr val="hlink"/>
                </a:solidFill>
                <a:latin typeface="微软雅黑" panose="020B0503020204020204" pitchFamily="34" charset="-122"/>
                <a:ea typeface="微软雅黑" panose="020B0503020204020204" pitchFamily="34" charset="-122"/>
              </a:rPr>
              <a:t>,</a:t>
            </a:r>
            <a:r>
              <a:rPr lang="zh-CN" altLang="en-US" sz="1800">
                <a:solidFill>
                  <a:schemeClr val="hlink"/>
                </a:solidFill>
                <a:latin typeface="微软雅黑" panose="020B0503020204020204" pitchFamily="34" charset="-122"/>
                <a:ea typeface="微软雅黑" panose="020B0503020204020204" pitchFamily="34" charset="-122"/>
              </a:rPr>
              <a:t>则表明它的有效载荷是一个</a:t>
            </a:r>
            <a:r>
              <a:rPr lang="en-US" altLang="zh-CN" sz="1800">
                <a:solidFill>
                  <a:schemeClr val="hlink"/>
                </a:solidFill>
                <a:latin typeface="微软雅黑" panose="020B0503020204020204" pitchFamily="34" charset="-122"/>
                <a:ea typeface="微软雅黑" panose="020B0503020204020204" pitchFamily="34" charset="-122"/>
              </a:rPr>
              <a:t>CHAP</a:t>
            </a:r>
            <a:r>
              <a:rPr lang="zh-CN" altLang="en-US" sz="1800" smtClean="0">
                <a:solidFill>
                  <a:schemeClr val="hlink"/>
                </a:solidFill>
                <a:latin typeface="微软雅黑" panose="020B0503020204020204" pitchFamily="34" charset="-122"/>
                <a:ea typeface="微软雅黑" panose="020B0503020204020204" pitchFamily="34" charset="-122"/>
              </a:rPr>
              <a:t>包</a:t>
            </a:r>
            <a:endParaRPr lang="en-US" altLang="zh-CN" sz="1800" smtClean="0">
              <a:solidFill>
                <a:schemeClr val="hlink"/>
              </a:solidFill>
              <a:latin typeface="微软雅黑" panose="020B0503020204020204" pitchFamily="34" charset="-122"/>
              <a:ea typeface="微软雅黑" panose="020B0503020204020204" pitchFamily="34" charset="-122"/>
            </a:endParaRPr>
          </a:p>
          <a:p>
            <a:pPr marL="285750" indent="-285750" eaLnBrk="1" hangingPunct="1">
              <a:spcBef>
                <a:spcPct val="50000"/>
              </a:spcBef>
              <a:buFont typeface="Wingdings" panose="05000000000000000000" pitchFamily="2" charset="2"/>
              <a:buChar char="n"/>
            </a:pPr>
            <a:r>
              <a:rPr lang="en-US" altLang="zh-CN" sz="1800" smtClean="0">
                <a:solidFill>
                  <a:schemeClr val="hlink"/>
                </a:solidFill>
                <a:latin typeface="微软雅黑" panose="020B0503020204020204" pitchFamily="34" charset="-122"/>
                <a:ea typeface="微软雅黑" panose="020B0503020204020204" pitchFamily="34" charset="-122"/>
              </a:rPr>
              <a:t>0x8021 </a:t>
            </a:r>
            <a:r>
              <a:rPr lang="en-US" altLang="zh-CN" sz="1800">
                <a:solidFill>
                  <a:schemeClr val="hlink"/>
                </a:solidFill>
                <a:latin typeface="微软雅黑" panose="020B0503020204020204" pitchFamily="34" charset="-122"/>
                <a:ea typeface="微软雅黑" panose="020B0503020204020204" pitchFamily="34" charset="-122"/>
              </a:rPr>
              <a:t>,</a:t>
            </a:r>
            <a:r>
              <a:rPr lang="zh-CN" altLang="en-US" sz="1800">
                <a:solidFill>
                  <a:schemeClr val="hlink"/>
                </a:solidFill>
                <a:latin typeface="微软雅黑" panose="020B0503020204020204" pitchFamily="34" charset="-122"/>
                <a:ea typeface="微软雅黑" panose="020B0503020204020204" pitchFamily="34" charset="-122"/>
              </a:rPr>
              <a:t>则表明它的有效载荷是</a:t>
            </a:r>
            <a:r>
              <a:rPr lang="en-US" altLang="zh-CN" sz="1800">
                <a:solidFill>
                  <a:schemeClr val="hlink"/>
                </a:solidFill>
                <a:latin typeface="微软雅黑" panose="020B0503020204020204" pitchFamily="34" charset="-122"/>
                <a:ea typeface="微软雅黑" panose="020B0503020204020204" pitchFamily="34" charset="-122"/>
              </a:rPr>
              <a:t>IPCP </a:t>
            </a:r>
            <a:r>
              <a:rPr lang="zh-CN" altLang="en-US" sz="1800">
                <a:solidFill>
                  <a:schemeClr val="hlink"/>
                </a:solidFill>
                <a:latin typeface="微软雅黑" panose="020B0503020204020204" pitchFamily="34" charset="-122"/>
                <a:ea typeface="微软雅黑" panose="020B0503020204020204" pitchFamily="34" charset="-122"/>
              </a:rPr>
              <a:t>包</a:t>
            </a:r>
            <a:r>
              <a:rPr lang="en-US" altLang="zh-CN" sz="1800">
                <a:solidFill>
                  <a:schemeClr val="hlink"/>
                </a:solidFill>
                <a:latin typeface="微软雅黑" panose="020B0503020204020204" pitchFamily="34" charset="-122"/>
                <a:ea typeface="微软雅黑" panose="020B0503020204020204" pitchFamily="34" charset="-122"/>
              </a:rPr>
              <a:t>(NCP</a:t>
            </a:r>
            <a:r>
              <a:rPr lang="en-US" altLang="zh-CN" sz="1800" smtClean="0">
                <a:solidFill>
                  <a:schemeClr val="hlink"/>
                </a:solidFill>
                <a:latin typeface="微软雅黑" panose="020B0503020204020204" pitchFamily="34" charset="-122"/>
                <a:ea typeface="微软雅黑" panose="020B0503020204020204" pitchFamily="34" charset="-122"/>
              </a:rPr>
              <a:t>)</a:t>
            </a:r>
          </a:p>
          <a:p>
            <a:pPr marL="285750" indent="-285750" eaLnBrk="1" hangingPunct="1">
              <a:spcBef>
                <a:spcPct val="50000"/>
              </a:spcBef>
              <a:buFont typeface="Wingdings" panose="05000000000000000000" pitchFamily="2" charset="2"/>
              <a:buChar char="n"/>
            </a:pPr>
            <a:r>
              <a:rPr lang="en-US" altLang="zh-CN" sz="1800" smtClean="0">
                <a:solidFill>
                  <a:schemeClr val="hlink"/>
                </a:solidFill>
                <a:latin typeface="微软雅黑" panose="020B0503020204020204" pitchFamily="34" charset="-122"/>
                <a:ea typeface="微软雅黑" panose="020B0503020204020204" pitchFamily="34" charset="-122"/>
              </a:rPr>
              <a:t>0x0021 </a:t>
            </a:r>
            <a:r>
              <a:rPr lang="en-US" altLang="zh-CN" sz="1800">
                <a:solidFill>
                  <a:schemeClr val="hlink"/>
                </a:solidFill>
                <a:latin typeface="微软雅黑" panose="020B0503020204020204" pitchFamily="34" charset="-122"/>
                <a:ea typeface="微软雅黑" panose="020B0503020204020204" pitchFamily="34" charset="-122"/>
              </a:rPr>
              <a:t>,</a:t>
            </a:r>
            <a:r>
              <a:rPr lang="zh-CN" altLang="en-US" sz="1800">
                <a:solidFill>
                  <a:schemeClr val="hlink"/>
                </a:solidFill>
                <a:latin typeface="微软雅黑" panose="020B0503020204020204" pitchFamily="34" charset="-122"/>
                <a:ea typeface="微软雅黑" panose="020B0503020204020204" pitchFamily="34" charset="-122"/>
              </a:rPr>
              <a:t>则表明它的有效载荷是</a:t>
            </a:r>
            <a:r>
              <a:rPr lang="en-US" altLang="zh-CN" sz="1800">
                <a:solidFill>
                  <a:schemeClr val="hlink"/>
                </a:solidFill>
                <a:latin typeface="微软雅黑" panose="020B0503020204020204" pitchFamily="34" charset="-122"/>
                <a:ea typeface="微软雅黑" panose="020B0503020204020204" pitchFamily="34" charset="-122"/>
              </a:rPr>
              <a:t>IP </a:t>
            </a:r>
            <a:r>
              <a:rPr lang="zh-CN" altLang="en-US" sz="1800" smtClean="0">
                <a:solidFill>
                  <a:schemeClr val="hlink"/>
                </a:solidFill>
                <a:latin typeface="微软雅黑" panose="020B0503020204020204" pitchFamily="34" charset="-122"/>
                <a:ea typeface="微软雅黑" panose="020B0503020204020204" pitchFamily="34" charset="-122"/>
              </a:rPr>
              <a:t>包</a:t>
            </a:r>
            <a:endParaRPr lang="zh-CN" altLang="en-US" sz="1800">
              <a:solidFill>
                <a:schemeClr val="hlin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7595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0"/>
          <p:cNvGraphicFramePr>
            <a:graphicFrameLocks noChangeAspect="1"/>
          </p:cNvGraphicFramePr>
          <p:nvPr>
            <p:extLst>
              <p:ext uri="{D42A27DB-BD31-4B8C-83A1-F6EECF244321}">
                <p14:modId xmlns:p14="http://schemas.microsoft.com/office/powerpoint/2010/main" val="882133417"/>
              </p:ext>
            </p:extLst>
          </p:nvPr>
        </p:nvGraphicFramePr>
        <p:xfrm>
          <a:off x="2071283" y="1161282"/>
          <a:ext cx="4876800" cy="4038600"/>
        </p:xfrm>
        <a:graphic>
          <a:graphicData uri="http://schemas.openxmlformats.org/presentationml/2006/ole">
            <mc:AlternateContent xmlns:mc="http://schemas.openxmlformats.org/markup-compatibility/2006">
              <mc:Choice xmlns:v="urn:schemas-microsoft-com:vml" Requires="v">
                <p:oleObj spid="_x0000_s90281" name="位图图像" r:id="rId3" imgW="2809524" imgH="2790476" progId="Paint.Picture">
                  <p:embed/>
                </p:oleObj>
              </mc:Choice>
              <mc:Fallback>
                <p:oleObj name="位图图像" r:id="rId3" imgW="2809524" imgH="2790476" progId="Paint.Picture">
                  <p:embed/>
                  <p:pic>
                    <p:nvPicPr>
                      <p:cNvPr id="8194"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283" y="1161282"/>
                        <a:ext cx="48768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5"/>
          <p:cNvSpPr>
            <a:spLocks noChangeArrowheads="1"/>
          </p:cNvSpPr>
          <p:nvPr/>
        </p:nvSpPr>
        <p:spPr bwMode="auto">
          <a:xfrm>
            <a:off x="7540948" y="1582562"/>
            <a:ext cx="2438400" cy="346841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200000"/>
              </a:lnSpc>
            </a:pPr>
            <a:r>
              <a:rPr lang="zh-CN" altLang="en-US" sz="1800"/>
              <a:t>建立结束：</a:t>
            </a:r>
            <a:r>
              <a:rPr lang="en-US" altLang="zh-CN" sz="1800"/>
              <a:t>LCP</a:t>
            </a:r>
            <a:r>
              <a:rPr lang="zh-CN" altLang="en-US" sz="1800"/>
              <a:t>报文</a:t>
            </a:r>
          </a:p>
          <a:p>
            <a:pPr eaLnBrk="1" hangingPunct="1">
              <a:lnSpc>
                <a:spcPct val="200000"/>
              </a:lnSpc>
            </a:pPr>
            <a:r>
              <a:rPr lang="zh-CN" altLang="en-US" sz="1800"/>
              <a:t>身分认证：</a:t>
            </a:r>
            <a:r>
              <a:rPr lang="en-US" altLang="zh-CN" sz="1800"/>
              <a:t>CHAP</a:t>
            </a:r>
            <a:r>
              <a:rPr lang="zh-CN" altLang="en-US" sz="1800"/>
              <a:t>报文</a:t>
            </a:r>
          </a:p>
          <a:p>
            <a:pPr eaLnBrk="1" hangingPunct="1">
              <a:lnSpc>
                <a:spcPct val="200000"/>
              </a:lnSpc>
            </a:pPr>
            <a:r>
              <a:rPr lang="zh-CN" altLang="en-US" sz="1800"/>
              <a:t>网络工作：</a:t>
            </a:r>
            <a:r>
              <a:rPr lang="en-US" altLang="zh-CN" sz="1800"/>
              <a:t>NCP</a:t>
            </a:r>
            <a:r>
              <a:rPr lang="zh-CN" altLang="en-US" sz="1800"/>
              <a:t>报文</a:t>
            </a:r>
          </a:p>
        </p:txBody>
      </p:sp>
      <p:sp>
        <p:nvSpPr>
          <p:cNvPr id="6" name="Rectangle 3"/>
          <p:cNvSpPr txBox="1">
            <a:spLocks noChangeArrowheads="1"/>
          </p:cNvSpPr>
          <p:nvPr/>
        </p:nvSpPr>
        <p:spPr bwMode="auto">
          <a:xfrm>
            <a:off x="106296" y="0"/>
            <a:ext cx="77724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buFont typeface="Wingdings" panose="05000000000000000000" pitchFamily="2" charset="2"/>
              <a:buNone/>
            </a:pPr>
            <a:r>
              <a:rPr lang="en-US" altLang="zh-CN" b="1" kern="0" dirty="0">
                <a:solidFill>
                  <a:schemeClr val="bg1"/>
                </a:solidFill>
                <a:latin typeface="微软雅黑" panose="020B0503020204020204" pitchFamily="34" charset="-122"/>
                <a:ea typeface="微软雅黑" panose="020B0503020204020204" pitchFamily="34" charset="-122"/>
              </a:rPr>
              <a:t>PPP</a:t>
            </a:r>
            <a:r>
              <a:rPr lang="zh-CN" altLang="en-US" b="1" kern="0" dirty="0">
                <a:solidFill>
                  <a:schemeClr val="bg1"/>
                </a:solidFill>
                <a:latin typeface="微软雅黑" panose="020B0503020204020204" pitchFamily="34" charset="-122"/>
                <a:ea typeface="微软雅黑" panose="020B0503020204020204" pitchFamily="34" charset="-122"/>
              </a:rPr>
              <a:t>协议的执行过程</a:t>
            </a:r>
          </a:p>
        </p:txBody>
      </p:sp>
    </p:spTree>
    <p:extLst>
      <p:ext uri="{BB962C8B-B14F-4D97-AF65-F5344CB8AC3E}">
        <p14:creationId xmlns:p14="http://schemas.microsoft.com/office/powerpoint/2010/main" val="91463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5"/>
          <p:cNvSpPr>
            <a:spLocks noChangeArrowheads="1"/>
          </p:cNvSpPr>
          <p:nvPr/>
        </p:nvSpPr>
        <p:spPr bwMode="auto">
          <a:xfrm>
            <a:off x="1209138" y="5171145"/>
            <a:ext cx="3662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b="1">
                <a:latin typeface="宋体" panose="02010600030101010101" pitchFamily="2" charset="-122"/>
              </a:rPr>
              <a:t>基于</a:t>
            </a:r>
            <a:r>
              <a:rPr kumimoji="1" lang="en-US" altLang="zh-CN" b="1" smtClean="0">
                <a:latin typeface="宋体" panose="02010600030101010101" pitchFamily="2" charset="-122"/>
              </a:rPr>
              <a:t>PPP</a:t>
            </a:r>
            <a:r>
              <a:rPr kumimoji="1" lang="zh-CN" altLang="en-US" b="1" dirty="0">
                <a:latin typeface="宋体" panose="02010600030101010101" pitchFamily="2" charset="-122"/>
              </a:rPr>
              <a:t>的服务器接入模型 </a:t>
            </a:r>
          </a:p>
        </p:txBody>
      </p:sp>
      <p:sp>
        <p:nvSpPr>
          <p:cNvPr id="23" name="Rectangle 2"/>
          <p:cNvSpPr>
            <a:spLocks noGrp="1" noChangeArrowheads="1"/>
          </p:cNvSpPr>
          <p:nvPr>
            <p:ph type="title"/>
          </p:nvPr>
        </p:nvSpPr>
        <p:spPr>
          <a:xfrm>
            <a:off x="0" y="1"/>
            <a:ext cx="8229600" cy="598815"/>
          </a:xfrm>
        </p:spPr>
        <p:txBody>
          <a:bodyPr/>
          <a:lstStyle/>
          <a:p>
            <a:pPr eaLnBrk="1" hangingPunct="1"/>
            <a:r>
              <a:rPr lang="en-US" altLang="zh-CN" dirty="0" smtClean="0"/>
              <a:t>11.3 PPTP</a:t>
            </a:r>
            <a:r>
              <a:rPr lang="en-US" altLang="zh-CN" dirty="0"/>
              <a:t>/</a:t>
            </a:r>
            <a:r>
              <a:rPr lang="en-US" altLang="zh-CN" dirty="0" smtClean="0"/>
              <a:t>L2TP</a:t>
            </a:r>
            <a:r>
              <a:rPr lang="zh-CN" altLang="en-US" dirty="0" smtClean="0"/>
              <a:t>协议</a:t>
            </a:r>
          </a:p>
        </p:txBody>
      </p:sp>
      <p:pic>
        <p:nvPicPr>
          <p:cNvPr id="24" name="图片 23"/>
          <p:cNvPicPr>
            <a:picLocks noChangeAspect="1"/>
          </p:cNvPicPr>
          <p:nvPr/>
        </p:nvPicPr>
        <p:blipFill>
          <a:blip r:embed="rId2"/>
          <a:stretch>
            <a:fillRect/>
          </a:stretch>
        </p:blipFill>
        <p:spPr>
          <a:xfrm>
            <a:off x="930614" y="1406933"/>
            <a:ext cx="3941379" cy="3090042"/>
          </a:xfrm>
          <a:prstGeom prst="rect">
            <a:avLst/>
          </a:prstGeom>
        </p:spPr>
      </p:pic>
      <p:sp>
        <p:nvSpPr>
          <p:cNvPr id="25" name="Rectangle 3"/>
          <p:cNvSpPr txBox="1">
            <a:spLocks noChangeArrowheads="1"/>
          </p:cNvSpPr>
          <p:nvPr/>
        </p:nvSpPr>
        <p:spPr bwMode="auto">
          <a:xfrm>
            <a:off x="5055783" y="1334927"/>
            <a:ext cx="6347633" cy="4213356"/>
          </a:xfrm>
          <a:prstGeom prst="rect">
            <a:avLst/>
          </a:prstGeom>
          <a:solidFill>
            <a:schemeClr val="bg1">
              <a:lumMod val="95000"/>
            </a:schemeClr>
          </a:solidFill>
          <a:ln w="9525">
            <a:noFill/>
            <a:miter lim="800000"/>
            <a:headEnd/>
            <a:tailEnd/>
          </a:ln>
        </p:spPr>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130000"/>
              </a:lnSpc>
              <a:buFont typeface="Wingdings" panose="05000000000000000000" pitchFamily="2" charset="2"/>
              <a:buNone/>
            </a:pPr>
            <a:r>
              <a:rPr lang="zh-CN" altLang="en-US" sz="1800" b="1" kern="0" dirty="0">
                <a:solidFill>
                  <a:schemeClr val="hlink"/>
                </a:solidFill>
                <a:latin typeface="微软雅黑" panose="020B0503020204020204" pitchFamily="34" charset="-122"/>
                <a:ea typeface="微软雅黑" panose="020B0503020204020204" pitchFamily="34" charset="-122"/>
              </a:rPr>
              <a:t>基于</a:t>
            </a:r>
            <a:r>
              <a:rPr lang="en-US" altLang="zh-CN" sz="1800" b="1" kern="0" dirty="0">
                <a:solidFill>
                  <a:schemeClr val="hlink"/>
                </a:solidFill>
                <a:latin typeface="微软雅黑" panose="020B0503020204020204" pitchFamily="34" charset="-122"/>
                <a:ea typeface="微软雅黑" panose="020B0503020204020204" pitchFamily="34" charset="-122"/>
              </a:rPr>
              <a:t>PPP</a:t>
            </a:r>
            <a:r>
              <a:rPr lang="zh-CN" altLang="en-US" sz="1800" b="1" kern="0" dirty="0">
                <a:solidFill>
                  <a:schemeClr val="hlink"/>
                </a:solidFill>
                <a:latin typeface="微软雅黑" panose="020B0503020204020204" pitchFamily="34" charset="-122"/>
                <a:ea typeface="微软雅黑" panose="020B0503020204020204" pitchFamily="34" charset="-122"/>
              </a:rPr>
              <a:t>的传统网络接入服务器</a:t>
            </a:r>
            <a:r>
              <a:rPr lang="en-US" altLang="zh-CN" sz="1800" b="1" kern="0" dirty="0">
                <a:solidFill>
                  <a:schemeClr val="hlink"/>
                </a:solidFill>
                <a:latin typeface="微软雅黑" panose="020B0503020204020204" pitchFamily="34" charset="-122"/>
                <a:ea typeface="微软雅黑" panose="020B0503020204020204" pitchFamily="34" charset="-122"/>
              </a:rPr>
              <a:t>NAS</a:t>
            </a:r>
            <a:r>
              <a:rPr lang="zh-CN" altLang="en-US" sz="1800" b="1" kern="0" dirty="0">
                <a:solidFill>
                  <a:schemeClr val="hlink"/>
                </a:solidFill>
                <a:latin typeface="微软雅黑" panose="020B0503020204020204" pitchFamily="34" charset="-122"/>
                <a:ea typeface="微软雅黑" panose="020B0503020204020204" pitchFamily="34" charset="-122"/>
              </a:rPr>
              <a:t>的功能</a:t>
            </a:r>
          </a:p>
          <a:p>
            <a:pPr marL="0" indent="0" algn="just" eaLnBrk="1" hangingPunct="1">
              <a:lnSpc>
                <a:spcPct val="130000"/>
              </a:lnSpc>
              <a:buNone/>
            </a:pPr>
            <a:r>
              <a:rPr lang="en-US" altLang="zh-CN" sz="1800" kern="0" dirty="0">
                <a:latin typeface="微软雅黑" panose="020B0503020204020204" pitchFamily="34" charset="-122"/>
                <a:ea typeface="微软雅黑" panose="020B0503020204020204" pitchFamily="34" charset="-122"/>
              </a:rPr>
              <a:t>NAS:</a:t>
            </a:r>
            <a:r>
              <a:rPr lang="zh-CN" altLang="en-US" sz="1800" kern="0" dirty="0">
                <a:latin typeface="微软雅黑" panose="020B0503020204020204" pitchFamily="34" charset="-122"/>
                <a:ea typeface="微软雅黑" panose="020B0503020204020204" pitchFamily="34" charset="-122"/>
              </a:rPr>
              <a:t>管理对所有网络设备</a:t>
            </a:r>
            <a:r>
              <a:rPr lang="en-US" altLang="zh-CN" sz="1800" kern="0" dirty="0">
                <a:latin typeface="微软雅黑" panose="020B0503020204020204" pitchFamily="34" charset="-122"/>
                <a:ea typeface="微软雅黑" panose="020B0503020204020204" pitchFamily="34" charset="-122"/>
              </a:rPr>
              <a:t>/</a:t>
            </a:r>
            <a:r>
              <a:rPr lang="zh-CN" altLang="en-US" sz="1800" kern="0" dirty="0">
                <a:latin typeface="微软雅黑" panose="020B0503020204020204" pitchFamily="34" charset="-122"/>
                <a:ea typeface="微软雅黑" panose="020B0503020204020204" pitchFamily="34" charset="-122"/>
              </a:rPr>
              <a:t>资源的访问，有以下几个功能。</a:t>
            </a:r>
            <a:endParaRPr lang="en-US" altLang="zh-CN" sz="1800" kern="0" dirty="0">
              <a:latin typeface="微软雅黑" panose="020B0503020204020204" pitchFamily="34" charset="-122"/>
              <a:ea typeface="微软雅黑" panose="020B0503020204020204" pitchFamily="34" charset="-122"/>
            </a:endParaRPr>
          </a:p>
          <a:p>
            <a:pPr marL="357188" indent="-357188" algn="just" eaLnBrk="1" hangingPunct="1">
              <a:lnSpc>
                <a:spcPct val="130000"/>
              </a:lnSpc>
              <a:buNone/>
            </a:pP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(1) </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提供到</a:t>
            </a: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PSTN</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或</a:t>
            </a: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ISDN</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的物理接口</a:t>
            </a: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控制外部调制解调器和终端适配器。</a:t>
            </a:r>
            <a:endParaRPr lang="en-US" altLang="zh-CN" sz="1800" kern="0" dirty="0">
              <a:solidFill>
                <a:schemeClr val="accent5">
                  <a:lumMod val="50000"/>
                </a:schemeClr>
              </a:solidFill>
              <a:latin typeface="微软雅黑" panose="020B0503020204020204" pitchFamily="34" charset="-122"/>
              <a:ea typeface="微软雅黑" panose="020B0503020204020204" pitchFamily="34" charset="-122"/>
            </a:endParaRPr>
          </a:p>
          <a:p>
            <a:pPr marL="357188" indent="-357188" algn="just" eaLnBrk="1" hangingPunct="1">
              <a:lnSpc>
                <a:spcPct val="130000"/>
              </a:lnSpc>
              <a:buNone/>
            </a:pP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(2) </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提供点对点协议</a:t>
            </a: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(PPP)</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链路控制协议</a:t>
            </a: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(LCP)</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会话的逻辑终止。</a:t>
            </a:r>
          </a:p>
          <a:p>
            <a:pPr algn="just" eaLnBrk="1" hangingPunct="1">
              <a:lnSpc>
                <a:spcPct val="130000"/>
              </a:lnSpc>
              <a:buFont typeface="Wingdings" panose="05000000000000000000" pitchFamily="2" charset="2"/>
              <a:buNone/>
            </a:pP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(3) </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参与到</a:t>
            </a:r>
            <a:r>
              <a:rPr lang="en-US" altLang="zh-CN" sz="1800" kern="0" dirty="0">
                <a:solidFill>
                  <a:schemeClr val="accent5">
                    <a:lumMod val="50000"/>
                  </a:schemeClr>
                </a:solidFill>
                <a:latin typeface="微软雅黑" panose="020B0503020204020204" pitchFamily="34" charset="-122"/>
                <a:ea typeface="微软雅黑" panose="020B0503020204020204" pitchFamily="34" charset="-122"/>
              </a:rPr>
              <a:t>PPP</a:t>
            </a:r>
            <a:r>
              <a:rPr lang="zh-CN" altLang="en-US" sz="1800" kern="0" dirty="0">
                <a:solidFill>
                  <a:schemeClr val="accent5">
                    <a:lumMod val="50000"/>
                  </a:schemeClr>
                </a:solidFill>
                <a:latin typeface="微软雅黑" panose="020B0503020204020204" pitchFamily="34" charset="-122"/>
                <a:ea typeface="微软雅黑" panose="020B0503020204020204" pitchFamily="34" charset="-122"/>
              </a:rPr>
              <a:t>认证协议中。</a:t>
            </a:r>
          </a:p>
          <a:p>
            <a:pPr algn="just" eaLnBrk="1" hangingPunct="1">
              <a:lnSpc>
                <a:spcPct val="130000"/>
              </a:lnSpc>
              <a:buFont typeface="Wingdings" panose="05000000000000000000" pitchFamily="2" charset="2"/>
              <a:buNone/>
            </a:pPr>
            <a:r>
              <a:rPr lang="en-US" altLang="zh-CN" sz="1800" kern="0" dirty="0">
                <a:solidFill>
                  <a:srgbClr val="FF0000"/>
                </a:solidFill>
                <a:latin typeface="微软雅黑" panose="020B0503020204020204" pitchFamily="34" charset="-122"/>
                <a:ea typeface="微软雅黑" panose="020B0503020204020204" pitchFamily="34" charset="-122"/>
              </a:rPr>
              <a:t>(4) </a:t>
            </a:r>
            <a:r>
              <a:rPr lang="zh-CN" altLang="en-US" sz="1800" kern="0" dirty="0">
                <a:solidFill>
                  <a:srgbClr val="FF0000"/>
                </a:solidFill>
                <a:latin typeface="微软雅黑" panose="020B0503020204020204" pitchFamily="34" charset="-122"/>
                <a:ea typeface="微软雅黑" panose="020B0503020204020204" pitchFamily="34" charset="-122"/>
              </a:rPr>
              <a:t>执行各种</a:t>
            </a:r>
            <a:r>
              <a:rPr lang="en-US" altLang="zh-CN" sz="1800" kern="0" dirty="0">
                <a:solidFill>
                  <a:srgbClr val="FF0000"/>
                </a:solidFill>
                <a:latin typeface="微软雅黑" panose="020B0503020204020204" pitchFamily="34" charset="-122"/>
                <a:ea typeface="微软雅黑" panose="020B0503020204020204" pitchFamily="34" charset="-122"/>
              </a:rPr>
              <a:t>PPP</a:t>
            </a:r>
            <a:r>
              <a:rPr lang="zh-CN" altLang="en-US" sz="1800" kern="0" dirty="0">
                <a:solidFill>
                  <a:srgbClr val="FF0000"/>
                </a:solidFill>
                <a:latin typeface="微软雅黑" panose="020B0503020204020204" pitchFamily="34" charset="-122"/>
                <a:ea typeface="微软雅黑" panose="020B0503020204020204" pitchFamily="34" charset="-122"/>
              </a:rPr>
              <a:t>网络控制协议（</a:t>
            </a:r>
            <a:r>
              <a:rPr lang="en-US" altLang="zh-CN" sz="1800" kern="0" dirty="0">
                <a:solidFill>
                  <a:srgbClr val="FF0000"/>
                </a:solidFill>
                <a:latin typeface="微软雅黑" panose="020B0503020204020204" pitchFamily="34" charset="-122"/>
                <a:ea typeface="微软雅黑" panose="020B0503020204020204" pitchFamily="34" charset="-122"/>
              </a:rPr>
              <a:t>NPC</a:t>
            </a:r>
            <a:r>
              <a:rPr lang="zh-CN" altLang="en-US" sz="1800" kern="0" dirty="0">
                <a:solidFill>
                  <a:srgbClr val="FF0000"/>
                </a:solidFill>
                <a:latin typeface="微软雅黑" panose="020B0503020204020204" pitchFamily="34" charset="-122"/>
                <a:ea typeface="微软雅黑" panose="020B0503020204020204" pitchFamily="34" charset="-122"/>
              </a:rPr>
              <a:t>）的逻辑终止</a:t>
            </a:r>
          </a:p>
          <a:p>
            <a:pPr algn="just" eaLnBrk="1" hangingPunct="1">
              <a:lnSpc>
                <a:spcPct val="130000"/>
              </a:lnSpc>
              <a:buFont typeface="Wingdings" panose="05000000000000000000" pitchFamily="2" charset="2"/>
              <a:buNone/>
            </a:pPr>
            <a:r>
              <a:rPr lang="en-US" altLang="zh-CN" sz="1800" kern="0" dirty="0">
                <a:solidFill>
                  <a:srgbClr val="FF0000"/>
                </a:solidFill>
                <a:latin typeface="微软雅黑" panose="020B0503020204020204" pitchFamily="34" charset="-122"/>
                <a:ea typeface="微软雅黑" panose="020B0503020204020204" pitchFamily="34" charset="-122"/>
              </a:rPr>
              <a:t>(5) </a:t>
            </a:r>
            <a:r>
              <a:rPr lang="zh-CN" altLang="en-US" sz="1800" kern="0" dirty="0">
                <a:solidFill>
                  <a:srgbClr val="FF0000"/>
                </a:solidFill>
                <a:latin typeface="微软雅黑" panose="020B0503020204020204" pitchFamily="34" charset="-122"/>
                <a:ea typeface="微软雅黑" panose="020B0503020204020204" pitchFamily="34" charset="-122"/>
              </a:rPr>
              <a:t>为</a:t>
            </a:r>
            <a:r>
              <a:rPr lang="en-US" altLang="zh-CN" sz="1800" kern="0" dirty="0">
                <a:solidFill>
                  <a:srgbClr val="FF0000"/>
                </a:solidFill>
                <a:latin typeface="微软雅黑" panose="020B0503020204020204" pitchFamily="34" charset="-122"/>
                <a:ea typeface="微软雅黑" panose="020B0503020204020204" pitchFamily="34" charset="-122"/>
              </a:rPr>
              <a:t>PPP</a:t>
            </a:r>
            <a:r>
              <a:rPr lang="zh-CN" altLang="en-US" sz="1800" kern="0" dirty="0">
                <a:solidFill>
                  <a:srgbClr val="FF0000"/>
                </a:solidFill>
                <a:latin typeface="微软雅黑" panose="020B0503020204020204" pitchFamily="34" charset="-122"/>
                <a:ea typeface="微软雅黑" panose="020B0503020204020204" pitchFamily="34" charset="-122"/>
              </a:rPr>
              <a:t>多链路协议提供信道聚集和捆绑管理。</a:t>
            </a:r>
          </a:p>
          <a:p>
            <a:pPr algn="just" eaLnBrk="1" hangingPunct="1">
              <a:lnSpc>
                <a:spcPct val="130000"/>
              </a:lnSpc>
              <a:buFont typeface="Wingdings" panose="05000000000000000000" pitchFamily="2" charset="2"/>
              <a:buNone/>
            </a:pPr>
            <a:r>
              <a:rPr lang="en-US" altLang="zh-CN" sz="1800" kern="0" dirty="0">
                <a:solidFill>
                  <a:srgbClr val="FF0000"/>
                </a:solidFill>
                <a:latin typeface="微软雅黑" panose="020B0503020204020204" pitchFamily="34" charset="-122"/>
                <a:ea typeface="微软雅黑" panose="020B0503020204020204" pitchFamily="34" charset="-122"/>
              </a:rPr>
              <a:t>(6) </a:t>
            </a:r>
            <a:r>
              <a:rPr lang="zh-CN" altLang="en-US" sz="1800" kern="0" dirty="0">
                <a:solidFill>
                  <a:srgbClr val="FF0000"/>
                </a:solidFill>
                <a:latin typeface="微软雅黑" panose="020B0503020204020204" pitchFamily="34" charset="-122"/>
                <a:ea typeface="微软雅黑" panose="020B0503020204020204" pitchFamily="34" charset="-122"/>
              </a:rPr>
              <a:t>执行</a:t>
            </a:r>
            <a:r>
              <a:rPr lang="en-US" altLang="zh-CN" sz="1800" kern="0" dirty="0">
                <a:solidFill>
                  <a:srgbClr val="FF0000"/>
                </a:solidFill>
                <a:latin typeface="微软雅黑" panose="020B0503020204020204" pitchFamily="34" charset="-122"/>
                <a:ea typeface="微软雅黑" panose="020B0503020204020204" pitchFamily="34" charset="-122"/>
              </a:rPr>
              <a:t>NAS</a:t>
            </a:r>
            <a:r>
              <a:rPr lang="zh-CN" altLang="en-US" sz="1800" kern="0" dirty="0">
                <a:solidFill>
                  <a:srgbClr val="FF0000"/>
                </a:solidFill>
                <a:latin typeface="微软雅黑" panose="020B0503020204020204" pitchFamily="34" charset="-122"/>
                <a:ea typeface="微软雅黑" panose="020B0503020204020204" pitchFamily="34" charset="-122"/>
              </a:rPr>
              <a:t>接口之间的多协议路由和桥接。</a:t>
            </a:r>
          </a:p>
        </p:txBody>
      </p:sp>
    </p:spTree>
    <p:extLst>
      <p:ext uri="{BB962C8B-B14F-4D97-AF65-F5344CB8AC3E}">
        <p14:creationId xmlns:p14="http://schemas.microsoft.com/office/powerpoint/2010/main" val="945321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61481"/>
          </a:xfrm>
        </p:spPr>
        <p:txBody>
          <a:bodyPr/>
          <a:lstStyle/>
          <a:p>
            <a:pPr eaLnBrk="1" hangingPunct="1"/>
            <a:r>
              <a:rPr lang="en-US" altLang="zh-CN" dirty="0" smtClean="0"/>
              <a:t>11.3.1  PPTP</a:t>
            </a:r>
            <a:r>
              <a:rPr lang="zh-CN" altLang="en-US" dirty="0" smtClean="0"/>
              <a:t>协议</a:t>
            </a:r>
          </a:p>
        </p:txBody>
      </p:sp>
      <p:sp>
        <p:nvSpPr>
          <p:cNvPr id="66562" name="Rectangle 3"/>
          <p:cNvSpPr>
            <a:spLocks noGrp="1" noChangeArrowheads="1"/>
          </p:cNvSpPr>
          <p:nvPr>
            <p:ph idx="1"/>
          </p:nvPr>
        </p:nvSpPr>
        <p:spPr>
          <a:xfrm>
            <a:off x="395591" y="843958"/>
            <a:ext cx="8748409" cy="3124927"/>
          </a:xfrm>
        </p:spPr>
        <p:txBody>
          <a:bodyPr/>
          <a:lstStyle/>
          <a:p>
            <a:pPr eaLnBrk="1" hangingPunct="1">
              <a:lnSpc>
                <a:spcPct val="150000"/>
              </a:lnSpc>
              <a:buFont typeface="Wingdings" panose="05000000000000000000" pitchFamily="2" charset="2"/>
              <a:buNone/>
            </a:pPr>
            <a:r>
              <a:rPr lang="zh-CN" altLang="en-US" b="1" dirty="0">
                <a:solidFill>
                  <a:schemeClr val="hlink"/>
                </a:solidFill>
              </a:rPr>
              <a:t>基于</a:t>
            </a:r>
            <a:r>
              <a:rPr lang="en-US" altLang="zh-CN" b="1" dirty="0">
                <a:solidFill>
                  <a:schemeClr val="hlink"/>
                </a:solidFill>
              </a:rPr>
              <a:t>PPP</a:t>
            </a:r>
            <a:r>
              <a:rPr lang="zh-CN" altLang="en-US" b="1" dirty="0">
                <a:solidFill>
                  <a:schemeClr val="hlink"/>
                </a:solidFill>
              </a:rPr>
              <a:t>的传统网络接入服务器的不足</a:t>
            </a:r>
          </a:p>
          <a:p>
            <a:pPr marL="342900" indent="-342900" eaLnBrk="1" hangingPunct="1">
              <a:lnSpc>
                <a:spcPct val="150000"/>
              </a:lnSpc>
              <a:buFont typeface="+mj-ea"/>
              <a:buAutoNum type="circleNumDbPlain"/>
            </a:pPr>
            <a:r>
              <a:rPr lang="zh-CN" altLang="en-US" smtClean="0"/>
              <a:t> </a:t>
            </a:r>
            <a:r>
              <a:rPr lang="en-US" altLang="zh-CN" smtClean="0">
                <a:solidFill>
                  <a:srgbClr val="CC0033"/>
                </a:solidFill>
              </a:rPr>
              <a:t>PPP</a:t>
            </a:r>
            <a:r>
              <a:rPr lang="zh-CN" altLang="en-US" dirty="0">
                <a:solidFill>
                  <a:srgbClr val="000000"/>
                </a:solidFill>
              </a:rPr>
              <a:t>主要通过拨号或专线方式建立点对点连接发送数据 </a:t>
            </a:r>
          </a:p>
          <a:p>
            <a:pPr marL="342900" indent="-342900" eaLnBrk="1" hangingPunct="1">
              <a:lnSpc>
                <a:spcPct val="150000"/>
              </a:lnSpc>
              <a:spcBef>
                <a:spcPts val="1800"/>
              </a:spcBef>
              <a:buFont typeface="+mj-ea"/>
              <a:buAutoNum type="circleNumDbPlain"/>
            </a:pPr>
            <a:r>
              <a:rPr lang="zh-CN" altLang="en-US" smtClean="0"/>
              <a:t>若</a:t>
            </a:r>
            <a:r>
              <a:rPr lang="zh-CN" altLang="en-US" dirty="0"/>
              <a:t>用户与</a:t>
            </a:r>
            <a:r>
              <a:rPr lang="en-US" altLang="zh-CN" dirty="0"/>
              <a:t>NAS</a:t>
            </a:r>
            <a:r>
              <a:rPr lang="zh-CN" altLang="en-US" dirty="0"/>
              <a:t>相距遥远，需要远程拨号或远程专线，这将使系统的使用效率低，成本高</a:t>
            </a:r>
          </a:p>
          <a:p>
            <a:pPr marL="342900" indent="-342900" eaLnBrk="1" hangingPunct="1">
              <a:lnSpc>
                <a:spcPct val="150000"/>
              </a:lnSpc>
              <a:spcBef>
                <a:spcPts val="1800"/>
              </a:spcBef>
              <a:buFont typeface="+mj-ea"/>
              <a:buAutoNum type="circleNumDbPlain"/>
            </a:pPr>
            <a:r>
              <a:rPr lang="zh-CN" altLang="en-US" smtClean="0"/>
              <a:t>能否</a:t>
            </a:r>
            <a:r>
              <a:rPr lang="zh-CN" altLang="en-US" dirty="0"/>
              <a:t>借助</a:t>
            </a:r>
            <a:r>
              <a:rPr lang="en-US" altLang="zh-CN" dirty="0"/>
              <a:t>Internet</a:t>
            </a:r>
            <a:r>
              <a:rPr lang="zh-CN" altLang="en-US" dirty="0"/>
              <a:t>这种便利资源来建立与远程主机的连接？这就是</a:t>
            </a:r>
            <a:r>
              <a:rPr lang="en-US" altLang="zh-CN" dirty="0"/>
              <a:t>PPTP</a:t>
            </a:r>
            <a:r>
              <a:rPr lang="zh-CN" altLang="en-US" dirty="0"/>
              <a:t>的出发点。   </a:t>
            </a:r>
            <a:endParaRPr lang="zh-CN" altLang="en-US" dirty="0" smtClean="0"/>
          </a:p>
        </p:txBody>
      </p:sp>
    </p:spTree>
    <p:extLst>
      <p:ext uri="{BB962C8B-B14F-4D97-AF65-F5344CB8AC3E}">
        <p14:creationId xmlns:p14="http://schemas.microsoft.com/office/powerpoint/2010/main" val="40746736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26053"/>
            <a:ext cx="8229600" cy="635008"/>
          </a:xfrm>
        </p:spPr>
        <p:txBody>
          <a:bodyPr/>
          <a:lstStyle/>
          <a:p>
            <a:pPr eaLnBrk="1" hangingPunct="1"/>
            <a:r>
              <a:rPr lang="en-US" altLang="zh-CN" dirty="0" smtClean="0"/>
              <a:t>11.3.1  PPTP</a:t>
            </a:r>
            <a:r>
              <a:rPr lang="zh-CN" altLang="en-US" dirty="0" smtClean="0"/>
              <a:t>协议的基本模型</a:t>
            </a:r>
          </a:p>
        </p:txBody>
      </p:sp>
      <p:grpSp>
        <p:nvGrpSpPr>
          <p:cNvPr id="34" name="组合 33"/>
          <p:cNvGrpSpPr/>
          <p:nvPr/>
        </p:nvGrpSpPr>
        <p:grpSpPr>
          <a:xfrm>
            <a:off x="5982511" y="1423021"/>
            <a:ext cx="6026196" cy="3128770"/>
            <a:chOff x="1639110" y="806978"/>
            <a:chExt cx="6781800" cy="3521076"/>
          </a:xfrm>
        </p:grpSpPr>
        <p:grpSp>
          <p:nvGrpSpPr>
            <p:cNvPr id="5" name="Group 4"/>
            <p:cNvGrpSpPr>
              <a:grpSpLocks/>
            </p:cNvGrpSpPr>
            <p:nvPr/>
          </p:nvGrpSpPr>
          <p:grpSpPr bwMode="auto">
            <a:xfrm>
              <a:off x="1791510" y="806978"/>
              <a:ext cx="6248400" cy="3505200"/>
              <a:chOff x="2160" y="1908"/>
              <a:chExt cx="6952" cy="3833"/>
            </a:xfrm>
          </p:grpSpPr>
          <p:sp>
            <p:nvSpPr>
              <p:cNvPr id="6" name="computr1"/>
              <p:cNvSpPr>
                <a:spLocks noEditPoints="1" noChangeArrowheads="1"/>
              </p:cNvSpPr>
              <p:nvPr/>
            </p:nvSpPr>
            <p:spPr bwMode="auto">
              <a:xfrm>
                <a:off x="2160" y="3468"/>
                <a:ext cx="720" cy="6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0 w 21600"/>
                  <a:gd name="T43" fmla="*/ 2527 h 21600"/>
                  <a:gd name="T44" fmla="*/ 16770 w 21600"/>
                  <a:gd name="T45" fmla="*/ 11146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C0C0C0"/>
              </a:solidFill>
              <a:ln w="9525">
                <a:solidFill>
                  <a:srgbClr val="000000"/>
                </a:solidFill>
                <a:miter lim="800000"/>
                <a:headEnd/>
                <a:tailEnd/>
              </a:ln>
            </p:spPr>
            <p:txBody>
              <a:bodyPr/>
              <a:lstStyle/>
              <a:p>
                <a:endParaRPr lang="zh-CN" altLang="en-US"/>
              </a:p>
            </p:txBody>
          </p:sp>
          <p:sp>
            <p:nvSpPr>
              <p:cNvPr id="7" name="tower"/>
              <p:cNvSpPr>
                <a:spLocks noEditPoints="1" noChangeArrowheads="1"/>
              </p:cNvSpPr>
              <p:nvPr/>
            </p:nvSpPr>
            <p:spPr bwMode="auto">
              <a:xfrm>
                <a:off x="4320" y="3156"/>
                <a:ext cx="720" cy="14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0 w 21600"/>
                  <a:gd name="T31" fmla="*/ 22538 h 21600"/>
                  <a:gd name="T32" fmla="*/ 21480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C0C0C0"/>
              </a:solidFill>
              <a:ln w="9525">
                <a:solidFill>
                  <a:srgbClr val="000000"/>
                </a:solidFill>
                <a:miter lim="800000"/>
                <a:headEnd/>
                <a:tailEnd/>
              </a:ln>
            </p:spPr>
            <p:txBody>
              <a:bodyPr/>
              <a:lstStyle/>
              <a:p>
                <a:endParaRPr lang="zh-CN" altLang="en-US"/>
              </a:p>
            </p:txBody>
          </p:sp>
          <p:sp>
            <p:nvSpPr>
              <p:cNvPr id="8" name="tower"/>
              <p:cNvSpPr>
                <a:spLocks noEditPoints="1" noChangeArrowheads="1"/>
              </p:cNvSpPr>
              <p:nvPr/>
            </p:nvSpPr>
            <p:spPr bwMode="auto">
              <a:xfrm>
                <a:off x="6840" y="3156"/>
                <a:ext cx="720" cy="14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0 w 21600"/>
                  <a:gd name="T31" fmla="*/ 22538 h 21600"/>
                  <a:gd name="T32" fmla="*/ 21480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C0C0C0"/>
              </a:solidFill>
              <a:ln w="9525">
                <a:solidFill>
                  <a:srgbClr val="000000"/>
                </a:solidFill>
                <a:miter lim="800000"/>
                <a:headEnd/>
                <a:tailEnd/>
              </a:ln>
            </p:spPr>
            <p:txBody>
              <a:bodyPr/>
              <a:lstStyle/>
              <a:p>
                <a:endParaRPr lang="zh-CN" altLang="en-US"/>
              </a:p>
            </p:txBody>
          </p:sp>
          <p:sp>
            <p:nvSpPr>
              <p:cNvPr id="9" name="Line 8"/>
              <p:cNvSpPr>
                <a:spLocks noChangeShapeType="1"/>
              </p:cNvSpPr>
              <p:nvPr/>
            </p:nvSpPr>
            <p:spPr bwMode="auto">
              <a:xfrm>
                <a:off x="7560" y="3624"/>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9"/>
              <p:cNvSpPr>
                <a:spLocks noChangeShapeType="1"/>
              </p:cNvSpPr>
              <p:nvPr/>
            </p:nvSpPr>
            <p:spPr bwMode="auto">
              <a:xfrm>
                <a:off x="8100" y="2064"/>
                <a:ext cx="0" cy="3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0"/>
              <p:cNvSpPr>
                <a:spLocks noChangeShapeType="1"/>
              </p:cNvSpPr>
              <p:nvPr/>
            </p:nvSpPr>
            <p:spPr bwMode="auto">
              <a:xfrm>
                <a:off x="8100" y="2064"/>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1"/>
              <p:cNvSpPr>
                <a:spLocks noChangeShapeType="1"/>
              </p:cNvSpPr>
              <p:nvPr/>
            </p:nvSpPr>
            <p:spPr bwMode="auto">
              <a:xfrm>
                <a:off x="8100" y="393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2"/>
              <p:cNvSpPr>
                <a:spLocks noChangeShapeType="1"/>
              </p:cNvSpPr>
              <p:nvPr/>
            </p:nvSpPr>
            <p:spPr bwMode="auto">
              <a:xfrm>
                <a:off x="8100" y="534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computr3"/>
              <p:cNvSpPr>
                <a:spLocks noEditPoints="1" noChangeArrowheads="1"/>
              </p:cNvSpPr>
              <p:nvPr/>
            </p:nvSpPr>
            <p:spPr bwMode="auto">
              <a:xfrm>
                <a:off x="8460" y="1908"/>
                <a:ext cx="652"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18 w 21600"/>
                  <a:gd name="T13" fmla="*/ 2598 h 21600"/>
                  <a:gd name="T14" fmla="*/ 16366 w 21600"/>
                  <a:gd name="T15" fmla="*/ 1175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C0C0C0"/>
              </a:solidFill>
              <a:ln w="9525">
                <a:solidFill>
                  <a:srgbClr val="000000"/>
                </a:solidFill>
                <a:miter lim="800000"/>
                <a:headEnd/>
                <a:tailEnd/>
              </a:ln>
            </p:spPr>
            <p:txBody>
              <a:bodyPr/>
              <a:lstStyle/>
              <a:p>
                <a:endParaRPr lang="zh-CN" altLang="en-US"/>
              </a:p>
            </p:txBody>
          </p:sp>
          <p:sp>
            <p:nvSpPr>
              <p:cNvPr id="15" name="computr3"/>
              <p:cNvSpPr>
                <a:spLocks noEditPoints="1" noChangeArrowheads="1"/>
              </p:cNvSpPr>
              <p:nvPr/>
            </p:nvSpPr>
            <p:spPr bwMode="auto">
              <a:xfrm>
                <a:off x="8460" y="3780"/>
                <a:ext cx="652"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18 w 21600"/>
                  <a:gd name="T13" fmla="*/ 2598 h 21600"/>
                  <a:gd name="T14" fmla="*/ 16366 w 21600"/>
                  <a:gd name="T15" fmla="*/ 1175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C0C0C0"/>
              </a:solidFill>
              <a:ln w="9525">
                <a:solidFill>
                  <a:srgbClr val="000000"/>
                </a:solidFill>
                <a:miter lim="800000"/>
                <a:headEnd/>
                <a:tailEnd/>
              </a:ln>
            </p:spPr>
            <p:txBody>
              <a:bodyPr/>
              <a:lstStyle/>
              <a:p>
                <a:endParaRPr lang="zh-CN" altLang="en-US"/>
              </a:p>
            </p:txBody>
          </p:sp>
          <p:sp>
            <p:nvSpPr>
              <p:cNvPr id="16" name="computr3"/>
              <p:cNvSpPr>
                <a:spLocks noEditPoints="1" noChangeArrowheads="1"/>
              </p:cNvSpPr>
              <p:nvPr/>
            </p:nvSpPr>
            <p:spPr bwMode="auto">
              <a:xfrm>
                <a:off x="8460" y="5184"/>
                <a:ext cx="652"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18 w 21600"/>
                  <a:gd name="T13" fmla="*/ 2598 h 21600"/>
                  <a:gd name="T14" fmla="*/ 16366 w 21600"/>
                  <a:gd name="T15" fmla="*/ 1175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C0C0C0"/>
              </a:solidFill>
              <a:ln w="9525">
                <a:solidFill>
                  <a:srgbClr val="000000"/>
                </a:solidFill>
                <a:miter lim="800000"/>
                <a:headEnd/>
                <a:tailEnd/>
              </a:ln>
            </p:spPr>
            <p:txBody>
              <a:bodyPr/>
              <a:lstStyle/>
              <a:p>
                <a:endParaRPr lang="zh-CN" altLang="en-US"/>
              </a:p>
            </p:txBody>
          </p:sp>
          <p:sp>
            <p:nvSpPr>
              <p:cNvPr id="17" name="Line 16"/>
              <p:cNvSpPr>
                <a:spLocks noChangeShapeType="1"/>
              </p:cNvSpPr>
              <p:nvPr/>
            </p:nvSpPr>
            <p:spPr bwMode="auto">
              <a:xfrm>
                <a:off x="2880" y="3780"/>
                <a:ext cx="144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7"/>
              <p:cNvSpPr>
                <a:spLocks noChangeShapeType="1"/>
              </p:cNvSpPr>
              <p:nvPr/>
            </p:nvSpPr>
            <p:spPr bwMode="auto">
              <a:xfrm>
                <a:off x="5040" y="3780"/>
                <a:ext cx="18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9" name="Rectangle 18"/>
            <p:cNvSpPr>
              <a:spLocks noChangeArrowheads="1"/>
            </p:cNvSpPr>
            <p:nvPr/>
          </p:nvSpPr>
          <p:spPr bwMode="auto">
            <a:xfrm>
              <a:off x="1639110" y="294057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客户机</a:t>
              </a:r>
            </a:p>
          </p:txBody>
        </p:sp>
        <p:sp>
          <p:nvSpPr>
            <p:cNvPr id="20" name="Rectangle 19"/>
            <p:cNvSpPr>
              <a:spLocks noChangeArrowheads="1"/>
            </p:cNvSpPr>
            <p:nvPr/>
          </p:nvSpPr>
          <p:spPr bwMode="auto">
            <a:xfrm>
              <a:off x="2647336" y="240717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dirty="0"/>
                <a:t>PPP</a:t>
              </a:r>
            </a:p>
            <a:p>
              <a:pPr algn="ctr" eaLnBrk="1" hangingPunct="1"/>
              <a:r>
                <a:rPr lang="en-US" altLang="zh-CN" sz="1600" dirty="0"/>
                <a:t>(</a:t>
              </a:r>
              <a:r>
                <a:rPr lang="zh-CN" altLang="en-US" sz="1600" dirty="0"/>
                <a:t>电话网</a:t>
              </a:r>
              <a:r>
                <a:rPr lang="en-US" altLang="zh-CN" sz="1600" dirty="0"/>
                <a:t>)</a:t>
              </a:r>
            </a:p>
          </p:txBody>
        </p:sp>
        <p:sp>
          <p:nvSpPr>
            <p:cNvPr id="21" name="Rectangle 20"/>
            <p:cNvSpPr>
              <a:spLocks noChangeArrowheads="1"/>
            </p:cNvSpPr>
            <p:nvPr/>
          </p:nvSpPr>
          <p:spPr bwMode="auto">
            <a:xfrm>
              <a:off x="3544110" y="332157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PAC</a:t>
              </a:r>
            </a:p>
          </p:txBody>
        </p:sp>
        <p:sp>
          <p:nvSpPr>
            <p:cNvPr id="22" name="Rectangle 21"/>
            <p:cNvSpPr>
              <a:spLocks noChangeArrowheads="1"/>
            </p:cNvSpPr>
            <p:nvPr/>
          </p:nvSpPr>
          <p:spPr bwMode="auto">
            <a:xfrm>
              <a:off x="5906310" y="339777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PNS</a:t>
              </a:r>
            </a:p>
          </p:txBody>
        </p:sp>
        <p:sp>
          <p:nvSpPr>
            <p:cNvPr id="23" name="Rectangle 22"/>
            <p:cNvSpPr>
              <a:spLocks noChangeArrowheads="1"/>
            </p:cNvSpPr>
            <p:nvPr/>
          </p:nvSpPr>
          <p:spPr bwMode="auto">
            <a:xfrm>
              <a:off x="4694182" y="2251168"/>
              <a:ext cx="914400" cy="553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dirty="0"/>
                <a:t>PPTP</a:t>
              </a:r>
              <a:r>
                <a:rPr lang="zh-CN" altLang="en-US" sz="1600" dirty="0"/>
                <a:t>隧道</a:t>
              </a:r>
              <a:endParaRPr lang="en-US" altLang="zh-CN" sz="1600" dirty="0"/>
            </a:p>
            <a:p>
              <a:pPr algn="ctr" eaLnBrk="1" hangingPunct="1"/>
              <a:r>
                <a:rPr lang="en-US" altLang="zh-CN" sz="1600" dirty="0"/>
                <a:t>Internet</a:t>
              </a:r>
              <a:endParaRPr lang="zh-CN" altLang="en-US" sz="1600" dirty="0"/>
            </a:p>
          </p:txBody>
        </p:sp>
        <p:sp>
          <p:nvSpPr>
            <p:cNvPr id="24" name="Rectangle 23"/>
            <p:cNvSpPr>
              <a:spLocks noChangeArrowheads="1"/>
            </p:cNvSpPr>
            <p:nvPr/>
          </p:nvSpPr>
          <p:spPr bwMode="auto">
            <a:xfrm>
              <a:off x="3544110" y="1568978"/>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位于</a:t>
              </a:r>
              <a:r>
                <a:rPr lang="en-US" altLang="zh-CN" sz="1600"/>
                <a:t>ISP</a:t>
              </a:r>
              <a:r>
                <a:rPr lang="zh-CN" altLang="en-US" sz="1600"/>
                <a:t>处</a:t>
              </a:r>
            </a:p>
          </p:txBody>
        </p:sp>
        <p:sp>
          <p:nvSpPr>
            <p:cNvPr id="25" name="Rectangle 24"/>
            <p:cNvSpPr>
              <a:spLocks noChangeArrowheads="1"/>
            </p:cNvSpPr>
            <p:nvPr/>
          </p:nvSpPr>
          <p:spPr bwMode="auto">
            <a:xfrm>
              <a:off x="7354110" y="1721378"/>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专用网络</a:t>
              </a:r>
            </a:p>
          </p:txBody>
        </p:sp>
        <p:sp>
          <p:nvSpPr>
            <p:cNvPr id="26" name="Rectangle 25"/>
            <p:cNvSpPr>
              <a:spLocks noChangeArrowheads="1"/>
            </p:cNvSpPr>
            <p:nvPr/>
          </p:nvSpPr>
          <p:spPr bwMode="auto">
            <a:xfrm>
              <a:off x="3544110" y="3931179"/>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latin typeface="宋体" panose="02010600030101010101" pitchFamily="2" charset="-122"/>
                </a:rPr>
                <a:t>PPTP</a:t>
              </a:r>
              <a:r>
                <a:rPr kumimoji="1" lang="zh-CN" altLang="en-US" b="1">
                  <a:latin typeface="宋体" panose="02010600030101010101" pitchFamily="2" charset="-122"/>
                </a:rPr>
                <a:t>协议模型 </a:t>
              </a:r>
            </a:p>
          </p:txBody>
        </p:sp>
        <p:cxnSp>
          <p:nvCxnSpPr>
            <p:cNvPr id="29" name="直接箭头连接符 28"/>
            <p:cNvCxnSpPr/>
            <p:nvPr/>
          </p:nvCxnSpPr>
          <p:spPr>
            <a:xfrm flipH="1">
              <a:off x="4428283" y="1316343"/>
              <a:ext cx="814927" cy="604611"/>
            </a:xfrm>
            <a:prstGeom prst="straightConnector1">
              <a:avLst/>
            </a:prstGeom>
            <a:ln>
              <a:solidFill>
                <a:schemeClr val="accent2"/>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5233481" y="1316343"/>
              <a:ext cx="885217" cy="709835"/>
            </a:xfrm>
            <a:prstGeom prst="straightConnector1">
              <a:avLst/>
            </a:prstGeom>
            <a:ln>
              <a:solidFill>
                <a:schemeClr val="accent2"/>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4913631" y="1019182"/>
              <a:ext cx="659155" cy="369332"/>
            </a:xfrm>
            <a:prstGeom prst="rect">
              <a:avLst/>
            </a:prstGeom>
            <a:noFill/>
          </p:spPr>
          <p:txBody>
            <a:bodyPr wrap="none" rtlCol="0">
              <a:spAutoFit/>
            </a:bodyPr>
            <a:lstStyle/>
            <a:p>
              <a:r>
                <a:rPr lang="en-US" altLang="zh-CN" smtClean="0"/>
                <a:t>NAS</a:t>
              </a:r>
              <a:endParaRPr lang="zh-CN" altLang="en-US"/>
            </a:p>
          </p:txBody>
        </p:sp>
      </p:grpSp>
      <p:sp>
        <p:nvSpPr>
          <p:cNvPr id="35" name="Rectangle 3"/>
          <p:cNvSpPr txBox="1">
            <a:spLocks noChangeArrowheads="1"/>
          </p:cNvSpPr>
          <p:nvPr/>
        </p:nvSpPr>
        <p:spPr bwMode="auto">
          <a:xfrm>
            <a:off x="0" y="779944"/>
            <a:ext cx="5961552" cy="55527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130000"/>
              </a:lnSpc>
              <a:spcBef>
                <a:spcPts val="0"/>
              </a:spcBef>
              <a:buNone/>
            </a:pPr>
            <a:r>
              <a:rPr lang="en-US" altLang="zh-CN" sz="1600" b="1" kern="0" smtClean="0">
                <a:solidFill>
                  <a:schemeClr val="hlink"/>
                </a:solidFill>
                <a:latin typeface="微软雅黑" panose="020B0503020204020204" pitchFamily="34" charset="-122"/>
                <a:ea typeface="微软雅黑" panose="020B0503020204020204" pitchFamily="34" charset="-122"/>
              </a:rPr>
              <a:t>(</a:t>
            </a:r>
            <a:r>
              <a:rPr lang="en-US" altLang="zh-CN" sz="1600" b="1" kern="0" dirty="0">
                <a:solidFill>
                  <a:schemeClr val="hlink"/>
                </a:solidFill>
                <a:latin typeface="微软雅黑" panose="020B0503020204020204" pitchFamily="34" charset="-122"/>
                <a:ea typeface="微软雅黑" panose="020B0503020204020204" pitchFamily="34" charset="-122"/>
              </a:rPr>
              <a:t>1) NAS</a:t>
            </a:r>
            <a:r>
              <a:rPr lang="zh-CN" altLang="en-US" sz="1600" b="1" kern="0" dirty="0">
                <a:solidFill>
                  <a:schemeClr val="hlink"/>
                </a:solidFill>
                <a:latin typeface="微软雅黑" panose="020B0503020204020204" pitchFamily="34" charset="-122"/>
                <a:ea typeface="微软雅黑" panose="020B0503020204020204" pitchFamily="34" charset="-122"/>
              </a:rPr>
              <a:t>的任务在</a:t>
            </a:r>
            <a:r>
              <a:rPr lang="en-US" altLang="zh-CN" sz="1600" b="1" kern="0" dirty="0">
                <a:solidFill>
                  <a:schemeClr val="hlink"/>
                </a:solidFill>
                <a:latin typeface="微软雅黑" panose="020B0503020204020204" pitchFamily="34" charset="-122"/>
                <a:ea typeface="微软雅黑" panose="020B0503020204020204" pitchFamily="34" charset="-122"/>
              </a:rPr>
              <a:t>PPTP</a:t>
            </a:r>
            <a:r>
              <a:rPr lang="zh-CN" altLang="en-US" sz="1600" b="1" kern="0" dirty="0">
                <a:solidFill>
                  <a:schemeClr val="hlink"/>
                </a:solidFill>
                <a:latin typeface="微软雅黑" panose="020B0503020204020204" pitchFamily="34" charset="-122"/>
                <a:ea typeface="微软雅黑" panose="020B0503020204020204" pitchFamily="34" charset="-122"/>
              </a:rPr>
              <a:t>协议中被分配给两个主要的组件</a:t>
            </a:r>
          </a:p>
          <a:p>
            <a:pPr lvl="1" eaLnBrk="1" hangingPunct="1">
              <a:lnSpc>
                <a:spcPct val="130000"/>
              </a:lnSpc>
              <a:spcBef>
                <a:spcPts val="0"/>
              </a:spcBef>
              <a:buFont typeface="Wingdings" panose="05000000000000000000" pitchFamily="2" charset="2"/>
              <a:buNone/>
            </a:pPr>
            <a:r>
              <a:rPr lang="en-US" altLang="zh-CN" sz="1600" kern="0" smtClean="0">
                <a:latin typeface="微软雅黑" panose="020B0503020204020204" pitchFamily="34" charset="-122"/>
                <a:ea typeface="微软雅黑" panose="020B0503020204020204" pitchFamily="34" charset="-122"/>
              </a:rPr>
              <a:t>PPTP</a:t>
            </a:r>
            <a:r>
              <a:rPr lang="zh-CN" altLang="en-US" sz="1600" kern="0" dirty="0">
                <a:latin typeface="微软雅黑" panose="020B0503020204020204" pitchFamily="34" charset="-122"/>
                <a:ea typeface="微软雅黑" panose="020B0503020204020204" pitchFamily="34" charset="-122"/>
              </a:rPr>
              <a:t>访问集中器</a:t>
            </a:r>
            <a:r>
              <a:rPr lang="en-US" altLang="zh-CN" sz="1600" kern="0" dirty="0">
                <a:latin typeface="微软雅黑" panose="020B0503020204020204" pitchFamily="34" charset="-122"/>
                <a:ea typeface="微软雅黑" panose="020B0503020204020204" pitchFamily="34" charset="-122"/>
              </a:rPr>
              <a:t>PAC(PPTP Access Concentrator)</a:t>
            </a:r>
          </a:p>
          <a:p>
            <a:pPr lvl="1" eaLnBrk="1" hangingPunct="1">
              <a:lnSpc>
                <a:spcPct val="130000"/>
              </a:lnSpc>
              <a:spcBef>
                <a:spcPts val="0"/>
              </a:spcBef>
              <a:buFont typeface="Wingdings" panose="05000000000000000000" pitchFamily="2" charset="2"/>
              <a:buNone/>
            </a:pPr>
            <a:r>
              <a:rPr lang="en-US" altLang="zh-CN" sz="1600" kern="0" smtClean="0">
                <a:latin typeface="微软雅黑" panose="020B0503020204020204" pitchFamily="34" charset="-122"/>
                <a:ea typeface="微软雅黑" panose="020B0503020204020204" pitchFamily="34" charset="-122"/>
              </a:rPr>
              <a:t>PPTP</a:t>
            </a:r>
            <a:r>
              <a:rPr lang="zh-CN" altLang="en-US" sz="1600" kern="0" dirty="0">
                <a:latin typeface="微软雅黑" panose="020B0503020204020204" pitchFamily="34" charset="-122"/>
                <a:ea typeface="微软雅黑" panose="020B0503020204020204" pitchFamily="34" charset="-122"/>
              </a:rPr>
              <a:t>网络服务器</a:t>
            </a:r>
            <a:r>
              <a:rPr lang="en-US" altLang="zh-CN" sz="1600" kern="0" dirty="0">
                <a:latin typeface="微软雅黑" panose="020B0503020204020204" pitchFamily="34" charset="-122"/>
                <a:ea typeface="微软雅黑" panose="020B0503020204020204" pitchFamily="34" charset="-122"/>
              </a:rPr>
              <a:t>PNS(PPTP Network </a:t>
            </a:r>
            <a:r>
              <a:rPr lang="en-US" altLang="zh-CN" sz="1600" kern="0">
                <a:latin typeface="微软雅黑" panose="020B0503020204020204" pitchFamily="34" charset="-122"/>
                <a:ea typeface="微软雅黑" panose="020B0503020204020204" pitchFamily="34" charset="-122"/>
              </a:rPr>
              <a:t>Server</a:t>
            </a:r>
            <a:r>
              <a:rPr lang="en-US" altLang="zh-CN" sz="1600" kern="0" smtClean="0">
                <a:latin typeface="微软雅黑" panose="020B0503020204020204" pitchFamily="34" charset="-122"/>
                <a:ea typeface="微软雅黑" panose="020B0503020204020204" pitchFamily="34" charset="-122"/>
              </a:rPr>
              <a:t>)</a:t>
            </a:r>
            <a:endParaRPr lang="en-US" altLang="zh-CN" sz="1600" kern="0" dirty="0">
              <a:latin typeface="微软雅黑" panose="020B0503020204020204" pitchFamily="34" charset="-122"/>
              <a:ea typeface="微软雅黑" panose="020B0503020204020204" pitchFamily="34" charset="-122"/>
            </a:endParaRPr>
          </a:p>
          <a:p>
            <a:pPr eaLnBrk="1" hangingPunct="1">
              <a:lnSpc>
                <a:spcPct val="130000"/>
              </a:lnSpc>
              <a:spcBef>
                <a:spcPts val="0"/>
              </a:spcBef>
              <a:buFont typeface="Wingdings" panose="05000000000000000000" pitchFamily="2" charset="2"/>
              <a:buNone/>
            </a:pPr>
            <a:r>
              <a:rPr lang="en-US" altLang="zh-CN" sz="1600" b="1" kern="0" smtClean="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(2) PPTP</a:t>
            </a:r>
            <a:r>
              <a:rPr lang="zh-CN" altLang="en-US"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访问集中器（</a:t>
            </a:r>
            <a:r>
              <a:rPr lang="en-US" altLang="zh-CN"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PAC</a:t>
            </a:r>
            <a:r>
              <a:rPr lang="zh-CN" altLang="en-US"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a:t>
            </a:r>
          </a:p>
          <a:p>
            <a:pPr eaLnBrk="1" hangingPunct="1">
              <a:lnSpc>
                <a:spcPct val="130000"/>
              </a:lnSpc>
              <a:spcBef>
                <a:spcPts val="0"/>
              </a:spcBef>
              <a:buFont typeface="Wingdings" panose="05000000000000000000" pitchFamily="2" charset="2"/>
              <a:buChar char="n"/>
            </a:pPr>
            <a:r>
              <a:rPr lang="en-US" altLang="zh-CN" sz="1600" kern="0" smtClean="0">
                <a:latin typeface="微软雅黑" panose="020B0503020204020204" pitchFamily="34" charset="-122"/>
                <a:ea typeface="微软雅黑" panose="020B0503020204020204" pitchFamily="34" charset="-122"/>
                <a:cs typeface="Times New Roman" panose="02020603050405020304" pitchFamily="18" charset="0"/>
              </a:rPr>
              <a:t>PAC</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与一条或多条</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PSTN</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ISDN</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线路相连。它完成</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PPP</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操作并处理</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PPTP</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协议。</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PAC</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负责为</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PSTN</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ISDN</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网络提供物理接口，并为</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PPP</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链路控制协议会话提供逻辑终止</a:t>
            </a:r>
            <a:r>
              <a:rPr lang="zh-CN" altLang="en-US" sz="1600" kern="0" dirty="0">
                <a:latin typeface="微软雅黑" panose="020B0503020204020204" pitchFamily="34" charset="-122"/>
                <a:ea typeface="微软雅黑" panose="020B0503020204020204" pitchFamily="34" charset="-122"/>
              </a:rPr>
              <a:t>。具有</a:t>
            </a:r>
            <a:r>
              <a:rPr lang="en-US" altLang="zh-CN" sz="1600" kern="0" dirty="0">
                <a:latin typeface="微软雅黑" panose="020B0503020204020204" pitchFamily="34" charset="-122"/>
                <a:ea typeface="微软雅黑" panose="020B0503020204020204" pitchFamily="34" charset="-122"/>
              </a:rPr>
              <a:t>NAS</a:t>
            </a:r>
            <a:r>
              <a:rPr lang="zh-CN" altLang="en-US" sz="1600" kern="0" dirty="0">
                <a:latin typeface="微软雅黑" panose="020B0503020204020204" pitchFamily="34" charset="-122"/>
                <a:ea typeface="微软雅黑" panose="020B0503020204020204" pitchFamily="34" charset="-122"/>
              </a:rPr>
              <a:t>的第</a:t>
            </a:r>
            <a:r>
              <a:rPr lang="en-US" altLang="zh-CN" sz="1600" kern="0" dirty="0">
                <a:latin typeface="微软雅黑" panose="020B0503020204020204" pitchFamily="34" charset="-122"/>
                <a:ea typeface="微软雅黑" panose="020B0503020204020204" pitchFamily="34" charset="-122"/>
              </a:rPr>
              <a:t>(1)</a:t>
            </a:r>
            <a:r>
              <a:rPr lang="zh-CN" altLang="en-US" sz="1600" kern="0" dirty="0">
                <a:latin typeface="微软雅黑" panose="020B0503020204020204" pitchFamily="34" charset="-122"/>
                <a:ea typeface="微软雅黑" panose="020B0503020204020204" pitchFamily="34" charset="-122"/>
              </a:rPr>
              <a:t>、</a:t>
            </a:r>
            <a:r>
              <a:rPr lang="en-US" altLang="zh-CN" sz="1600" kern="0" dirty="0">
                <a:latin typeface="微软雅黑" panose="020B0503020204020204" pitchFamily="34" charset="-122"/>
                <a:ea typeface="微软雅黑" panose="020B0503020204020204" pitchFamily="34" charset="-122"/>
              </a:rPr>
              <a:t>(2</a:t>
            </a:r>
            <a:r>
              <a:rPr lang="zh-CN" altLang="en-US" sz="1600" kern="0" dirty="0">
                <a:latin typeface="微软雅黑" panose="020B0503020204020204" pitchFamily="34" charset="-122"/>
                <a:ea typeface="微软雅黑" panose="020B0503020204020204" pitchFamily="34" charset="-122"/>
              </a:rPr>
              <a:t>）、</a:t>
            </a:r>
            <a:r>
              <a:rPr lang="en-US" altLang="zh-CN" sz="1600" kern="0" dirty="0">
                <a:latin typeface="微软雅黑" panose="020B0503020204020204" pitchFamily="34" charset="-122"/>
                <a:ea typeface="微软雅黑" panose="020B0503020204020204" pitchFamily="34" charset="-122"/>
              </a:rPr>
              <a:t>(</a:t>
            </a:r>
            <a:r>
              <a:rPr lang="en-US" altLang="zh-CN" sz="1600" kern="0">
                <a:latin typeface="微软雅黑" panose="020B0503020204020204" pitchFamily="34" charset="-122"/>
                <a:ea typeface="微软雅黑" panose="020B0503020204020204" pitchFamily="34" charset="-122"/>
              </a:rPr>
              <a:t>3</a:t>
            </a:r>
            <a:r>
              <a:rPr lang="en-US" altLang="zh-CN" sz="1600" kern="0" smtClean="0">
                <a:latin typeface="微软雅黑" panose="020B0503020204020204" pitchFamily="34" charset="-122"/>
                <a:ea typeface="微软雅黑" panose="020B0503020204020204" pitchFamily="34" charset="-122"/>
              </a:rPr>
              <a:t>)</a:t>
            </a:r>
            <a:r>
              <a:rPr lang="zh-CN" altLang="en-US" sz="1600" kern="0" smtClean="0">
                <a:latin typeface="微软雅黑" panose="020B0503020204020204" pitchFamily="34" charset="-122"/>
                <a:ea typeface="微软雅黑" panose="020B0503020204020204" pitchFamily="34" charset="-122"/>
              </a:rPr>
              <a:t>种功能</a:t>
            </a:r>
            <a:r>
              <a:rPr lang="en-US" altLang="zh-CN" sz="1600" kern="0" smtClean="0">
                <a:solidFill>
                  <a:srgbClr val="FF0000"/>
                </a:solidFill>
                <a:latin typeface="微软雅黑" panose="020B0503020204020204" pitchFamily="34" charset="-122"/>
                <a:ea typeface="微软雅黑" panose="020B0503020204020204" pitchFamily="34" charset="-122"/>
              </a:rPr>
              <a:t>(LCP)</a:t>
            </a:r>
            <a:r>
              <a:rPr lang="zh-CN" altLang="en-US" sz="1600" kern="0" smtClean="0">
                <a:latin typeface="微软雅黑" panose="020B0503020204020204" pitchFamily="34" charset="-122"/>
                <a:ea typeface="微软雅黑" panose="020B0503020204020204" pitchFamily="34" charset="-122"/>
              </a:rPr>
              <a:t>。</a:t>
            </a:r>
            <a:endParaRPr lang="en-US" altLang="zh-CN" sz="1600" kern="0" smtClean="0">
              <a:latin typeface="微软雅黑" panose="020B0503020204020204" pitchFamily="34" charset="-122"/>
              <a:ea typeface="微软雅黑" panose="020B0503020204020204" pitchFamily="34" charset="-122"/>
            </a:endParaRPr>
          </a:p>
          <a:p>
            <a:pPr eaLnBrk="1" hangingPunct="1">
              <a:lnSpc>
                <a:spcPct val="130000"/>
              </a:lnSpc>
              <a:spcBef>
                <a:spcPts val="0"/>
              </a:spcBef>
              <a:buFont typeface="Wingdings" panose="05000000000000000000" pitchFamily="2" charset="2"/>
              <a:buChar char="n"/>
            </a:pPr>
            <a:r>
              <a:rPr kumimoji="1" lang="zh-CN" altLang="en-US" sz="1600">
                <a:latin typeface="微软雅黑" panose="020B0503020204020204" pitchFamily="34" charset="-122"/>
                <a:ea typeface="微软雅黑" panose="020B0503020204020204" pitchFamily="34" charset="-122"/>
              </a:rPr>
              <a:t>把</a:t>
            </a:r>
            <a:r>
              <a:rPr kumimoji="1" lang="en-US" altLang="zh-CN" sz="1600">
                <a:latin typeface="微软雅黑" panose="020B0503020204020204" pitchFamily="34" charset="-122"/>
                <a:ea typeface="微软雅黑" panose="020B0503020204020204" pitchFamily="34" charset="-122"/>
              </a:rPr>
              <a:t>PPP</a:t>
            </a:r>
            <a:r>
              <a:rPr kumimoji="1" lang="zh-CN" altLang="en-US" sz="1600">
                <a:latin typeface="微软雅黑" panose="020B0503020204020204" pitchFamily="34" charset="-122"/>
                <a:ea typeface="微软雅黑" panose="020B0503020204020204" pitchFamily="34" charset="-122"/>
              </a:rPr>
              <a:t>数据帧封装后在因特网上传输。这些</a:t>
            </a:r>
            <a:r>
              <a:rPr kumimoji="1" lang="en-US" altLang="zh-CN" sz="1600">
                <a:latin typeface="微软雅黑" panose="020B0503020204020204" pitchFamily="34" charset="-122"/>
                <a:ea typeface="微软雅黑" panose="020B0503020204020204" pitchFamily="34" charset="-122"/>
              </a:rPr>
              <a:t>IP</a:t>
            </a:r>
            <a:r>
              <a:rPr kumimoji="1" lang="zh-CN" altLang="en-US" sz="1600">
                <a:latin typeface="微软雅黑" panose="020B0503020204020204" pitchFamily="34" charset="-122"/>
                <a:ea typeface="微软雅黑" panose="020B0503020204020204" pitchFamily="34" charset="-122"/>
              </a:rPr>
              <a:t>数据包在因特网上按特定的路由传送，直到到达</a:t>
            </a:r>
            <a:r>
              <a:rPr kumimoji="1" lang="en-US" altLang="zh-CN" sz="1600">
                <a:latin typeface="微软雅黑" panose="020B0503020204020204" pitchFamily="34" charset="-122"/>
                <a:ea typeface="微软雅黑" panose="020B0503020204020204" pitchFamily="34" charset="-122"/>
              </a:rPr>
              <a:t>PNS</a:t>
            </a:r>
            <a:r>
              <a:rPr kumimoji="1" lang="zh-CN" altLang="en-US" sz="1600">
                <a:latin typeface="微软雅黑" panose="020B0503020204020204" pitchFamily="34" charset="-122"/>
                <a:ea typeface="微软雅黑" panose="020B0503020204020204" pitchFamily="34" charset="-122"/>
              </a:rPr>
              <a:t>。</a:t>
            </a:r>
          </a:p>
          <a:p>
            <a:pPr eaLnBrk="1" hangingPunct="1">
              <a:lnSpc>
                <a:spcPct val="130000"/>
              </a:lnSpc>
              <a:spcBef>
                <a:spcPts val="0"/>
              </a:spcBef>
              <a:buFont typeface="Wingdings" panose="05000000000000000000" pitchFamily="2" charset="2"/>
              <a:buNone/>
            </a:pPr>
            <a:r>
              <a:rPr lang="en-US" altLang="zh-CN" sz="1600" b="1" kern="0" smtClean="0">
                <a:solidFill>
                  <a:schemeClr val="hlink"/>
                </a:solidFill>
                <a:latin typeface="微软雅黑" panose="020B0503020204020204" pitchFamily="34" charset="-122"/>
                <a:ea typeface="微软雅黑" panose="020B0503020204020204" pitchFamily="34" charset="-122"/>
              </a:rPr>
              <a:t>(</a:t>
            </a:r>
            <a:r>
              <a:rPr lang="en-US" altLang="zh-CN" sz="1600" b="1" kern="0" dirty="0">
                <a:solidFill>
                  <a:schemeClr val="hlink"/>
                </a:solidFill>
                <a:latin typeface="微软雅黑" panose="020B0503020204020204" pitchFamily="34" charset="-122"/>
                <a:ea typeface="微软雅黑" panose="020B0503020204020204" pitchFamily="34" charset="-122"/>
              </a:rPr>
              <a:t>3) </a:t>
            </a:r>
            <a:r>
              <a:rPr lang="en-US" altLang="zh-CN"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PPTP</a:t>
            </a:r>
            <a:r>
              <a:rPr lang="zh-CN" altLang="en-US"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网络服务器</a:t>
            </a:r>
            <a:r>
              <a:rPr lang="en-US" altLang="zh-CN" sz="1600" b="1" kern="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(PNS)</a:t>
            </a:r>
          </a:p>
          <a:p>
            <a:pPr eaLnBrk="1" hangingPunct="1">
              <a:lnSpc>
                <a:spcPct val="130000"/>
              </a:lnSpc>
              <a:spcBef>
                <a:spcPts val="0"/>
              </a:spcBef>
              <a:buFont typeface="Wingdings" panose="05000000000000000000" pitchFamily="2" charset="2"/>
              <a:buChar char="n"/>
            </a:pPr>
            <a:r>
              <a:rPr lang="en-US" altLang="zh-CN" sz="1600" kern="0" smtClean="0">
                <a:latin typeface="微软雅黑" panose="020B0503020204020204" pitchFamily="34" charset="-122"/>
                <a:ea typeface="微软雅黑" panose="020B0503020204020204" pitchFamily="34" charset="-122"/>
                <a:cs typeface="Times New Roman" panose="02020603050405020304" pitchFamily="18" charset="0"/>
              </a:rPr>
              <a:t>PNS</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负责处理服务器端的</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PPTP</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协议。</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PNS</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NAS</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的不同的接口之间提供多协议路由和桥接，负责</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PPP</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网络控制协议的</a:t>
            </a:r>
            <a:r>
              <a:rPr lang="zh-CN" altLang="en-US" sz="1600" kern="0">
                <a:latin typeface="微软雅黑" panose="020B0503020204020204" pitchFamily="34" charset="-122"/>
                <a:ea typeface="微软雅黑" panose="020B0503020204020204" pitchFamily="34" charset="-122"/>
                <a:cs typeface="Times New Roman" panose="02020603050405020304" pitchFamily="18" charset="0"/>
              </a:rPr>
              <a:t>逻辑</a:t>
            </a:r>
            <a:r>
              <a:rPr lang="zh-CN" altLang="en-US" sz="1600" kern="0" smtClean="0">
                <a:latin typeface="微软雅黑" panose="020B0503020204020204" pitchFamily="34" charset="-122"/>
                <a:ea typeface="微软雅黑" panose="020B0503020204020204" pitchFamily="34" charset="-122"/>
                <a:cs typeface="Times New Roman" panose="02020603050405020304" pitchFamily="18" charset="0"/>
              </a:rPr>
              <a:t>终止。</a:t>
            </a:r>
            <a:endParaRPr lang="en-US" altLang="zh-CN" sz="1600" kern="0" smtClean="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30000"/>
              </a:lnSpc>
              <a:spcBef>
                <a:spcPts val="0"/>
              </a:spcBef>
              <a:buFont typeface="Wingdings" panose="05000000000000000000" pitchFamily="2" charset="2"/>
              <a:buChar char="n"/>
            </a:pPr>
            <a:r>
              <a:rPr kumimoji="1" lang="zh-CN" altLang="en-US" sz="1600">
                <a:latin typeface="微软雅黑" panose="020B0503020204020204" pitchFamily="34" charset="-122"/>
                <a:ea typeface="微软雅黑" panose="020B0503020204020204" pitchFamily="34" charset="-122"/>
              </a:rPr>
              <a:t>把</a:t>
            </a:r>
            <a:r>
              <a:rPr kumimoji="1" lang="en-US" altLang="zh-CN" sz="1600">
                <a:latin typeface="微软雅黑" panose="020B0503020204020204" pitchFamily="34" charset="-122"/>
                <a:ea typeface="微软雅黑" panose="020B0503020204020204" pitchFamily="34" charset="-122"/>
              </a:rPr>
              <a:t>IP</a:t>
            </a:r>
            <a:r>
              <a:rPr kumimoji="1" lang="zh-CN" altLang="en-US" sz="1600">
                <a:latin typeface="微软雅黑" panose="020B0503020204020204" pitchFamily="34" charset="-122"/>
                <a:ea typeface="微软雅黑" panose="020B0503020204020204" pitchFamily="34" charset="-122"/>
              </a:rPr>
              <a:t>数据包分解为</a:t>
            </a:r>
            <a:r>
              <a:rPr kumimoji="1" lang="en-US" altLang="zh-CN" sz="1600">
                <a:latin typeface="微软雅黑" panose="020B0503020204020204" pitchFamily="34" charset="-122"/>
                <a:ea typeface="微软雅黑" panose="020B0503020204020204" pitchFamily="34" charset="-122"/>
              </a:rPr>
              <a:t>PPP</a:t>
            </a:r>
            <a:r>
              <a:rPr kumimoji="1" lang="zh-CN" altLang="en-US" sz="1600">
                <a:latin typeface="微软雅黑" panose="020B0503020204020204" pitchFamily="34" charset="-122"/>
                <a:ea typeface="微软雅黑" panose="020B0503020204020204" pitchFamily="34" charset="-122"/>
              </a:rPr>
              <a:t>数据包，并从这些</a:t>
            </a:r>
            <a:r>
              <a:rPr kumimoji="1" lang="en-US" altLang="zh-CN" sz="1600">
                <a:latin typeface="微软雅黑" panose="020B0503020204020204" pitchFamily="34" charset="-122"/>
                <a:ea typeface="微软雅黑" panose="020B0503020204020204" pitchFamily="34" charset="-122"/>
              </a:rPr>
              <a:t>PPP</a:t>
            </a:r>
            <a:r>
              <a:rPr kumimoji="1" lang="zh-CN" altLang="en-US" sz="1600">
                <a:latin typeface="微软雅黑" panose="020B0503020204020204" pitchFamily="34" charset="-122"/>
                <a:ea typeface="微软雅黑" panose="020B0503020204020204" pitchFamily="34" charset="-122"/>
              </a:rPr>
              <a:t>数据包中提取出必要的信息，然后把数据包通过专用网络发送到目的计算机</a:t>
            </a:r>
            <a:endPar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30000"/>
              </a:lnSpc>
              <a:spcBef>
                <a:spcPts val="0"/>
              </a:spcBef>
              <a:buFont typeface="Wingdings" panose="05000000000000000000" pitchFamily="2" charset="2"/>
              <a:buChar char="n"/>
            </a:pPr>
            <a:r>
              <a:rPr lang="zh-CN" altLang="en-US" sz="1600" kern="0" smtClean="0">
                <a:latin typeface="微软雅黑" panose="020B0503020204020204" pitchFamily="34" charset="-122"/>
                <a:ea typeface="微软雅黑" panose="020B0503020204020204" pitchFamily="34" charset="-122"/>
              </a:rPr>
              <a:t>具有</a:t>
            </a:r>
            <a:r>
              <a:rPr lang="en-US" altLang="zh-CN" sz="1600" kern="0" dirty="0">
                <a:latin typeface="微软雅黑" panose="020B0503020204020204" pitchFamily="34" charset="-122"/>
                <a:ea typeface="微软雅黑" panose="020B0503020204020204" pitchFamily="34" charset="-122"/>
              </a:rPr>
              <a:t>NAS</a:t>
            </a:r>
            <a:r>
              <a:rPr lang="zh-CN" altLang="en-US" sz="1600" kern="0" dirty="0">
                <a:latin typeface="微软雅黑" panose="020B0503020204020204" pitchFamily="34" charset="-122"/>
                <a:ea typeface="微软雅黑" panose="020B0503020204020204" pitchFamily="34" charset="-122"/>
              </a:rPr>
              <a:t>的第</a:t>
            </a:r>
            <a:r>
              <a:rPr lang="en-US" altLang="zh-CN" sz="1600" kern="0" dirty="0">
                <a:latin typeface="微软雅黑" panose="020B0503020204020204" pitchFamily="34" charset="-122"/>
                <a:ea typeface="微软雅黑" panose="020B0503020204020204" pitchFamily="34" charset="-122"/>
              </a:rPr>
              <a:t>(3)</a:t>
            </a:r>
            <a:r>
              <a:rPr lang="zh-CN" altLang="en-US" sz="1600" kern="0" dirty="0">
                <a:latin typeface="微软雅黑" panose="020B0503020204020204" pitchFamily="34" charset="-122"/>
                <a:ea typeface="微软雅黑" panose="020B0503020204020204" pitchFamily="34" charset="-122"/>
              </a:rPr>
              <a:t>、</a:t>
            </a:r>
            <a:r>
              <a:rPr lang="en-US" altLang="zh-CN" sz="1600" kern="0" dirty="0">
                <a:latin typeface="微软雅黑" panose="020B0503020204020204" pitchFamily="34" charset="-122"/>
                <a:ea typeface="微软雅黑" panose="020B0503020204020204" pitchFamily="34" charset="-122"/>
              </a:rPr>
              <a:t>(4)</a:t>
            </a:r>
            <a:r>
              <a:rPr lang="zh-CN" altLang="en-US" sz="1600" kern="0" dirty="0">
                <a:latin typeface="微软雅黑" panose="020B0503020204020204" pitchFamily="34" charset="-122"/>
                <a:ea typeface="微软雅黑" panose="020B0503020204020204" pitchFamily="34" charset="-122"/>
              </a:rPr>
              <a:t>、</a:t>
            </a:r>
            <a:r>
              <a:rPr lang="en-US" altLang="zh-CN" sz="1600" kern="0" dirty="0">
                <a:latin typeface="微软雅黑" panose="020B0503020204020204" pitchFamily="34" charset="-122"/>
                <a:ea typeface="微软雅黑" panose="020B0503020204020204" pitchFamily="34" charset="-122"/>
              </a:rPr>
              <a:t>(5)</a:t>
            </a:r>
            <a:r>
              <a:rPr lang="zh-CN" altLang="en-US" sz="1600" kern="0" dirty="0">
                <a:latin typeface="微软雅黑" panose="020B0503020204020204" pitchFamily="34" charset="-122"/>
                <a:ea typeface="微软雅黑" panose="020B0503020204020204" pitchFamily="34" charset="-122"/>
              </a:rPr>
              <a:t>、</a:t>
            </a:r>
            <a:r>
              <a:rPr lang="en-US" altLang="zh-CN" sz="1600" kern="0" dirty="0">
                <a:latin typeface="微软雅黑" panose="020B0503020204020204" pitchFamily="34" charset="-122"/>
                <a:ea typeface="微软雅黑" panose="020B0503020204020204" pitchFamily="34" charset="-122"/>
              </a:rPr>
              <a:t>(6)</a:t>
            </a:r>
            <a:r>
              <a:rPr lang="zh-CN" altLang="en-US" sz="1600" kern="0">
                <a:latin typeface="微软雅黑" panose="020B0503020204020204" pitchFamily="34" charset="-122"/>
                <a:ea typeface="微软雅黑" panose="020B0503020204020204" pitchFamily="34" charset="-122"/>
              </a:rPr>
              <a:t>种</a:t>
            </a:r>
            <a:r>
              <a:rPr lang="zh-CN" altLang="en-US" sz="1600" kern="0" smtClean="0">
                <a:latin typeface="微软雅黑" panose="020B0503020204020204" pitchFamily="34" charset="-122"/>
                <a:ea typeface="微软雅黑" panose="020B0503020204020204" pitchFamily="34" charset="-122"/>
              </a:rPr>
              <a:t>功能</a:t>
            </a:r>
            <a:r>
              <a:rPr lang="en-US" altLang="zh-CN" sz="1600" kern="0" smtClean="0">
                <a:solidFill>
                  <a:srgbClr val="FF0000"/>
                </a:solidFill>
                <a:latin typeface="微软雅黑" panose="020B0503020204020204" pitchFamily="34" charset="-122"/>
                <a:ea typeface="微软雅黑" panose="020B0503020204020204" pitchFamily="34" charset="-122"/>
              </a:rPr>
              <a:t>(</a:t>
            </a:r>
            <a:r>
              <a:rPr lang="zh-CN" altLang="en-US" sz="1600" kern="0" smtClean="0">
                <a:solidFill>
                  <a:srgbClr val="FF0000"/>
                </a:solidFill>
                <a:latin typeface="微软雅黑" panose="020B0503020204020204" pitchFamily="34" charset="-122"/>
                <a:ea typeface="微软雅黑" panose="020B0503020204020204" pitchFamily="34" charset="-122"/>
              </a:rPr>
              <a:t>认证</a:t>
            </a:r>
            <a:r>
              <a:rPr lang="en-US" altLang="zh-CN" sz="1600" kern="0" smtClean="0">
                <a:solidFill>
                  <a:srgbClr val="FF0000"/>
                </a:solidFill>
                <a:latin typeface="微软雅黑" panose="020B0503020204020204" pitchFamily="34" charset="-122"/>
                <a:ea typeface="微软雅黑" panose="020B0503020204020204" pitchFamily="34" charset="-122"/>
              </a:rPr>
              <a:t>+NCP)</a:t>
            </a:r>
            <a:endParaRPr lang="zh-CN" altLang="en-US" sz="1600" kern="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92965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16210" y="1"/>
            <a:ext cx="8229600" cy="680936"/>
          </a:xfrm>
        </p:spPr>
        <p:txBody>
          <a:bodyPr/>
          <a:lstStyle/>
          <a:p>
            <a:pPr eaLnBrk="1" hangingPunct="1"/>
            <a:r>
              <a:rPr lang="en-US" altLang="zh-CN" smtClean="0"/>
              <a:t>11.3.1 PPTP</a:t>
            </a:r>
            <a:r>
              <a:rPr lang="zh-CN" altLang="en-US" dirty="0" smtClean="0"/>
              <a:t>协议的基本模型</a:t>
            </a:r>
          </a:p>
        </p:txBody>
      </p:sp>
      <p:sp>
        <p:nvSpPr>
          <p:cNvPr id="69634" name="Rectangle 3"/>
          <p:cNvSpPr>
            <a:spLocks noGrp="1" noChangeArrowheads="1"/>
          </p:cNvSpPr>
          <p:nvPr>
            <p:ph idx="1"/>
          </p:nvPr>
        </p:nvSpPr>
        <p:spPr>
          <a:xfrm>
            <a:off x="278859" y="873142"/>
            <a:ext cx="10324289" cy="3514032"/>
          </a:xfrm>
        </p:spPr>
        <p:txBody>
          <a:bodyPr/>
          <a:lstStyle/>
          <a:p>
            <a:pPr eaLnBrk="1" hangingPunct="1">
              <a:lnSpc>
                <a:spcPct val="130000"/>
              </a:lnSpc>
              <a:spcBef>
                <a:spcPts val="600"/>
              </a:spcBef>
              <a:buFont typeface="Wingdings" panose="05000000000000000000" pitchFamily="2" charset="2"/>
              <a:buNone/>
            </a:pPr>
            <a:r>
              <a:rPr lang="en-US" altLang="zh-CN" b="1" dirty="0">
                <a:solidFill>
                  <a:schemeClr val="hlink"/>
                </a:solidFill>
              </a:rPr>
              <a:t>PPTP</a:t>
            </a:r>
            <a:r>
              <a:rPr lang="zh-CN" altLang="en-US" b="1" dirty="0">
                <a:solidFill>
                  <a:schemeClr val="hlink"/>
                </a:solidFill>
              </a:rPr>
              <a:t>协议过程</a:t>
            </a:r>
          </a:p>
          <a:p>
            <a:pPr eaLnBrk="1" hangingPunct="1">
              <a:lnSpc>
                <a:spcPct val="130000"/>
              </a:lnSpc>
              <a:spcBef>
                <a:spcPts val="600"/>
              </a:spcBef>
              <a:buFont typeface="Wingdings" panose="05000000000000000000" pitchFamily="2" charset="2"/>
              <a:buNone/>
            </a:pPr>
            <a:r>
              <a:rPr lang="en-US" altLang="zh-CN" dirty="0" smtClean="0">
                <a:cs typeface="Times New Roman" panose="02020603050405020304" pitchFamily="18" charset="0"/>
              </a:rPr>
              <a:t>PPTP</a:t>
            </a:r>
            <a:r>
              <a:rPr lang="zh-CN" altLang="en-US" dirty="0"/>
              <a:t>有两个过程：控制连接过程和数据传输过程 </a:t>
            </a:r>
          </a:p>
          <a:p>
            <a:pPr eaLnBrk="1" hangingPunct="1">
              <a:lnSpc>
                <a:spcPct val="130000"/>
              </a:lnSpc>
              <a:spcBef>
                <a:spcPts val="600"/>
              </a:spcBef>
              <a:buNone/>
            </a:pPr>
            <a:r>
              <a:rPr lang="en-US" altLang="zh-CN" b="1" dirty="0" smtClean="0">
                <a:solidFill>
                  <a:schemeClr val="hlink"/>
                </a:solidFill>
              </a:rPr>
              <a:t>(</a:t>
            </a:r>
            <a:r>
              <a:rPr lang="en-US" altLang="zh-CN" b="1" dirty="0">
                <a:solidFill>
                  <a:schemeClr val="hlink"/>
                </a:solidFill>
              </a:rPr>
              <a:t>1) </a:t>
            </a:r>
            <a:r>
              <a:rPr lang="zh-CN" altLang="en-US" b="1" dirty="0">
                <a:solidFill>
                  <a:schemeClr val="hlink"/>
                </a:solidFill>
              </a:rPr>
              <a:t>控制连接</a:t>
            </a:r>
          </a:p>
          <a:p>
            <a:pPr eaLnBrk="1" hangingPunct="1">
              <a:lnSpc>
                <a:spcPct val="130000"/>
              </a:lnSpc>
              <a:spcBef>
                <a:spcPts val="600"/>
              </a:spcBef>
              <a:buFont typeface="Wingdings" panose="05000000000000000000" pitchFamily="2" charset="2"/>
              <a:buChar char="n"/>
            </a:pPr>
            <a:r>
              <a:rPr lang="zh-CN" altLang="en-US" dirty="0" smtClean="0"/>
              <a:t>在</a:t>
            </a:r>
            <a:r>
              <a:rPr lang="en-US" altLang="zh-CN" dirty="0">
                <a:cs typeface="Times New Roman" panose="02020603050405020304" pitchFamily="18" charset="0"/>
              </a:rPr>
              <a:t>PNS—PAC</a:t>
            </a:r>
            <a:r>
              <a:rPr lang="zh-CN" altLang="en-US" dirty="0"/>
              <a:t>间进行传输数据前，必须建立一个控制连接。控制连接是一个标准的</a:t>
            </a:r>
            <a:r>
              <a:rPr lang="en-US" altLang="zh-CN" dirty="0">
                <a:cs typeface="Times New Roman" panose="02020603050405020304" pitchFamily="18" charset="0"/>
              </a:rPr>
              <a:t>TCP</a:t>
            </a:r>
            <a:r>
              <a:rPr lang="zh-CN" altLang="en-US" dirty="0"/>
              <a:t>会话</a:t>
            </a:r>
            <a:r>
              <a:rPr lang="en-US" altLang="zh-CN" dirty="0"/>
              <a:t>(</a:t>
            </a:r>
            <a:r>
              <a:rPr lang="zh-CN" altLang="en-US" dirty="0"/>
              <a:t>服务端</a:t>
            </a:r>
            <a:r>
              <a:rPr lang="en-US" altLang="zh-CN" dirty="0"/>
              <a:t>TCP</a:t>
            </a:r>
            <a:r>
              <a:rPr lang="zh-CN" altLang="en-US" dirty="0"/>
              <a:t>端口为</a:t>
            </a:r>
            <a:r>
              <a:rPr lang="en-US" altLang="zh-CN" dirty="0"/>
              <a:t>1723)</a:t>
            </a:r>
            <a:r>
              <a:rPr lang="zh-CN" altLang="en-US" dirty="0"/>
              <a:t>，通过该连接传递的报文称为控制报文</a:t>
            </a:r>
            <a:r>
              <a:rPr lang="zh-CN" altLang="en-US" dirty="0" smtClean="0"/>
              <a:t>。</a:t>
            </a:r>
            <a:endParaRPr lang="zh-CN" altLang="en-US" dirty="0"/>
          </a:p>
          <a:p>
            <a:pPr eaLnBrk="1" hangingPunct="1">
              <a:lnSpc>
                <a:spcPct val="130000"/>
              </a:lnSpc>
              <a:spcBef>
                <a:spcPts val="600"/>
              </a:spcBef>
              <a:buFont typeface="Wingdings" panose="05000000000000000000" pitchFamily="2" charset="2"/>
              <a:buChar char="n"/>
            </a:pPr>
            <a:r>
              <a:rPr lang="zh-CN" altLang="en-US" dirty="0" smtClean="0"/>
              <a:t>控制</a:t>
            </a:r>
            <a:r>
              <a:rPr lang="zh-CN" altLang="en-US" dirty="0"/>
              <a:t>连接负责建立，管理、释放和拆卸</a:t>
            </a:r>
            <a:r>
              <a:rPr lang="en-US" altLang="zh-CN" dirty="0">
                <a:cs typeface="Times New Roman" panose="02020603050405020304" pitchFamily="18" charset="0"/>
              </a:rPr>
              <a:t>PPTP</a:t>
            </a:r>
            <a:r>
              <a:rPr lang="zh-CN" altLang="en-US" dirty="0"/>
              <a:t>隧道 </a:t>
            </a:r>
          </a:p>
          <a:p>
            <a:pPr eaLnBrk="1" hangingPunct="1">
              <a:lnSpc>
                <a:spcPct val="130000"/>
              </a:lnSpc>
              <a:spcBef>
                <a:spcPts val="600"/>
              </a:spcBef>
              <a:buFont typeface="Wingdings" panose="05000000000000000000" pitchFamily="2" charset="2"/>
              <a:buChar char="n"/>
            </a:pPr>
            <a:r>
              <a:rPr lang="zh-CN" altLang="en-US" dirty="0" smtClean="0"/>
              <a:t>控制</a:t>
            </a:r>
            <a:r>
              <a:rPr lang="zh-CN" altLang="en-US" dirty="0"/>
              <a:t>报文用来通知</a:t>
            </a:r>
            <a:r>
              <a:rPr lang="en-US" altLang="zh-CN" dirty="0">
                <a:cs typeface="Times New Roman" panose="02020603050405020304" pitchFamily="18" charset="0"/>
              </a:rPr>
              <a:t>PAC</a:t>
            </a:r>
            <a:r>
              <a:rPr lang="zh-CN" altLang="en-US" dirty="0"/>
              <a:t>有来自</a:t>
            </a:r>
            <a:r>
              <a:rPr lang="en-US" altLang="zh-CN" dirty="0">
                <a:cs typeface="Times New Roman" panose="02020603050405020304" pitchFamily="18" charset="0"/>
              </a:rPr>
              <a:t>PNS</a:t>
            </a:r>
            <a:r>
              <a:rPr lang="zh-CN" altLang="en-US" dirty="0"/>
              <a:t>的出网呼叫，</a:t>
            </a:r>
          </a:p>
          <a:p>
            <a:pPr eaLnBrk="1" hangingPunct="1">
              <a:lnSpc>
                <a:spcPct val="130000"/>
              </a:lnSpc>
              <a:spcBef>
                <a:spcPts val="600"/>
              </a:spcBef>
              <a:buFont typeface="Wingdings" panose="05000000000000000000" pitchFamily="2" charset="2"/>
              <a:buChar char="n"/>
            </a:pPr>
            <a:r>
              <a:rPr lang="zh-CN" altLang="en-US" dirty="0" smtClean="0"/>
              <a:t>或是</a:t>
            </a:r>
            <a:r>
              <a:rPr lang="zh-CN" altLang="en-US" dirty="0"/>
              <a:t>通知</a:t>
            </a:r>
            <a:r>
              <a:rPr lang="en-US" altLang="zh-CN" dirty="0">
                <a:cs typeface="Times New Roman" panose="02020603050405020304" pitchFamily="18" charset="0"/>
              </a:rPr>
              <a:t>PNS</a:t>
            </a:r>
            <a:r>
              <a:rPr lang="zh-CN" altLang="en-US" dirty="0"/>
              <a:t>有 来自</a:t>
            </a:r>
            <a:r>
              <a:rPr lang="en-US" altLang="zh-CN" dirty="0">
                <a:cs typeface="Times New Roman" panose="02020603050405020304" pitchFamily="18" charset="0"/>
              </a:rPr>
              <a:t>PAC</a:t>
            </a:r>
            <a:r>
              <a:rPr lang="zh-CN" altLang="en-US" dirty="0"/>
              <a:t>的入网呼叫 </a:t>
            </a:r>
          </a:p>
        </p:txBody>
      </p:sp>
      <p:grpSp>
        <p:nvGrpSpPr>
          <p:cNvPr id="4" name="Group 6"/>
          <p:cNvGrpSpPr>
            <a:grpSpLocks/>
          </p:cNvGrpSpPr>
          <p:nvPr/>
        </p:nvGrpSpPr>
        <p:grpSpPr bwMode="auto">
          <a:xfrm>
            <a:off x="458822" y="4579379"/>
            <a:ext cx="4876800" cy="381000"/>
            <a:chOff x="768" y="2304"/>
            <a:chExt cx="3072" cy="240"/>
          </a:xfrm>
        </p:grpSpPr>
        <p:sp>
          <p:nvSpPr>
            <p:cNvPr id="5" name="Rectangle 7"/>
            <p:cNvSpPr>
              <a:spLocks noChangeArrowheads="1"/>
            </p:cNvSpPr>
            <p:nvPr/>
          </p:nvSpPr>
          <p:spPr bwMode="auto">
            <a:xfrm>
              <a:off x="768"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IP</a:t>
              </a:r>
              <a:r>
                <a:rPr lang="zh-CN" altLang="en-US" sz="1600"/>
                <a:t>首部</a:t>
              </a:r>
            </a:p>
          </p:txBody>
        </p:sp>
        <p:sp>
          <p:nvSpPr>
            <p:cNvPr id="6" name="Rectangle 8"/>
            <p:cNvSpPr>
              <a:spLocks noChangeArrowheads="1"/>
            </p:cNvSpPr>
            <p:nvPr/>
          </p:nvSpPr>
          <p:spPr bwMode="auto">
            <a:xfrm>
              <a:off x="1680"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TCP</a:t>
              </a:r>
              <a:r>
                <a:rPr lang="zh-CN" altLang="en-US" sz="1600"/>
                <a:t>首部</a:t>
              </a:r>
            </a:p>
          </p:txBody>
        </p:sp>
        <p:sp>
          <p:nvSpPr>
            <p:cNvPr id="7" name="Rectangle 9"/>
            <p:cNvSpPr>
              <a:spLocks noChangeArrowheads="1"/>
            </p:cNvSpPr>
            <p:nvPr/>
          </p:nvSpPr>
          <p:spPr bwMode="auto">
            <a:xfrm>
              <a:off x="2592" y="2304"/>
              <a:ext cx="1248"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PPTP</a:t>
              </a:r>
              <a:r>
                <a:rPr lang="zh-CN" altLang="en-US" sz="1600"/>
                <a:t>控制报文</a:t>
              </a:r>
            </a:p>
          </p:txBody>
        </p:sp>
      </p:grpSp>
      <p:sp>
        <p:nvSpPr>
          <p:cNvPr id="2" name="椭圆 1"/>
          <p:cNvSpPr/>
          <p:nvPr/>
        </p:nvSpPr>
        <p:spPr>
          <a:xfrm>
            <a:off x="3501957" y="4503906"/>
            <a:ext cx="1663430" cy="564205"/>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70606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5"/>
          <p:cNvSpPr>
            <a:spLocks noGrp="1" noChangeArrowheads="1"/>
          </p:cNvSpPr>
          <p:nvPr>
            <p:ph idx="1"/>
          </p:nvPr>
        </p:nvSpPr>
        <p:spPr>
          <a:xfrm>
            <a:off x="183205" y="102476"/>
            <a:ext cx="3810000" cy="583324"/>
          </a:xfrm>
          <a:noFill/>
        </p:spPr>
        <p:txBody>
          <a:bodyPr/>
          <a:lstStyle/>
          <a:p>
            <a:pPr eaLnBrk="1" hangingPunct="1">
              <a:lnSpc>
                <a:spcPct val="90000"/>
              </a:lnSpc>
              <a:buFont typeface="Wingdings" panose="05000000000000000000" pitchFamily="2" charset="2"/>
              <a:buNone/>
            </a:pPr>
            <a:r>
              <a:rPr lang="zh-CN" altLang="en-US" sz="3200" b="1">
                <a:solidFill>
                  <a:schemeClr val="bg1"/>
                </a:solidFill>
              </a:rPr>
              <a:t>控制报文格式</a:t>
            </a:r>
          </a:p>
        </p:txBody>
      </p:sp>
      <p:grpSp>
        <p:nvGrpSpPr>
          <p:cNvPr id="9220" name="Group 6"/>
          <p:cNvGrpSpPr>
            <a:grpSpLocks/>
          </p:cNvGrpSpPr>
          <p:nvPr/>
        </p:nvGrpSpPr>
        <p:grpSpPr bwMode="auto">
          <a:xfrm>
            <a:off x="2218427" y="1229264"/>
            <a:ext cx="4876800" cy="381000"/>
            <a:chOff x="768" y="2304"/>
            <a:chExt cx="3072" cy="240"/>
          </a:xfrm>
        </p:grpSpPr>
        <p:sp>
          <p:nvSpPr>
            <p:cNvPr id="9221" name="Rectangle 7"/>
            <p:cNvSpPr>
              <a:spLocks noChangeArrowheads="1"/>
            </p:cNvSpPr>
            <p:nvPr/>
          </p:nvSpPr>
          <p:spPr bwMode="auto">
            <a:xfrm>
              <a:off x="768"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IP</a:t>
              </a:r>
              <a:r>
                <a:rPr lang="zh-CN" altLang="en-US" sz="1600"/>
                <a:t>首部</a:t>
              </a:r>
            </a:p>
          </p:txBody>
        </p:sp>
        <p:sp>
          <p:nvSpPr>
            <p:cNvPr id="9222" name="Rectangle 8"/>
            <p:cNvSpPr>
              <a:spLocks noChangeArrowheads="1"/>
            </p:cNvSpPr>
            <p:nvPr/>
          </p:nvSpPr>
          <p:spPr bwMode="auto">
            <a:xfrm>
              <a:off x="1680"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TCP</a:t>
              </a:r>
              <a:r>
                <a:rPr lang="zh-CN" altLang="en-US" sz="1600"/>
                <a:t>首部</a:t>
              </a:r>
            </a:p>
          </p:txBody>
        </p:sp>
        <p:sp>
          <p:nvSpPr>
            <p:cNvPr id="9223" name="Rectangle 9"/>
            <p:cNvSpPr>
              <a:spLocks noChangeArrowheads="1"/>
            </p:cNvSpPr>
            <p:nvPr/>
          </p:nvSpPr>
          <p:spPr bwMode="auto">
            <a:xfrm>
              <a:off x="2592" y="2304"/>
              <a:ext cx="1248"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PPTP</a:t>
              </a:r>
              <a:r>
                <a:rPr lang="zh-CN" altLang="en-US" sz="1600"/>
                <a:t>控制报文</a:t>
              </a:r>
            </a:p>
          </p:txBody>
        </p:sp>
      </p:grpSp>
      <p:sp>
        <p:nvSpPr>
          <p:cNvPr id="3" name="矩形 2"/>
          <p:cNvSpPr/>
          <p:nvPr/>
        </p:nvSpPr>
        <p:spPr>
          <a:xfrm>
            <a:off x="2057400" y="1921632"/>
            <a:ext cx="6096000" cy="2031325"/>
          </a:xfrm>
          <a:prstGeom prst="rect">
            <a:avLst/>
          </a:prstGeom>
        </p:spPr>
        <p:txBody>
          <a:bodyPr>
            <a:spAutoFit/>
          </a:bodyPr>
          <a:lstStyle/>
          <a:p>
            <a:r>
              <a:rPr lang="zh-CN" altLang="en-US" dirty="0"/>
              <a:t>1：Start-Control-Connection-Request（启动控制连接请求）</a:t>
            </a:r>
          </a:p>
          <a:p>
            <a:r>
              <a:rPr lang="zh-CN" altLang="en-US" dirty="0"/>
              <a:t>2：Start-Control-Connection-Reply（启动控制连接响应）</a:t>
            </a:r>
          </a:p>
          <a:p>
            <a:r>
              <a:rPr lang="zh-CN" altLang="en-US" dirty="0"/>
              <a:t>3：Stop-Control-Connection-Request（关闭控制连接请求）</a:t>
            </a:r>
          </a:p>
          <a:p>
            <a:r>
              <a:rPr lang="zh-CN" altLang="en-US" dirty="0"/>
              <a:t>4：Stop-Control-Connection-Reply（关闭控制连接响应）</a:t>
            </a:r>
          </a:p>
          <a:p>
            <a:r>
              <a:rPr lang="zh-CN" altLang="en-US" dirty="0"/>
              <a:t>5：Echo-Request（回声请求，保活）</a:t>
            </a:r>
          </a:p>
          <a:p>
            <a:r>
              <a:rPr lang="zh-CN" altLang="en-US" dirty="0"/>
              <a:t>6：Echo-Reply（回声响应）</a:t>
            </a:r>
          </a:p>
          <a:p>
            <a:r>
              <a:rPr lang="zh-CN" altLang="en-US" dirty="0"/>
              <a:t>7~14：呼叫管理消息（如出站 / 入站呼叫请求 / 响应等）</a:t>
            </a:r>
          </a:p>
        </p:txBody>
      </p:sp>
    </p:spTree>
    <p:extLst>
      <p:ext uri="{BB962C8B-B14F-4D97-AF65-F5344CB8AC3E}">
        <p14:creationId xmlns:p14="http://schemas.microsoft.com/office/powerpoint/2010/main" val="22086855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0"/>
          <p:cNvGraphicFramePr>
            <a:graphicFrameLocks noChangeAspect="1"/>
          </p:cNvGraphicFramePr>
          <p:nvPr>
            <p:extLst>
              <p:ext uri="{D42A27DB-BD31-4B8C-83A1-F6EECF244321}">
                <p14:modId xmlns:p14="http://schemas.microsoft.com/office/powerpoint/2010/main" val="3008883347"/>
              </p:ext>
            </p:extLst>
          </p:nvPr>
        </p:nvGraphicFramePr>
        <p:xfrm>
          <a:off x="1924455" y="1064787"/>
          <a:ext cx="8305800" cy="4120055"/>
        </p:xfrm>
        <a:graphic>
          <a:graphicData uri="http://schemas.openxmlformats.org/presentationml/2006/ole">
            <mc:AlternateContent xmlns:mc="http://schemas.openxmlformats.org/markup-compatibility/2006">
              <mc:Choice xmlns:v="urn:schemas-microsoft-com:vml" Requires="v">
                <p:oleObj spid="_x0000_s92330" name="BMP 图像" r:id="rId3" imgW="6010200" imgH="4095720" progId="Paint.Picture">
                  <p:embed/>
                </p:oleObj>
              </mc:Choice>
              <mc:Fallback>
                <p:oleObj name="BMP 图像" r:id="rId3" imgW="6010200" imgH="4095720" progId="Paint.Picture">
                  <p:embed/>
                  <p:pic>
                    <p:nvPicPr>
                      <p:cNvPr id="10242" name="Object 0"/>
                      <p:cNvPicPr>
                        <a:picLocks noChangeAspect="1" noChangeArrowheads="1"/>
                      </p:cNvPicPr>
                      <p:nvPr/>
                    </p:nvPicPr>
                    <p:blipFill>
                      <a:blip r:embed="rId4"/>
                      <a:srcRect/>
                      <a:stretch>
                        <a:fillRect/>
                      </a:stretch>
                    </p:blipFill>
                    <p:spPr bwMode="auto">
                      <a:xfrm>
                        <a:off x="1924455" y="1064787"/>
                        <a:ext cx="8305800" cy="4120055"/>
                      </a:xfrm>
                      <a:prstGeom prst="rect">
                        <a:avLst/>
                      </a:prstGeom>
                      <a:noFill/>
                      <a:ln>
                        <a:noFill/>
                      </a:ln>
                      <a:effectLst/>
                    </p:spPr>
                  </p:pic>
                </p:oleObj>
              </mc:Fallback>
            </mc:AlternateContent>
          </a:graphicData>
        </a:graphic>
      </p:graphicFrame>
      <p:sp>
        <p:nvSpPr>
          <p:cNvPr id="10243" name="Rectangle 5"/>
          <p:cNvSpPr>
            <a:spLocks noChangeArrowheads="1"/>
          </p:cNvSpPr>
          <p:nvPr/>
        </p:nvSpPr>
        <p:spPr bwMode="auto">
          <a:xfrm>
            <a:off x="1924455" y="591711"/>
            <a:ext cx="673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latin typeface="宋体" panose="02010600030101010101" pitchFamily="2" charset="-122"/>
              </a:rPr>
              <a:t>start_control_connection_request:</a:t>
            </a:r>
            <a:r>
              <a:rPr kumimoji="1" lang="zh-CN" altLang="en-US" b="1">
                <a:latin typeface="宋体" panose="02010600030101010101" pitchFamily="2" charset="-122"/>
              </a:rPr>
              <a:t>启动</a:t>
            </a:r>
            <a:r>
              <a:rPr kumimoji="1" lang="en-US" altLang="zh-CN" b="1">
                <a:latin typeface="宋体" panose="02010600030101010101" pitchFamily="2" charset="-122"/>
              </a:rPr>
              <a:t>PPTP</a:t>
            </a:r>
            <a:r>
              <a:rPr kumimoji="1" lang="zh-CN" altLang="en-US" b="1">
                <a:latin typeface="宋体" panose="02010600030101010101" pitchFamily="2" charset="-122"/>
              </a:rPr>
              <a:t>会话请求</a:t>
            </a:r>
          </a:p>
        </p:txBody>
      </p:sp>
      <p:sp>
        <p:nvSpPr>
          <p:cNvPr id="10244" name="Rectangle 6"/>
          <p:cNvSpPr>
            <a:spLocks noChangeArrowheads="1"/>
          </p:cNvSpPr>
          <p:nvPr/>
        </p:nvSpPr>
        <p:spPr bwMode="auto">
          <a:xfrm>
            <a:off x="2076855" y="5261043"/>
            <a:ext cx="81534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宋体" panose="02010600030101010101" pitchFamily="2" charset="-122"/>
              </a:rPr>
              <a:t>PPTP Message Type:</a:t>
            </a:r>
            <a:r>
              <a:rPr kumimoji="1" lang="zh-CN" altLang="en-US" sz="1600">
                <a:latin typeface="宋体" panose="02010600030101010101" pitchFamily="2" charset="-122"/>
              </a:rPr>
              <a:t>控制连接，该位为</a:t>
            </a:r>
            <a:r>
              <a:rPr kumimoji="1" lang="en-US" altLang="zh-CN" sz="1600">
                <a:latin typeface="宋体" panose="02010600030101010101" pitchFamily="2" charset="-122"/>
              </a:rPr>
              <a:t>1</a:t>
            </a:r>
          </a:p>
          <a:p>
            <a:pPr eaLnBrk="1" hangingPunct="1"/>
            <a:r>
              <a:rPr kumimoji="1" lang="en-US" altLang="zh-CN" sz="1600">
                <a:latin typeface="宋体" panose="02010600030101010101" pitchFamily="2" charset="-122"/>
              </a:rPr>
              <a:t>Control Message Type:start_Control_Connection_Request,</a:t>
            </a:r>
            <a:r>
              <a:rPr kumimoji="1" lang="zh-CN" altLang="en-US" sz="1600">
                <a:latin typeface="宋体" panose="02010600030101010101" pitchFamily="2" charset="-122"/>
              </a:rPr>
              <a:t>为</a:t>
            </a:r>
            <a:r>
              <a:rPr kumimoji="1" lang="en-US" altLang="zh-CN" sz="1600">
                <a:latin typeface="宋体" panose="02010600030101010101" pitchFamily="2" charset="-122"/>
              </a:rPr>
              <a:t>1</a:t>
            </a:r>
          </a:p>
          <a:p>
            <a:pPr eaLnBrk="1" hangingPunct="1"/>
            <a:r>
              <a:rPr kumimoji="1" lang="en-US" altLang="zh-CN" sz="1600">
                <a:latin typeface="宋体" panose="02010600030101010101" pitchFamily="2" charset="-122"/>
              </a:rPr>
              <a:t>Framing Capabilities:</a:t>
            </a:r>
            <a:r>
              <a:rPr kumimoji="1" lang="zh-CN" altLang="en-US" sz="1600">
                <a:latin typeface="宋体" panose="02010600030101010101" pitchFamily="2" charset="-122"/>
              </a:rPr>
              <a:t>异步</a:t>
            </a:r>
            <a:r>
              <a:rPr kumimoji="1" lang="en-US" altLang="zh-CN" sz="1600">
                <a:latin typeface="宋体" panose="02010600030101010101" pitchFamily="2" charset="-122"/>
              </a:rPr>
              <a:t>/</a:t>
            </a:r>
            <a:r>
              <a:rPr kumimoji="1" lang="zh-CN" altLang="en-US" sz="1600">
                <a:latin typeface="宋体" panose="02010600030101010101" pitchFamily="2" charset="-122"/>
              </a:rPr>
              <a:t>同步帧模式</a:t>
            </a:r>
            <a:r>
              <a:rPr kumimoji="1" lang="en-US" altLang="zh-CN" sz="1600">
                <a:latin typeface="宋体" panose="02010600030101010101" pitchFamily="2" charset="-122"/>
              </a:rPr>
              <a:t>(1/2)</a:t>
            </a:r>
          </a:p>
          <a:p>
            <a:pPr eaLnBrk="1" hangingPunct="1"/>
            <a:r>
              <a:rPr kumimoji="1" lang="en-US" altLang="zh-CN" sz="1600">
                <a:latin typeface="宋体" panose="02010600030101010101" pitchFamily="2" charset="-122"/>
              </a:rPr>
              <a:t>Bearer Capabilities:</a:t>
            </a:r>
            <a:r>
              <a:rPr kumimoji="1" lang="zh-CN" altLang="en-US" sz="1600">
                <a:latin typeface="宋体" panose="02010600030101010101" pitchFamily="2" charset="-122"/>
              </a:rPr>
              <a:t>模拟</a:t>
            </a:r>
            <a:r>
              <a:rPr kumimoji="1" lang="en-US" altLang="zh-CN" sz="1600">
                <a:latin typeface="宋体" panose="02010600030101010101" pitchFamily="2" charset="-122"/>
              </a:rPr>
              <a:t>/</a:t>
            </a:r>
            <a:r>
              <a:rPr kumimoji="1" lang="zh-CN" altLang="en-US" sz="1600">
                <a:latin typeface="宋体" panose="02010600030101010101" pitchFamily="2" charset="-122"/>
              </a:rPr>
              <a:t>数字信道（</a:t>
            </a:r>
            <a:r>
              <a:rPr kumimoji="1" lang="en-US" altLang="zh-CN" sz="1600">
                <a:latin typeface="宋体" panose="02010600030101010101" pitchFamily="2" charset="-122"/>
              </a:rPr>
              <a:t>1/2</a:t>
            </a:r>
            <a:r>
              <a:rPr kumimoji="1" lang="zh-CN" altLang="en-US" sz="1600">
                <a:latin typeface="宋体" panose="02010600030101010101" pitchFamily="2" charset="-122"/>
              </a:rPr>
              <a:t>）</a:t>
            </a:r>
          </a:p>
        </p:txBody>
      </p:sp>
    </p:spTree>
    <p:extLst>
      <p:ext uri="{BB962C8B-B14F-4D97-AF65-F5344CB8AC3E}">
        <p14:creationId xmlns:p14="http://schemas.microsoft.com/office/powerpoint/2010/main" val="24598195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1024"/>
          <p:cNvGraphicFramePr>
            <a:graphicFrameLocks noChangeAspect="1"/>
          </p:cNvGraphicFramePr>
          <p:nvPr>
            <p:extLst>
              <p:ext uri="{D42A27DB-BD31-4B8C-83A1-F6EECF244321}">
                <p14:modId xmlns:p14="http://schemas.microsoft.com/office/powerpoint/2010/main" val="1153903463"/>
              </p:ext>
            </p:extLst>
          </p:nvPr>
        </p:nvGraphicFramePr>
        <p:xfrm>
          <a:off x="1828800" y="1143727"/>
          <a:ext cx="8534400" cy="4235669"/>
        </p:xfrm>
        <a:graphic>
          <a:graphicData uri="http://schemas.openxmlformats.org/presentationml/2006/ole">
            <mc:AlternateContent xmlns:mc="http://schemas.openxmlformats.org/markup-compatibility/2006">
              <mc:Choice xmlns:v="urn:schemas-microsoft-com:vml" Requires="v">
                <p:oleObj spid="_x0000_s93354" name="位图图像" r:id="rId3" imgW="5971429" imgH="4009524" progId="Paint.Picture">
                  <p:embed/>
                </p:oleObj>
              </mc:Choice>
              <mc:Fallback>
                <p:oleObj name="位图图像" r:id="rId3" imgW="5971429" imgH="4009524" progId="Paint.Picture">
                  <p:embed/>
                  <p:pic>
                    <p:nvPicPr>
                      <p:cNvPr id="11266"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143727"/>
                        <a:ext cx="8534400" cy="4235669"/>
                      </a:xfrm>
                      <a:prstGeom prst="rect">
                        <a:avLst/>
                      </a:prstGeom>
                      <a:noFill/>
                      <a:ln>
                        <a:noFill/>
                      </a:ln>
                      <a:effectLst/>
                    </p:spPr>
                  </p:pic>
                </p:oleObj>
              </mc:Fallback>
            </mc:AlternateContent>
          </a:graphicData>
        </a:graphic>
      </p:graphicFrame>
      <p:sp>
        <p:nvSpPr>
          <p:cNvPr id="11267" name="Rectangle 1029"/>
          <p:cNvSpPr>
            <a:spLocks noChangeArrowheads="1"/>
          </p:cNvSpPr>
          <p:nvPr/>
        </p:nvSpPr>
        <p:spPr bwMode="auto">
          <a:xfrm>
            <a:off x="1902372" y="670651"/>
            <a:ext cx="754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dirty="0" err="1">
                <a:latin typeface="宋体" panose="02010600030101010101" pitchFamily="2" charset="-122"/>
              </a:rPr>
              <a:t>start_control_connection_Reply</a:t>
            </a:r>
            <a:r>
              <a:rPr kumimoji="1" lang="en-US" altLang="zh-CN" b="1" dirty="0">
                <a:latin typeface="宋体" panose="02010600030101010101" pitchFamily="2" charset="-122"/>
              </a:rPr>
              <a:t>:</a:t>
            </a:r>
            <a:r>
              <a:rPr kumimoji="1" lang="zh-CN" altLang="en-US" b="1" dirty="0">
                <a:latin typeface="宋体" panose="02010600030101010101" pitchFamily="2" charset="-122"/>
              </a:rPr>
              <a:t>对启动</a:t>
            </a:r>
            <a:r>
              <a:rPr kumimoji="1" lang="en-US" altLang="zh-CN" b="1" dirty="0">
                <a:latin typeface="宋体" panose="02010600030101010101" pitchFamily="2" charset="-122"/>
              </a:rPr>
              <a:t>PPTP</a:t>
            </a:r>
            <a:r>
              <a:rPr kumimoji="1" lang="zh-CN" altLang="en-US" b="1" dirty="0">
                <a:latin typeface="宋体" panose="02010600030101010101" pitchFamily="2" charset="-122"/>
              </a:rPr>
              <a:t>会话请求的响应</a:t>
            </a:r>
          </a:p>
        </p:txBody>
      </p:sp>
      <p:sp>
        <p:nvSpPr>
          <p:cNvPr id="11268" name="Rectangle 1030"/>
          <p:cNvSpPr>
            <a:spLocks noChangeArrowheads="1"/>
          </p:cNvSpPr>
          <p:nvPr/>
        </p:nvSpPr>
        <p:spPr bwMode="auto">
          <a:xfrm>
            <a:off x="1902372" y="5379396"/>
            <a:ext cx="81534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宋体" panose="02010600030101010101" pitchFamily="2" charset="-122"/>
              </a:rPr>
              <a:t>PPTP Message Type:</a:t>
            </a:r>
            <a:r>
              <a:rPr kumimoji="1" lang="zh-CN" altLang="en-US" sz="1600">
                <a:latin typeface="宋体" panose="02010600030101010101" pitchFamily="2" charset="-122"/>
              </a:rPr>
              <a:t>控制连接，该位为</a:t>
            </a:r>
            <a:r>
              <a:rPr kumimoji="1" lang="en-US" altLang="zh-CN" sz="1600">
                <a:latin typeface="宋体" panose="02010600030101010101" pitchFamily="2" charset="-122"/>
              </a:rPr>
              <a:t>1</a:t>
            </a:r>
          </a:p>
          <a:p>
            <a:pPr eaLnBrk="1" hangingPunct="1"/>
            <a:r>
              <a:rPr kumimoji="1" lang="en-US" altLang="zh-CN" sz="1600">
                <a:latin typeface="宋体" panose="02010600030101010101" pitchFamily="2" charset="-122"/>
              </a:rPr>
              <a:t>Control Message Type:start_Control_Connection_Reply,</a:t>
            </a:r>
            <a:r>
              <a:rPr kumimoji="1" lang="zh-CN" altLang="en-US" sz="1600">
                <a:latin typeface="宋体" panose="02010600030101010101" pitchFamily="2" charset="-122"/>
              </a:rPr>
              <a:t>为</a:t>
            </a:r>
            <a:r>
              <a:rPr kumimoji="1" lang="en-US" altLang="zh-CN" sz="1600">
                <a:latin typeface="宋体" panose="02010600030101010101" pitchFamily="2" charset="-122"/>
              </a:rPr>
              <a:t>2</a:t>
            </a:r>
          </a:p>
          <a:p>
            <a:pPr eaLnBrk="1" hangingPunct="1"/>
            <a:r>
              <a:rPr kumimoji="1" lang="en-US" altLang="zh-CN" sz="1600">
                <a:latin typeface="宋体" panose="02010600030101010101" pitchFamily="2" charset="-122"/>
              </a:rPr>
              <a:t>Framing Capabilities:</a:t>
            </a:r>
            <a:r>
              <a:rPr kumimoji="1" lang="zh-CN" altLang="en-US" sz="1600">
                <a:latin typeface="宋体" panose="02010600030101010101" pitchFamily="2" charset="-122"/>
              </a:rPr>
              <a:t>异步</a:t>
            </a:r>
            <a:r>
              <a:rPr kumimoji="1" lang="en-US" altLang="zh-CN" sz="1600">
                <a:latin typeface="宋体" panose="02010600030101010101" pitchFamily="2" charset="-122"/>
              </a:rPr>
              <a:t>/</a:t>
            </a:r>
            <a:r>
              <a:rPr kumimoji="1" lang="zh-CN" altLang="en-US" sz="1600">
                <a:latin typeface="宋体" panose="02010600030101010101" pitchFamily="2" charset="-122"/>
              </a:rPr>
              <a:t>同步帧模式</a:t>
            </a:r>
            <a:r>
              <a:rPr kumimoji="1" lang="en-US" altLang="zh-CN" sz="1600">
                <a:latin typeface="宋体" panose="02010600030101010101" pitchFamily="2" charset="-122"/>
              </a:rPr>
              <a:t>(1/2)</a:t>
            </a:r>
          </a:p>
          <a:p>
            <a:pPr eaLnBrk="1" hangingPunct="1"/>
            <a:r>
              <a:rPr kumimoji="1" lang="en-US" altLang="zh-CN" sz="1600">
                <a:latin typeface="宋体" panose="02010600030101010101" pitchFamily="2" charset="-122"/>
              </a:rPr>
              <a:t>Bearer Capabilities:</a:t>
            </a:r>
            <a:r>
              <a:rPr kumimoji="1" lang="zh-CN" altLang="en-US" sz="1600">
                <a:latin typeface="宋体" panose="02010600030101010101" pitchFamily="2" charset="-122"/>
              </a:rPr>
              <a:t>模拟</a:t>
            </a:r>
            <a:r>
              <a:rPr kumimoji="1" lang="en-US" altLang="zh-CN" sz="1600">
                <a:latin typeface="宋体" panose="02010600030101010101" pitchFamily="2" charset="-122"/>
              </a:rPr>
              <a:t>/</a:t>
            </a:r>
            <a:r>
              <a:rPr kumimoji="1" lang="zh-CN" altLang="en-US" sz="1600">
                <a:latin typeface="宋体" panose="02010600030101010101" pitchFamily="2" charset="-122"/>
              </a:rPr>
              <a:t>数字信道（</a:t>
            </a:r>
            <a:r>
              <a:rPr kumimoji="1" lang="en-US" altLang="zh-CN" sz="1600">
                <a:latin typeface="宋体" panose="02010600030101010101" pitchFamily="2" charset="-122"/>
              </a:rPr>
              <a:t>1/2</a:t>
            </a:r>
            <a:r>
              <a:rPr kumimoji="1" lang="zh-CN" altLang="en-US" sz="1600">
                <a:latin typeface="宋体" panose="02010600030101010101" pitchFamily="2" charset="-122"/>
              </a:rPr>
              <a:t>）</a:t>
            </a:r>
          </a:p>
        </p:txBody>
      </p:sp>
    </p:spTree>
    <p:extLst>
      <p:ext uri="{BB962C8B-B14F-4D97-AF65-F5344CB8AC3E}">
        <p14:creationId xmlns:p14="http://schemas.microsoft.com/office/powerpoint/2010/main" val="35724192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0" y="0"/>
            <a:ext cx="8229600" cy="617483"/>
          </a:xfrm>
        </p:spPr>
        <p:txBody>
          <a:bodyPr/>
          <a:lstStyle/>
          <a:p>
            <a:pPr eaLnBrk="1" hangingPunct="1"/>
            <a:r>
              <a:rPr lang="en-US" altLang="zh-CN" dirty="0" smtClean="0"/>
              <a:t>11.3.1  PPTP</a:t>
            </a:r>
            <a:r>
              <a:rPr lang="zh-CN" altLang="en-US" dirty="0" smtClean="0"/>
              <a:t>协议的基本模型</a:t>
            </a:r>
          </a:p>
        </p:txBody>
      </p:sp>
      <p:sp>
        <p:nvSpPr>
          <p:cNvPr id="70658" name="Rectangle 3"/>
          <p:cNvSpPr>
            <a:spLocks noGrp="1" noChangeArrowheads="1"/>
          </p:cNvSpPr>
          <p:nvPr>
            <p:ph idx="1"/>
          </p:nvPr>
        </p:nvSpPr>
        <p:spPr>
          <a:xfrm>
            <a:off x="236148" y="769883"/>
            <a:ext cx="8744607" cy="3137338"/>
          </a:xfrm>
        </p:spPr>
        <p:txBody>
          <a:bodyPr/>
          <a:lstStyle/>
          <a:p>
            <a:pPr eaLnBrk="1" hangingPunct="1">
              <a:lnSpc>
                <a:spcPct val="150000"/>
              </a:lnSpc>
              <a:buFont typeface="Wingdings" panose="05000000000000000000" pitchFamily="2" charset="2"/>
              <a:buNone/>
            </a:pPr>
            <a:r>
              <a:rPr lang="en-US" altLang="zh-CN" b="1" dirty="0">
                <a:solidFill>
                  <a:schemeClr val="hlink"/>
                </a:solidFill>
              </a:rPr>
              <a:t> (2) </a:t>
            </a:r>
            <a:r>
              <a:rPr lang="zh-CN" altLang="en-US" b="1" dirty="0">
                <a:solidFill>
                  <a:schemeClr val="hlink"/>
                </a:solidFill>
              </a:rPr>
              <a:t>数据传输连接</a:t>
            </a:r>
          </a:p>
          <a:p>
            <a:pPr eaLnBrk="1" hangingPunct="1">
              <a:lnSpc>
                <a:spcPct val="150000"/>
              </a:lnSpc>
              <a:buFont typeface="Wingdings" panose="05000000000000000000" pitchFamily="2" charset="2"/>
              <a:buNone/>
            </a:pPr>
            <a:r>
              <a:rPr lang="zh-CN" altLang="en-US" dirty="0"/>
              <a:t>    在</a:t>
            </a:r>
            <a:r>
              <a:rPr lang="en-US" altLang="zh-CN" dirty="0"/>
              <a:t>PPTP</a:t>
            </a:r>
            <a:r>
              <a:rPr lang="zh-CN" altLang="en-US" dirty="0"/>
              <a:t>隧道建立后，就可以在客户机和</a:t>
            </a:r>
            <a:r>
              <a:rPr lang="en-US" altLang="zh-CN" dirty="0"/>
              <a:t>PPTP</a:t>
            </a:r>
            <a:r>
              <a:rPr lang="zh-CN" altLang="en-US" dirty="0"/>
              <a:t>服务器之间传输数据了。</a:t>
            </a:r>
          </a:p>
          <a:p>
            <a:pPr eaLnBrk="1" hangingPunct="1">
              <a:lnSpc>
                <a:spcPct val="150000"/>
              </a:lnSpc>
              <a:buFont typeface="Wingdings" panose="05000000000000000000" pitchFamily="2" charset="2"/>
              <a:buNone/>
            </a:pPr>
            <a:r>
              <a:rPr lang="zh-CN" altLang="en-US" dirty="0"/>
              <a:t>    </a:t>
            </a:r>
            <a:r>
              <a:rPr lang="en-US" altLang="zh-CN" dirty="0">
                <a:solidFill>
                  <a:srgbClr val="FF0000"/>
                </a:solidFill>
              </a:rPr>
              <a:t>PPTP</a:t>
            </a:r>
            <a:r>
              <a:rPr lang="zh-CN" altLang="en-US" dirty="0">
                <a:solidFill>
                  <a:srgbClr val="FF0000"/>
                </a:solidFill>
              </a:rPr>
              <a:t>隧道上传输的是</a:t>
            </a:r>
            <a:r>
              <a:rPr lang="en-US" altLang="zh-CN" dirty="0">
                <a:solidFill>
                  <a:srgbClr val="FF0000"/>
                </a:solidFill>
              </a:rPr>
              <a:t>PPP</a:t>
            </a:r>
            <a:r>
              <a:rPr lang="zh-CN" altLang="en-US" dirty="0">
                <a:solidFill>
                  <a:srgbClr val="FF0000"/>
                </a:solidFill>
              </a:rPr>
              <a:t>数据包</a:t>
            </a:r>
            <a:r>
              <a:rPr lang="zh-CN" altLang="en-US" dirty="0"/>
              <a:t>。</a:t>
            </a:r>
            <a:r>
              <a:rPr lang="en-US" altLang="zh-CN" dirty="0"/>
              <a:t>PPP</a:t>
            </a:r>
            <a:r>
              <a:rPr lang="zh-CN" altLang="en-US" dirty="0"/>
              <a:t>数据包是封装在</a:t>
            </a:r>
            <a:r>
              <a:rPr lang="en-US" altLang="zh-CN" dirty="0">
                <a:solidFill>
                  <a:srgbClr val="FF0000"/>
                </a:solidFill>
              </a:rPr>
              <a:t>GRE(</a:t>
            </a:r>
            <a:r>
              <a:rPr lang="zh-CN" altLang="en-US" dirty="0">
                <a:solidFill>
                  <a:srgbClr val="FF0000"/>
                </a:solidFill>
              </a:rPr>
              <a:t>通用路由封装</a:t>
            </a:r>
            <a:r>
              <a:rPr lang="en-US" altLang="zh-CN" dirty="0">
                <a:solidFill>
                  <a:srgbClr val="FF0000"/>
                </a:solidFill>
              </a:rPr>
              <a:t>)</a:t>
            </a:r>
            <a:r>
              <a:rPr lang="zh-CN" altLang="en-US" dirty="0">
                <a:solidFill>
                  <a:srgbClr val="FF0000"/>
                </a:solidFill>
              </a:rPr>
              <a:t>包</a:t>
            </a:r>
            <a:r>
              <a:rPr lang="zh-CN" altLang="en-US" dirty="0"/>
              <a:t>中的，而</a:t>
            </a:r>
            <a:r>
              <a:rPr lang="en-US" altLang="zh-CN" dirty="0"/>
              <a:t>GER</a:t>
            </a:r>
            <a:r>
              <a:rPr lang="zh-CN" altLang="en-US" dirty="0"/>
              <a:t>包是在</a:t>
            </a:r>
            <a:r>
              <a:rPr lang="en-US" altLang="zh-CN" dirty="0"/>
              <a:t>IP</a:t>
            </a:r>
            <a:r>
              <a:rPr lang="zh-CN" altLang="en-US" dirty="0"/>
              <a:t>层上传送的 </a:t>
            </a:r>
          </a:p>
        </p:txBody>
      </p:sp>
      <p:sp>
        <p:nvSpPr>
          <p:cNvPr id="70659" name="Rectangle 4"/>
          <p:cNvSpPr>
            <a:spLocks noChangeArrowheads="1"/>
          </p:cNvSpPr>
          <p:nvPr/>
        </p:nvSpPr>
        <p:spPr bwMode="auto">
          <a:xfrm>
            <a:off x="549557" y="2777134"/>
            <a:ext cx="381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Clr>
                <a:schemeClr val="folHlink"/>
              </a:buClr>
              <a:buSzPct val="60000"/>
              <a:buFont typeface="Wingdings" panose="05000000000000000000" pitchFamily="2" charset="2"/>
              <a:buNone/>
            </a:pPr>
            <a:r>
              <a:rPr lang="zh-CN" altLang="en-US" b="1">
                <a:solidFill>
                  <a:schemeClr val="hlink"/>
                </a:solidFill>
              </a:rPr>
              <a:t>报文格式</a:t>
            </a:r>
          </a:p>
        </p:txBody>
      </p:sp>
      <p:grpSp>
        <p:nvGrpSpPr>
          <p:cNvPr id="70660" name="Group 5"/>
          <p:cNvGrpSpPr>
            <a:grpSpLocks/>
          </p:cNvGrpSpPr>
          <p:nvPr/>
        </p:nvGrpSpPr>
        <p:grpSpPr bwMode="auto">
          <a:xfrm>
            <a:off x="854357" y="3234334"/>
            <a:ext cx="4876800" cy="381000"/>
            <a:chOff x="768" y="2304"/>
            <a:chExt cx="3072" cy="240"/>
          </a:xfrm>
        </p:grpSpPr>
        <p:sp>
          <p:nvSpPr>
            <p:cNvPr id="70661" name="Rectangle 6"/>
            <p:cNvSpPr>
              <a:spLocks noChangeArrowheads="1"/>
            </p:cNvSpPr>
            <p:nvPr/>
          </p:nvSpPr>
          <p:spPr bwMode="auto">
            <a:xfrm>
              <a:off x="768"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IP</a:t>
              </a:r>
              <a:r>
                <a:rPr lang="zh-CN" altLang="en-US" sz="1600"/>
                <a:t>首部</a:t>
              </a:r>
            </a:p>
          </p:txBody>
        </p:sp>
        <p:sp>
          <p:nvSpPr>
            <p:cNvPr id="70662" name="Rectangle 7"/>
            <p:cNvSpPr>
              <a:spLocks noChangeArrowheads="1"/>
            </p:cNvSpPr>
            <p:nvPr/>
          </p:nvSpPr>
          <p:spPr bwMode="auto">
            <a:xfrm>
              <a:off x="1680"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GRE</a:t>
              </a:r>
              <a:r>
                <a:rPr lang="zh-CN" altLang="en-US" sz="1600"/>
                <a:t>首部</a:t>
              </a:r>
            </a:p>
          </p:txBody>
        </p:sp>
        <p:sp>
          <p:nvSpPr>
            <p:cNvPr id="70663" name="Rectangle 8"/>
            <p:cNvSpPr>
              <a:spLocks noChangeArrowheads="1"/>
            </p:cNvSpPr>
            <p:nvPr/>
          </p:nvSpPr>
          <p:spPr bwMode="auto">
            <a:xfrm>
              <a:off x="2592" y="2304"/>
              <a:ext cx="1248"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PPP</a:t>
              </a:r>
              <a:r>
                <a:rPr lang="zh-CN" altLang="en-US" sz="1600"/>
                <a:t>数据包</a:t>
              </a:r>
            </a:p>
          </p:txBody>
        </p:sp>
      </p:grpSp>
    </p:spTree>
    <p:extLst>
      <p:ext uri="{BB962C8B-B14F-4D97-AF65-F5344CB8AC3E}">
        <p14:creationId xmlns:p14="http://schemas.microsoft.com/office/powerpoint/2010/main" val="30805879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PPTP</a:t>
            </a:r>
            <a:r>
              <a:rPr lang="zh-CN" altLang="en-US" smtClean="0"/>
              <a:t>控制连接与数据传输通道</a:t>
            </a:r>
            <a:endParaRPr lang="zh-CN" altLang="en-US"/>
          </a:p>
        </p:txBody>
      </p:sp>
      <p:sp>
        <p:nvSpPr>
          <p:cNvPr id="3" name="矩形 2"/>
          <p:cNvSpPr/>
          <p:nvPr/>
        </p:nvSpPr>
        <p:spPr>
          <a:xfrm>
            <a:off x="314527" y="747595"/>
            <a:ext cx="10901463" cy="4819781"/>
          </a:xfrm>
          <a:prstGeom prst="rect">
            <a:avLst/>
          </a:prstGeom>
        </p:spPr>
        <p:txBody>
          <a:bodyPr wrap="square">
            <a:spAutoFit/>
          </a:bodyPr>
          <a:lstStyle/>
          <a:p>
            <a:pPr marL="285750" indent="-285750">
              <a:lnSpc>
                <a:spcPct val="120000"/>
              </a:lnSpc>
              <a:spcBef>
                <a:spcPts val="0"/>
              </a:spcBef>
              <a:buFont typeface="Wingdings" panose="05000000000000000000" pitchFamily="2" charset="2"/>
              <a:buChar char="n"/>
            </a:pPr>
            <a:r>
              <a:rPr lang="zh-CN" altLang="en-US" sz="1600" b="1" smtClean="0">
                <a:latin typeface="微软雅黑" panose="020B0503020204020204" pitchFamily="34" charset="-122"/>
                <a:ea typeface="微软雅黑" panose="020B0503020204020204" pitchFamily="34" charset="-122"/>
              </a:rPr>
              <a:t>控制连接</a:t>
            </a:r>
            <a:endParaRPr lang="en-US" altLang="zh-CN" sz="1600" b="1" smtClean="0">
              <a:latin typeface="微软雅黑" panose="020B0503020204020204" pitchFamily="34" charset="-122"/>
              <a:ea typeface="微软雅黑" panose="020B0503020204020204" pitchFamily="34" charset="-122"/>
            </a:endParaRPr>
          </a:p>
          <a:p>
            <a:pPr marL="741363" lvl="1" indent="-285750">
              <a:lnSpc>
                <a:spcPct val="120000"/>
              </a:lnSpc>
              <a:spcBef>
                <a:spcPts val="0"/>
              </a:spcBef>
              <a:buFont typeface="Wingdings" panose="05000000000000000000" pitchFamily="2" charset="2"/>
              <a:buChar char="ü"/>
            </a:pPr>
            <a:r>
              <a:rPr lang="en-US" altLang="zh-CN" sz="1600" smtClean="0">
                <a:latin typeface="微软雅黑" panose="020B0503020204020204" pitchFamily="34" charset="-122"/>
                <a:ea typeface="微软雅黑" panose="020B0503020204020204" pitchFamily="34" charset="-122"/>
              </a:rPr>
              <a:t>PPTP </a:t>
            </a:r>
            <a:r>
              <a:rPr lang="zh-CN" altLang="en-US" sz="1600">
                <a:latin typeface="微软雅黑" panose="020B0503020204020204" pitchFamily="34" charset="-122"/>
                <a:ea typeface="微软雅黑" panose="020B0503020204020204" pitchFamily="34" charset="-122"/>
              </a:rPr>
              <a:t>使用 </a:t>
            </a:r>
            <a:r>
              <a:rPr lang="en-US" altLang="zh-CN" sz="1600">
                <a:latin typeface="微软雅黑" panose="020B0503020204020204" pitchFamily="34" charset="-122"/>
                <a:ea typeface="微软雅黑" panose="020B0503020204020204" pitchFamily="34" charset="-122"/>
              </a:rPr>
              <a:t>TCP </a:t>
            </a:r>
            <a:r>
              <a:rPr lang="zh-CN" altLang="en-US" sz="1600">
                <a:latin typeface="微软雅黑" panose="020B0503020204020204" pitchFamily="34" charset="-122"/>
                <a:ea typeface="微软雅黑" panose="020B0503020204020204" pitchFamily="34" charset="-122"/>
              </a:rPr>
              <a:t>协议来建立和维护控制连接，这个控制连接用于在客户端和服务器之间传输控制信息，如连接的建立、维护和终止等命令</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marL="741363" lvl="1" indent="-285750">
              <a:lnSpc>
                <a:spcPct val="120000"/>
              </a:lnSpc>
              <a:spcBef>
                <a:spcPts val="0"/>
              </a:spcBef>
              <a:buFont typeface="Wingdings" panose="05000000000000000000" pitchFamily="2" charset="2"/>
              <a:buChar char="ü"/>
            </a:pPr>
            <a:r>
              <a:rPr lang="zh-CN" altLang="en-US" sz="1600" smtClean="0">
                <a:latin typeface="微软雅黑" panose="020B0503020204020204" pitchFamily="34" charset="-122"/>
                <a:ea typeface="微软雅黑" panose="020B0503020204020204" pitchFamily="34" charset="-122"/>
              </a:rPr>
              <a:t>在 </a:t>
            </a:r>
            <a:r>
              <a:rPr lang="en-US" altLang="zh-CN" sz="1600">
                <a:latin typeface="微软雅黑" panose="020B0503020204020204" pitchFamily="34" charset="-122"/>
                <a:ea typeface="微软雅黑" panose="020B0503020204020204" pitchFamily="34" charset="-122"/>
              </a:rPr>
              <a:t>PPTP </a:t>
            </a:r>
            <a:r>
              <a:rPr lang="zh-CN" altLang="en-US" sz="1600">
                <a:latin typeface="微软雅黑" panose="020B0503020204020204" pitchFamily="34" charset="-122"/>
                <a:ea typeface="微软雅黑" panose="020B0503020204020204" pitchFamily="34" charset="-122"/>
              </a:rPr>
              <a:t>会话的整个生命周期内，控制连接需要一直保持活跃状态，以便双方能够及时地进行通信和协调。只有当 </a:t>
            </a:r>
            <a:r>
              <a:rPr lang="en-US" altLang="zh-CN" sz="1600">
                <a:latin typeface="微软雅黑" panose="020B0503020204020204" pitchFamily="34" charset="-122"/>
                <a:ea typeface="微软雅黑" panose="020B0503020204020204" pitchFamily="34" charset="-122"/>
              </a:rPr>
              <a:t>PPTP </a:t>
            </a:r>
            <a:r>
              <a:rPr lang="zh-CN" altLang="en-US" sz="1600">
                <a:latin typeface="微软雅黑" panose="020B0503020204020204" pitchFamily="34" charset="-122"/>
                <a:ea typeface="微软雅黑" panose="020B0503020204020204" pitchFamily="34" charset="-122"/>
              </a:rPr>
              <a:t>会话完全结束，客户端和服务器明确地关闭控制连接时，</a:t>
            </a:r>
            <a:r>
              <a:rPr lang="en-US" altLang="zh-CN" sz="1600">
                <a:latin typeface="微软雅黑" panose="020B0503020204020204" pitchFamily="34" charset="-122"/>
                <a:ea typeface="微软雅黑" panose="020B0503020204020204" pitchFamily="34" charset="-122"/>
              </a:rPr>
              <a:t>TCP </a:t>
            </a:r>
            <a:r>
              <a:rPr lang="zh-CN" altLang="en-US" sz="1600">
                <a:latin typeface="微软雅黑" panose="020B0503020204020204" pitchFamily="34" charset="-122"/>
                <a:ea typeface="微软雅黑" panose="020B0503020204020204" pitchFamily="34" charset="-122"/>
              </a:rPr>
              <a:t>控制连接才会终止</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marL="741363" lvl="1" indent="-285750">
              <a:lnSpc>
                <a:spcPct val="120000"/>
              </a:lnSpc>
              <a:spcBef>
                <a:spcPts val="0"/>
              </a:spcBef>
              <a:buFont typeface="Wingdings" panose="05000000000000000000" pitchFamily="2" charset="2"/>
              <a:buChar char="ü"/>
            </a:pPr>
            <a:endParaRPr lang="en-US" altLang="zh-CN" sz="1600" smtClean="0">
              <a:latin typeface="微软雅黑" panose="020B0503020204020204" pitchFamily="34" charset="-122"/>
              <a:ea typeface="微软雅黑" panose="020B0503020204020204" pitchFamily="34" charset="-122"/>
            </a:endParaRPr>
          </a:p>
          <a:p>
            <a:pPr lvl="1" indent="0">
              <a:lnSpc>
                <a:spcPct val="120000"/>
              </a:lnSpc>
              <a:spcBef>
                <a:spcPts val="0"/>
              </a:spcBef>
            </a:pPr>
            <a:endParaRPr lang="en-US" altLang="zh-CN" sz="1600" smtClean="0">
              <a:latin typeface="微软雅黑" panose="020B0503020204020204" pitchFamily="34" charset="-122"/>
              <a:ea typeface="微软雅黑" panose="020B0503020204020204" pitchFamily="34" charset="-122"/>
            </a:endParaRPr>
          </a:p>
          <a:p>
            <a:pPr marL="285750" indent="-285750">
              <a:lnSpc>
                <a:spcPct val="120000"/>
              </a:lnSpc>
              <a:spcBef>
                <a:spcPts val="0"/>
              </a:spcBef>
              <a:buFont typeface="Wingdings" panose="05000000000000000000" pitchFamily="2" charset="2"/>
              <a:buChar char="n"/>
            </a:pPr>
            <a:r>
              <a:rPr lang="zh-CN" altLang="en-US" sz="1600" b="1">
                <a:latin typeface="微软雅黑" panose="020B0503020204020204" pitchFamily="34" charset="-122"/>
                <a:ea typeface="微软雅黑" panose="020B0503020204020204" pitchFamily="34" charset="-122"/>
              </a:rPr>
              <a:t>数据传输</a:t>
            </a:r>
            <a:endParaRPr lang="en-US" altLang="zh-CN" sz="1600" b="1">
              <a:latin typeface="微软雅黑" panose="020B0503020204020204" pitchFamily="34" charset="-122"/>
              <a:ea typeface="微软雅黑" panose="020B0503020204020204" pitchFamily="34" charset="-122"/>
            </a:endParaRPr>
          </a:p>
          <a:p>
            <a:pPr marL="741363" lvl="1" indent="-285750">
              <a:lnSpc>
                <a:spcPct val="120000"/>
              </a:lnSpc>
              <a:spcBef>
                <a:spcPts val="0"/>
              </a:spcBef>
              <a:buFont typeface="Wingdings" panose="05000000000000000000" pitchFamily="2" charset="2"/>
              <a:buChar char="ü"/>
            </a:pPr>
            <a:r>
              <a:rPr lang="en-US" altLang="zh-CN" sz="1600">
                <a:latin typeface="微软雅黑" panose="020B0503020204020204" pitchFamily="34" charset="-122"/>
                <a:ea typeface="微软雅黑" panose="020B0503020204020204" pitchFamily="34" charset="-122"/>
              </a:rPr>
              <a:t>PPTP </a:t>
            </a:r>
            <a:r>
              <a:rPr lang="zh-CN" altLang="en-US" sz="1600">
                <a:latin typeface="微软雅黑" panose="020B0503020204020204" pitchFamily="34" charset="-122"/>
                <a:ea typeface="微软雅黑" panose="020B0503020204020204" pitchFamily="34" charset="-122"/>
              </a:rPr>
              <a:t>的数据传输是通过 </a:t>
            </a:r>
            <a:r>
              <a:rPr lang="en-US" altLang="zh-CN" sz="1600">
                <a:latin typeface="微软雅黑" panose="020B0503020204020204" pitchFamily="34" charset="-122"/>
                <a:ea typeface="微软雅黑" panose="020B0503020204020204" pitchFamily="34" charset="-122"/>
              </a:rPr>
              <a:t>GRE</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Generic Routing Encapsulation</a:t>
            </a:r>
            <a:r>
              <a:rPr lang="zh-CN" altLang="en-US" sz="1600">
                <a:latin typeface="微软雅黑" panose="020B0503020204020204" pitchFamily="34" charset="-122"/>
                <a:ea typeface="微软雅黑" panose="020B0503020204020204" pitchFamily="34" charset="-122"/>
              </a:rPr>
              <a:t>）隧道来实现的</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marL="741363" lvl="1" indent="-285750">
              <a:lnSpc>
                <a:spcPct val="120000"/>
              </a:lnSpc>
              <a:spcBef>
                <a:spcPts val="0"/>
              </a:spcBef>
              <a:buFont typeface="Wingdings" panose="05000000000000000000" pitchFamily="2" charset="2"/>
              <a:buChar char="ü"/>
            </a:pPr>
            <a:r>
              <a:rPr lang="zh-CN" altLang="en-US" sz="1600" smtClean="0">
                <a:latin typeface="微软雅黑" panose="020B0503020204020204" pitchFamily="34" charset="-122"/>
                <a:ea typeface="微软雅黑" panose="020B0503020204020204" pitchFamily="34" charset="-122"/>
              </a:rPr>
              <a:t>在 </a:t>
            </a:r>
            <a:r>
              <a:rPr lang="en-US" altLang="zh-CN" sz="1600">
                <a:latin typeface="微软雅黑" panose="020B0503020204020204" pitchFamily="34" charset="-122"/>
                <a:ea typeface="微软雅黑" panose="020B0503020204020204" pitchFamily="34" charset="-122"/>
              </a:rPr>
              <a:t>PPTP </a:t>
            </a:r>
            <a:r>
              <a:rPr lang="zh-CN" altLang="en-US" sz="1600">
                <a:latin typeface="微软雅黑" panose="020B0503020204020204" pitchFamily="34" charset="-122"/>
                <a:ea typeface="微软雅黑" panose="020B0503020204020204" pitchFamily="34" charset="-122"/>
              </a:rPr>
              <a:t>建立过程中，首先会通过 </a:t>
            </a:r>
            <a:r>
              <a:rPr lang="en-US" altLang="zh-CN" sz="1600">
                <a:latin typeface="微软雅黑" panose="020B0503020204020204" pitchFamily="34" charset="-122"/>
                <a:ea typeface="微软雅黑" panose="020B0503020204020204" pitchFamily="34" charset="-122"/>
              </a:rPr>
              <a:t>TCP </a:t>
            </a:r>
            <a:r>
              <a:rPr lang="zh-CN" altLang="en-US" sz="1600">
                <a:latin typeface="微软雅黑" panose="020B0503020204020204" pitchFamily="34" charset="-122"/>
                <a:ea typeface="微软雅黑" panose="020B0503020204020204" pitchFamily="34" charset="-122"/>
              </a:rPr>
              <a:t>控制连接来进行一些控制信息的交互，如协商连接参数、验证身份等。但当隧道建立好后，实际的数据传输是将 </a:t>
            </a:r>
            <a:r>
              <a:rPr lang="en-US" altLang="zh-CN" sz="1600">
                <a:latin typeface="微软雅黑" panose="020B0503020204020204" pitchFamily="34" charset="-122"/>
                <a:ea typeface="微软雅黑" panose="020B0503020204020204" pitchFamily="34" charset="-122"/>
              </a:rPr>
              <a:t>PPP </a:t>
            </a:r>
            <a:r>
              <a:rPr lang="zh-CN" altLang="en-US" sz="1600">
                <a:latin typeface="微软雅黑" panose="020B0503020204020204" pitchFamily="34" charset="-122"/>
                <a:ea typeface="微软雅黑" panose="020B0503020204020204" pitchFamily="34" charset="-122"/>
              </a:rPr>
              <a:t>帧封装在 </a:t>
            </a:r>
            <a:r>
              <a:rPr lang="en-US" altLang="zh-CN" sz="1600">
                <a:latin typeface="微软雅黑" panose="020B0503020204020204" pitchFamily="34" charset="-122"/>
                <a:ea typeface="微软雅黑" panose="020B0503020204020204" pitchFamily="34" charset="-122"/>
              </a:rPr>
              <a:t>GRE </a:t>
            </a:r>
            <a:r>
              <a:rPr lang="zh-CN" altLang="en-US" sz="1600">
                <a:latin typeface="微软雅黑" panose="020B0503020204020204" pitchFamily="34" charset="-122"/>
                <a:ea typeface="微软雅黑" panose="020B0503020204020204" pitchFamily="34" charset="-122"/>
              </a:rPr>
              <a:t>帧中，然后通过 </a:t>
            </a:r>
            <a:r>
              <a:rPr lang="en-US" altLang="zh-CN" sz="1600">
                <a:latin typeface="微软雅黑" panose="020B0503020204020204" pitchFamily="34" charset="-122"/>
                <a:ea typeface="微软雅黑" panose="020B0503020204020204" pitchFamily="34" charset="-122"/>
              </a:rPr>
              <a:t>IP </a:t>
            </a:r>
            <a:r>
              <a:rPr lang="zh-CN" altLang="en-US" sz="1600">
                <a:latin typeface="微软雅黑" panose="020B0503020204020204" pitchFamily="34" charset="-122"/>
                <a:ea typeface="微软雅黑" panose="020B0503020204020204" pitchFamily="34" charset="-122"/>
              </a:rPr>
              <a:t>网络进行传输，而不是在 </a:t>
            </a:r>
            <a:r>
              <a:rPr lang="en-US" altLang="zh-CN" sz="1600">
                <a:latin typeface="微软雅黑" panose="020B0503020204020204" pitchFamily="34" charset="-122"/>
                <a:ea typeface="微软雅黑" panose="020B0503020204020204" pitchFamily="34" charset="-122"/>
              </a:rPr>
              <a:t>TCP </a:t>
            </a:r>
            <a:r>
              <a:rPr lang="zh-CN" altLang="en-US" sz="1600">
                <a:latin typeface="微软雅黑" panose="020B0503020204020204" pitchFamily="34" charset="-122"/>
                <a:ea typeface="微软雅黑" panose="020B0503020204020204" pitchFamily="34" charset="-122"/>
              </a:rPr>
              <a:t>控制连接上直接传输数据</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marL="741363" lvl="1" indent="-285750">
              <a:lnSpc>
                <a:spcPct val="120000"/>
              </a:lnSpc>
              <a:spcBef>
                <a:spcPts val="0"/>
              </a:spcBef>
              <a:buFont typeface="Wingdings" panose="05000000000000000000" pitchFamily="2" charset="2"/>
              <a:buChar char="ü"/>
            </a:pPr>
            <a:r>
              <a:rPr lang="zh-CN" altLang="en-US" sz="1600" smtClean="0">
                <a:latin typeface="微软雅黑" panose="020B0503020204020204" pitchFamily="34" charset="-122"/>
                <a:ea typeface="微软雅黑" panose="020B0503020204020204" pitchFamily="34" charset="-122"/>
              </a:rPr>
              <a:t>这样</a:t>
            </a:r>
            <a:r>
              <a:rPr lang="zh-CN" altLang="en-US" sz="1600">
                <a:latin typeface="微软雅黑" panose="020B0503020204020204" pitchFamily="34" charset="-122"/>
                <a:ea typeface="微软雅黑" panose="020B0503020204020204" pitchFamily="34" charset="-122"/>
              </a:rPr>
              <a:t>的设计使得控制信息和数据的传输相互分离，提高了协议的灵活性和效率</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marL="285750" lvl="1" indent="-285750">
              <a:lnSpc>
                <a:spcPct val="120000"/>
              </a:lnSpc>
              <a:spcBef>
                <a:spcPts val="0"/>
              </a:spcBef>
              <a:buFont typeface="Wingdings" panose="05000000000000000000" pitchFamily="2" charset="2"/>
              <a:buChar char="n"/>
            </a:pPr>
            <a:r>
              <a:rPr lang="en-US" altLang="zh-CN" sz="1600" b="1">
                <a:latin typeface="微软雅黑" panose="020B0503020204020204" pitchFamily="34" charset="-122"/>
                <a:ea typeface="微软雅黑" panose="020B0503020204020204" pitchFamily="34" charset="-122"/>
              </a:rPr>
              <a:t>PPTP</a:t>
            </a:r>
            <a:r>
              <a:rPr lang="zh-CN" altLang="en-US" sz="1600" b="1">
                <a:latin typeface="微软雅黑" panose="020B0503020204020204" pitchFamily="34" charset="-122"/>
                <a:ea typeface="微软雅黑" panose="020B0503020204020204" pitchFamily="34" charset="-122"/>
              </a:rPr>
              <a:t>隧道</a:t>
            </a:r>
            <a:endParaRPr lang="en-US" altLang="zh-CN" sz="1600" b="1">
              <a:latin typeface="微软雅黑" panose="020B0503020204020204" pitchFamily="34" charset="-122"/>
              <a:ea typeface="微软雅黑" panose="020B0503020204020204" pitchFamily="34" charset="-122"/>
            </a:endParaRPr>
          </a:p>
          <a:p>
            <a:pPr lvl="1" indent="0">
              <a:lnSpc>
                <a:spcPct val="120000"/>
              </a:lnSpc>
              <a:spcBef>
                <a:spcPts val="0"/>
              </a:spcBef>
            </a:pPr>
            <a:r>
              <a:rPr lang="en-US" altLang="zh-CN" sz="1600">
                <a:latin typeface="微软雅黑" panose="020B0503020204020204" pitchFamily="34" charset="-122"/>
                <a:ea typeface="微软雅黑" panose="020B0503020204020204" pitchFamily="34" charset="-122"/>
              </a:rPr>
              <a:t>PPTP </a:t>
            </a:r>
            <a:r>
              <a:rPr lang="zh-CN" altLang="en-US" sz="1600">
                <a:latin typeface="微软雅黑" panose="020B0503020204020204" pitchFamily="34" charset="-122"/>
                <a:ea typeface="微软雅黑" panose="020B0503020204020204" pitchFamily="34" charset="-122"/>
              </a:rPr>
              <a:t>隧道是一种虚拟的网络通道，主要用于封装和传输用户的数据。它将 </a:t>
            </a:r>
            <a:r>
              <a:rPr lang="en-US" altLang="zh-CN" sz="1600">
                <a:latin typeface="微软雅黑" panose="020B0503020204020204" pitchFamily="34" charset="-122"/>
                <a:ea typeface="微软雅黑" panose="020B0503020204020204" pitchFamily="34" charset="-122"/>
              </a:rPr>
              <a:t>PPP </a:t>
            </a:r>
            <a:r>
              <a:rPr lang="zh-CN" altLang="en-US" sz="1600">
                <a:latin typeface="微软雅黑" panose="020B0503020204020204" pitchFamily="34" charset="-122"/>
                <a:ea typeface="微软雅黑" panose="020B0503020204020204" pitchFamily="34" charset="-122"/>
              </a:rPr>
              <a:t>帧封装在 </a:t>
            </a:r>
            <a:r>
              <a:rPr lang="en-US" altLang="zh-CN" sz="1600">
                <a:latin typeface="微软雅黑" panose="020B0503020204020204" pitchFamily="34" charset="-122"/>
                <a:ea typeface="微软雅黑" panose="020B0503020204020204" pitchFamily="34" charset="-122"/>
              </a:rPr>
              <a:t>GRE </a:t>
            </a:r>
            <a:r>
              <a:rPr lang="zh-CN" altLang="en-US" sz="1600">
                <a:latin typeface="微软雅黑" panose="020B0503020204020204" pitchFamily="34" charset="-122"/>
                <a:ea typeface="微软雅黑" panose="020B0503020204020204" pitchFamily="34" charset="-122"/>
              </a:rPr>
              <a:t>帧中，然后通过 </a:t>
            </a:r>
            <a:r>
              <a:rPr lang="en-US" altLang="zh-CN" sz="1600">
                <a:latin typeface="微软雅黑" panose="020B0503020204020204" pitchFamily="34" charset="-122"/>
                <a:ea typeface="微软雅黑" panose="020B0503020204020204" pitchFamily="34" charset="-122"/>
              </a:rPr>
              <a:t>IP </a:t>
            </a:r>
            <a:r>
              <a:rPr lang="zh-CN" altLang="en-US" sz="1600">
                <a:latin typeface="微软雅黑" panose="020B0503020204020204" pitchFamily="34" charset="-122"/>
                <a:ea typeface="微软雅黑" panose="020B0503020204020204" pitchFamily="34" charset="-122"/>
              </a:rPr>
              <a:t>网络进行传输，实现了在公共网络上建立专用的通信通道，使用户能够在远程网络之间进行安全的数据传输。</a:t>
            </a:r>
          </a:p>
        </p:txBody>
      </p:sp>
      <p:grpSp>
        <p:nvGrpSpPr>
          <p:cNvPr id="4" name="Group 5"/>
          <p:cNvGrpSpPr>
            <a:grpSpLocks/>
          </p:cNvGrpSpPr>
          <p:nvPr/>
        </p:nvGrpSpPr>
        <p:grpSpPr bwMode="auto">
          <a:xfrm>
            <a:off x="888458" y="5554258"/>
            <a:ext cx="4876800" cy="381000"/>
            <a:chOff x="768" y="2304"/>
            <a:chExt cx="3072" cy="240"/>
          </a:xfrm>
        </p:grpSpPr>
        <p:sp>
          <p:nvSpPr>
            <p:cNvPr id="5" name="Rectangle 6"/>
            <p:cNvSpPr>
              <a:spLocks noChangeArrowheads="1"/>
            </p:cNvSpPr>
            <p:nvPr/>
          </p:nvSpPr>
          <p:spPr bwMode="auto">
            <a:xfrm>
              <a:off x="768"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IP</a:t>
              </a:r>
              <a:r>
                <a:rPr lang="zh-CN" altLang="en-US" sz="1600"/>
                <a:t>首部</a:t>
              </a:r>
            </a:p>
          </p:txBody>
        </p:sp>
        <p:sp>
          <p:nvSpPr>
            <p:cNvPr id="6" name="Rectangle 7"/>
            <p:cNvSpPr>
              <a:spLocks noChangeArrowheads="1"/>
            </p:cNvSpPr>
            <p:nvPr/>
          </p:nvSpPr>
          <p:spPr bwMode="auto">
            <a:xfrm>
              <a:off x="1680"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GRE</a:t>
              </a:r>
              <a:r>
                <a:rPr lang="zh-CN" altLang="en-US" sz="1600"/>
                <a:t>首部</a:t>
              </a:r>
            </a:p>
          </p:txBody>
        </p:sp>
        <p:sp>
          <p:nvSpPr>
            <p:cNvPr id="7" name="Rectangle 8"/>
            <p:cNvSpPr>
              <a:spLocks noChangeArrowheads="1"/>
            </p:cNvSpPr>
            <p:nvPr/>
          </p:nvSpPr>
          <p:spPr bwMode="auto">
            <a:xfrm>
              <a:off x="2592" y="2304"/>
              <a:ext cx="1248"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PPP</a:t>
              </a:r>
              <a:r>
                <a:rPr lang="zh-CN" altLang="en-US" sz="1600"/>
                <a:t>数据包</a:t>
              </a:r>
            </a:p>
          </p:txBody>
        </p:sp>
      </p:grpSp>
      <p:grpSp>
        <p:nvGrpSpPr>
          <p:cNvPr id="8" name="Group 6"/>
          <p:cNvGrpSpPr>
            <a:grpSpLocks/>
          </p:cNvGrpSpPr>
          <p:nvPr/>
        </p:nvGrpSpPr>
        <p:grpSpPr bwMode="auto">
          <a:xfrm>
            <a:off x="1083011" y="2361474"/>
            <a:ext cx="4876800" cy="381000"/>
            <a:chOff x="768" y="2304"/>
            <a:chExt cx="3072" cy="240"/>
          </a:xfrm>
        </p:grpSpPr>
        <p:sp>
          <p:nvSpPr>
            <p:cNvPr id="9" name="Rectangle 7"/>
            <p:cNvSpPr>
              <a:spLocks noChangeArrowheads="1"/>
            </p:cNvSpPr>
            <p:nvPr/>
          </p:nvSpPr>
          <p:spPr bwMode="auto">
            <a:xfrm>
              <a:off x="768"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IP</a:t>
              </a:r>
              <a:r>
                <a:rPr lang="zh-CN" altLang="en-US" sz="1600"/>
                <a:t>首部</a:t>
              </a:r>
            </a:p>
          </p:txBody>
        </p:sp>
        <p:sp>
          <p:nvSpPr>
            <p:cNvPr id="10" name="Rectangle 8"/>
            <p:cNvSpPr>
              <a:spLocks noChangeArrowheads="1"/>
            </p:cNvSpPr>
            <p:nvPr/>
          </p:nvSpPr>
          <p:spPr bwMode="auto">
            <a:xfrm>
              <a:off x="1680" y="2304"/>
              <a:ext cx="912"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TCP</a:t>
              </a:r>
              <a:r>
                <a:rPr lang="zh-CN" altLang="en-US" sz="1600"/>
                <a:t>首部</a:t>
              </a:r>
            </a:p>
          </p:txBody>
        </p:sp>
        <p:sp>
          <p:nvSpPr>
            <p:cNvPr id="11" name="Rectangle 9"/>
            <p:cNvSpPr>
              <a:spLocks noChangeArrowheads="1"/>
            </p:cNvSpPr>
            <p:nvPr/>
          </p:nvSpPr>
          <p:spPr bwMode="auto">
            <a:xfrm>
              <a:off x="2592" y="2304"/>
              <a:ext cx="1248" cy="24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PPTP</a:t>
              </a:r>
              <a:r>
                <a:rPr lang="zh-CN" altLang="en-US" sz="1600"/>
                <a:t>控制报文</a:t>
              </a:r>
            </a:p>
          </p:txBody>
        </p:sp>
      </p:grpSp>
    </p:spTree>
    <p:extLst>
      <p:ext uri="{BB962C8B-B14F-4D97-AF65-F5344CB8AC3E}">
        <p14:creationId xmlns:p14="http://schemas.microsoft.com/office/powerpoint/2010/main" val="525937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Group 47"/>
          <p:cNvGrpSpPr>
            <a:grpSpLocks/>
          </p:cNvGrpSpPr>
          <p:nvPr/>
        </p:nvGrpSpPr>
        <p:grpSpPr bwMode="auto">
          <a:xfrm>
            <a:off x="6522396" y="860545"/>
            <a:ext cx="5562600" cy="4931979"/>
            <a:chOff x="912" y="384"/>
            <a:chExt cx="3504" cy="3504"/>
          </a:xfrm>
        </p:grpSpPr>
        <p:sp>
          <p:nvSpPr>
            <p:cNvPr id="71686" name="Line 4"/>
            <p:cNvSpPr>
              <a:spLocks noChangeShapeType="1"/>
            </p:cNvSpPr>
            <p:nvPr/>
          </p:nvSpPr>
          <p:spPr bwMode="auto">
            <a:xfrm>
              <a:off x="912" y="384"/>
              <a:ext cx="0" cy="34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7" name="Line 5"/>
            <p:cNvSpPr>
              <a:spLocks noChangeShapeType="1"/>
            </p:cNvSpPr>
            <p:nvPr/>
          </p:nvSpPr>
          <p:spPr bwMode="auto">
            <a:xfrm>
              <a:off x="2448" y="384"/>
              <a:ext cx="0" cy="35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8" name="Line 6"/>
            <p:cNvSpPr>
              <a:spLocks noChangeShapeType="1"/>
            </p:cNvSpPr>
            <p:nvPr/>
          </p:nvSpPr>
          <p:spPr bwMode="auto">
            <a:xfrm>
              <a:off x="4416" y="384"/>
              <a:ext cx="0" cy="35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9" name="Line 7"/>
            <p:cNvSpPr>
              <a:spLocks noChangeShapeType="1"/>
            </p:cNvSpPr>
            <p:nvPr/>
          </p:nvSpPr>
          <p:spPr bwMode="auto">
            <a:xfrm>
              <a:off x="2448" y="912"/>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0" name="Line 8"/>
            <p:cNvSpPr>
              <a:spLocks noChangeShapeType="1"/>
            </p:cNvSpPr>
            <p:nvPr/>
          </p:nvSpPr>
          <p:spPr bwMode="auto">
            <a:xfrm flipH="1">
              <a:off x="2448" y="1056"/>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1" name="Line 9"/>
            <p:cNvSpPr>
              <a:spLocks noChangeShapeType="1"/>
            </p:cNvSpPr>
            <p:nvPr/>
          </p:nvSpPr>
          <p:spPr bwMode="auto">
            <a:xfrm>
              <a:off x="2448" y="1411"/>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2" name="Line 10"/>
            <p:cNvSpPr>
              <a:spLocks noChangeShapeType="1"/>
            </p:cNvSpPr>
            <p:nvPr/>
          </p:nvSpPr>
          <p:spPr bwMode="auto">
            <a:xfrm flipH="1">
              <a:off x="2448" y="1603"/>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3" name="Line 11"/>
            <p:cNvSpPr>
              <a:spLocks noChangeShapeType="1"/>
            </p:cNvSpPr>
            <p:nvPr/>
          </p:nvSpPr>
          <p:spPr bwMode="auto">
            <a:xfrm>
              <a:off x="2448" y="2400"/>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4" name="Line 12"/>
            <p:cNvSpPr>
              <a:spLocks noChangeShapeType="1"/>
            </p:cNvSpPr>
            <p:nvPr/>
          </p:nvSpPr>
          <p:spPr bwMode="auto">
            <a:xfrm flipH="1">
              <a:off x="2448" y="2208"/>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5" name="Line 13"/>
            <p:cNvSpPr>
              <a:spLocks noChangeShapeType="1"/>
            </p:cNvSpPr>
            <p:nvPr/>
          </p:nvSpPr>
          <p:spPr bwMode="auto">
            <a:xfrm>
              <a:off x="2448" y="3475"/>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6" name="Line 14"/>
            <p:cNvSpPr>
              <a:spLocks noChangeShapeType="1"/>
            </p:cNvSpPr>
            <p:nvPr/>
          </p:nvSpPr>
          <p:spPr bwMode="auto">
            <a:xfrm flipH="1">
              <a:off x="2448" y="3667"/>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7" name="Line 15"/>
            <p:cNvSpPr>
              <a:spLocks noChangeShapeType="1"/>
            </p:cNvSpPr>
            <p:nvPr/>
          </p:nvSpPr>
          <p:spPr bwMode="auto">
            <a:xfrm>
              <a:off x="2448" y="3024"/>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8" name="Line 16"/>
            <p:cNvSpPr>
              <a:spLocks noChangeShapeType="1"/>
            </p:cNvSpPr>
            <p:nvPr/>
          </p:nvSpPr>
          <p:spPr bwMode="auto">
            <a:xfrm flipH="1">
              <a:off x="2448" y="2832"/>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9" name="Line 17"/>
            <p:cNvSpPr>
              <a:spLocks noChangeShapeType="1"/>
            </p:cNvSpPr>
            <p:nvPr/>
          </p:nvSpPr>
          <p:spPr bwMode="auto">
            <a:xfrm>
              <a:off x="2448" y="1795"/>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0" name="Line 18"/>
            <p:cNvSpPr>
              <a:spLocks noChangeShapeType="1"/>
            </p:cNvSpPr>
            <p:nvPr/>
          </p:nvSpPr>
          <p:spPr bwMode="auto">
            <a:xfrm>
              <a:off x="912" y="528"/>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1" name="Line 20"/>
            <p:cNvSpPr>
              <a:spLocks noChangeShapeType="1"/>
            </p:cNvSpPr>
            <p:nvPr/>
          </p:nvSpPr>
          <p:spPr bwMode="auto">
            <a:xfrm>
              <a:off x="912" y="720"/>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2" name="Rectangle 21"/>
            <p:cNvSpPr>
              <a:spLocks noChangeArrowheads="1"/>
            </p:cNvSpPr>
            <p:nvPr/>
          </p:nvSpPr>
          <p:spPr bwMode="auto">
            <a:xfrm>
              <a:off x="1008" y="432"/>
              <a:ext cx="81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200"/>
                <a:t>拨号建立</a:t>
              </a:r>
              <a:r>
                <a:rPr lang="en-US" altLang="zh-CN" sz="1200"/>
                <a:t>PPP</a:t>
              </a:r>
            </a:p>
          </p:txBody>
        </p:sp>
        <p:sp>
          <p:nvSpPr>
            <p:cNvPr id="71703" name="Rectangle 22"/>
            <p:cNvSpPr>
              <a:spLocks noChangeArrowheads="1"/>
            </p:cNvSpPr>
            <p:nvPr/>
          </p:nvSpPr>
          <p:spPr bwMode="auto">
            <a:xfrm>
              <a:off x="960" y="624"/>
              <a:ext cx="81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200"/>
                <a:t>连接到</a:t>
              </a:r>
              <a:r>
                <a:rPr lang="en-US" altLang="zh-CN" sz="1200"/>
                <a:t>VPN</a:t>
              </a:r>
            </a:p>
          </p:txBody>
        </p:sp>
        <p:sp>
          <p:nvSpPr>
            <p:cNvPr id="71704" name="Rectangle 23"/>
            <p:cNvSpPr>
              <a:spLocks noChangeArrowheads="1"/>
            </p:cNvSpPr>
            <p:nvPr/>
          </p:nvSpPr>
          <p:spPr bwMode="auto">
            <a:xfrm>
              <a:off x="2544" y="768"/>
              <a:ext cx="148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Start_control_connection_request</a:t>
              </a:r>
              <a:r>
                <a:rPr kumimoji="1" lang="en-US" altLang="zh-CN" sz="1200"/>
                <a:t> </a:t>
              </a:r>
              <a:endParaRPr kumimoji="1" lang="en-US" altLang="zh-CN" sz="1200">
                <a:latin typeface="Times New Roman" panose="02020603050405020304" pitchFamily="18" charset="0"/>
              </a:endParaRPr>
            </a:p>
          </p:txBody>
        </p:sp>
        <p:sp>
          <p:nvSpPr>
            <p:cNvPr id="71705" name="Rectangle 24"/>
            <p:cNvSpPr>
              <a:spLocks noChangeArrowheads="1"/>
            </p:cNvSpPr>
            <p:nvPr/>
          </p:nvSpPr>
          <p:spPr bwMode="auto">
            <a:xfrm>
              <a:off x="2544" y="912"/>
              <a:ext cx="144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Start_control_connection_reply</a:t>
              </a:r>
              <a:r>
                <a:rPr kumimoji="1" lang="en-US" altLang="zh-CN" sz="1200"/>
                <a:t> </a:t>
              </a:r>
              <a:endParaRPr kumimoji="1" lang="en-US" altLang="zh-CN" sz="1200">
                <a:latin typeface="Times New Roman" panose="02020603050405020304" pitchFamily="18" charset="0"/>
              </a:endParaRPr>
            </a:p>
          </p:txBody>
        </p:sp>
        <p:sp>
          <p:nvSpPr>
            <p:cNvPr id="71706" name="Rectangle 25"/>
            <p:cNvSpPr>
              <a:spLocks noChangeArrowheads="1"/>
            </p:cNvSpPr>
            <p:nvPr/>
          </p:nvSpPr>
          <p:spPr bwMode="auto">
            <a:xfrm>
              <a:off x="2544" y="1267"/>
              <a:ext cx="129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Incoming_call_request</a:t>
              </a:r>
              <a:r>
                <a:rPr kumimoji="1" lang="en-US" altLang="zh-CN" sz="1200"/>
                <a:t> </a:t>
              </a:r>
              <a:endParaRPr kumimoji="1" lang="en-US" altLang="zh-CN" sz="1200">
                <a:latin typeface="Times New Roman" panose="02020603050405020304" pitchFamily="18" charset="0"/>
              </a:endParaRPr>
            </a:p>
          </p:txBody>
        </p:sp>
        <p:sp>
          <p:nvSpPr>
            <p:cNvPr id="71707" name="Rectangle 26"/>
            <p:cNvSpPr>
              <a:spLocks noChangeArrowheads="1"/>
            </p:cNvSpPr>
            <p:nvPr/>
          </p:nvSpPr>
          <p:spPr bwMode="auto">
            <a:xfrm>
              <a:off x="2544" y="1459"/>
              <a:ext cx="105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Incoming_call_reply</a:t>
              </a:r>
              <a:r>
                <a:rPr kumimoji="1" lang="en-US" altLang="zh-CN" sz="1200"/>
                <a:t> </a:t>
              </a:r>
              <a:endParaRPr kumimoji="1" lang="en-US" altLang="zh-CN" sz="1200">
                <a:latin typeface="Times New Roman" panose="02020603050405020304" pitchFamily="18" charset="0"/>
              </a:endParaRPr>
            </a:p>
          </p:txBody>
        </p:sp>
        <p:sp>
          <p:nvSpPr>
            <p:cNvPr id="71708" name="Rectangle 27"/>
            <p:cNvSpPr>
              <a:spLocks noChangeArrowheads="1"/>
            </p:cNvSpPr>
            <p:nvPr/>
          </p:nvSpPr>
          <p:spPr bwMode="auto">
            <a:xfrm>
              <a:off x="2544" y="1651"/>
              <a:ext cx="134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Incoming_call_connected</a:t>
              </a:r>
              <a:r>
                <a:rPr kumimoji="1" lang="en-US" altLang="zh-CN" sz="1200"/>
                <a:t> </a:t>
              </a:r>
              <a:endParaRPr kumimoji="1" lang="en-US" altLang="zh-CN" sz="1200">
                <a:latin typeface="Times New Roman" panose="02020603050405020304" pitchFamily="18" charset="0"/>
              </a:endParaRPr>
            </a:p>
          </p:txBody>
        </p:sp>
        <p:sp>
          <p:nvSpPr>
            <p:cNvPr id="71709" name="Line 28"/>
            <p:cNvSpPr>
              <a:spLocks noChangeShapeType="1"/>
            </p:cNvSpPr>
            <p:nvPr/>
          </p:nvSpPr>
          <p:spPr bwMode="auto">
            <a:xfrm>
              <a:off x="912" y="1248"/>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0" name="Rectangle 29"/>
            <p:cNvSpPr>
              <a:spLocks noChangeArrowheads="1"/>
            </p:cNvSpPr>
            <p:nvPr/>
          </p:nvSpPr>
          <p:spPr bwMode="auto">
            <a:xfrm>
              <a:off x="1056" y="1104"/>
              <a:ext cx="120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PPP</a:t>
              </a:r>
              <a:r>
                <a:rPr kumimoji="1" lang="zh-CN" altLang="en-US" sz="1200">
                  <a:latin typeface="宋体" panose="02010600030101010101" pitchFamily="2" charset="-122"/>
                </a:rPr>
                <a:t>数据包</a:t>
              </a:r>
              <a:r>
                <a:rPr kumimoji="1" lang="zh-CN" altLang="en-US" sz="1200"/>
                <a:t> </a:t>
              </a:r>
              <a:endParaRPr kumimoji="1" lang="zh-CN" altLang="en-US" sz="1200">
                <a:latin typeface="Times New Roman" panose="02020603050405020304" pitchFamily="18" charset="0"/>
              </a:endParaRPr>
            </a:p>
          </p:txBody>
        </p:sp>
        <p:sp>
          <p:nvSpPr>
            <p:cNvPr id="71711" name="Rectangle 30"/>
            <p:cNvSpPr>
              <a:spLocks noChangeArrowheads="1"/>
            </p:cNvSpPr>
            <p:nvPr/>
          </p:nvSpPr>
          <p:spPr bwMode="auto">
            <a:xfrm>
              <a:off x="2496" y="1123"/>
              <a:ext cx="86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200" b="1">
                  <a:latin typeface="宋体" panose="02010600030101010101" pitchFamily="2" charset="-122"/>
                </a:rPr>
                <a:t>流入呼叫</a:t>
              </a:r>
              <a:r>
                <a:rPr kumimoji="1" lang="zh-CN" altLang="en-US" sz="1200">
                  <a:latin typeface="宋体" panose="02010600030101010101" pitchFamily="2" charset="-122"/>
                </a:rPr>
                <a:t> </a:t>
              </a:r>
            </a:p>
          </p:txBody>
        </p:sp>
        <p:sp>
          <p:nvSpPr>
            <p:cNvPr id="71712" name="Rectangle 31"/>
            <p:cNvSpPr>
              <a:spLocks noChangeArrowheads="1"/>
            </p:cNvSpPr>
            <p:nvPr/>
          </p:nvSpPr>
          <p:spPr bwMode="auto">
            <a:xfrm>
              <a:off x="2496" y="1920"/>
              <a:ext cx="86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200" b="1">
                  <a:latin typeface="宋体" panose="02010600030101010101" pitchFamily="2" charset="-122"/>
                </a:rPr>
                <a:t>流出呼叫 </a:t>
              </a:r>
            </a:p>
          </p:txBody>
        </p:sp>
        <p:sp>
          <p:nvSpPr>
            <p:cNvPr id="71713" name="Rectangle 32"/>
            <p:cNvSpPr>
              <a:spLocks noChangeArrowheads="1"/>
            </p:cNvSpPr>
            <p:nvPr/>
          </p:nvSpPr>
          <p:spPr bwMode="auto">
            <a:xfrm>
              <a:off x="2496" y="2064"/>
              <a:ext cx="129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Outcoming_call_request</a:t>
              </a:r>
              <a:r>
                <a:rPr kumimoji="1" lang="en-US" altLang="zh-CN" sz="1200"/>
                <a:t> </a:t>
              </a:r>
              <a:endParaRPr kumimoji="1" lang="en-US" altLang="zh-CN" sz="1200">
                <a:latin typeface="Times New Roman" panose="02020603050405020304" pitchFamily="18" charset="0"/>
              </a:endParaRPr>
            </a:p>
          </p:txBody>
        </p:sp>
        <p:sp>
          <p:nvSpPr>
            <p:cNvPr id="71714" name="Rectangle 33"/>
            <p:cNvSpPr>
              <a:spLocks noChangeArrowheads="1"/>
            </p:cNvSpPr>
            <p:nvPr/>
          </p:nvSpPr>
          <p:spPr bwMode="auto">
            <a:xfrm>
              <a:off x="2496" y="2256"/>
              <a:ext cx="110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Outcoming_call_reply</a:t>
              </a:r>
              <a:r>
                <a:rPr kumimoji="1" lang="en-US" altLang="zh-CN" sz="1200"/>
                <a:t> </a:t>
              </a:r>
              <a:endParaRPr kumimoji="1" lang="en-US" altLang="zh-CN" sz="1200">
                <a:latin typeface="Times New Roman" panose="02020603050405020304" pitchFamily="18" charset="0"/>
              </a:endParaRPr>
            </a:p>
          </p:txBody>
        </p:sp>
        <p:sp>
          <p:nvSpPr>
            <p:cNvPr id="71715" name="Line 34"/>
            <p:cNvSpPr>
              <a:spLocks noChangeShapeType="1"/>
            </p:cNvSpPr>
            <p:nvPr/>
          </p:nvSpPr>
          <p:spPr bwMode="auto">
            <a:xfrm flipH="1">
              <a:off x="912" y="2544"/>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6" name="Rectangle 35"/>
            <p:cNvSpPr>
              <a:spLocks noChangeArrowheads="1"/>
            </p:cNvSpPr>
            <p:nvPr/>
          </p:nvSpPr>
          <p:spPr bwMode="auto">
            <a:xfrm>
              <a:off x="1008" y="2352"/>
              <a:ext cx="120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PPP</a:t>
              </a:r>
              <a:r>
                <a:rPr kumimoji="1" lang="zh-CN" altLang="en-US" sz="1200">
                  <a:latin typeface="宋体" panose="02010600030101010101" pitchFamily="2" charset="-122"/>
                </a:rPr>
                <a:t>数据包</a:t>
              </a:r>
              <a:r>
                <a:rPr kumimoji="1" lang="zh-CN" altLang="en-US" sz="1200"/>
                <a:t> </a:t>
              </a:r>
              <a:endParaRPr kumimoji="1" lang="zh-CN" altLang="en-US" sz="1200">
                <a:latin typeface="Times New Roman" panose="02020603050405020304" pitchFamily="18" charset="0"/>
              </a:endParaRPr>
            </a:p>
          </p:txBody>
        </p:sp>
        <p:sp>
          <p:nvSpPr>
            <p:cNvPr id="71717" name="Rectangle 36"/>
            <p:cNvSpPr>
              <a:spLocks noChangeArrowheads="1"/>
            </p:cNvSpPr>
            <p:nvPr/>
          </p:nvSpPr>
          <p:spPr bwMode="auto">
            <a:xfrm>
              <a:off x="2544" y="2688"/>
              <a:ext cx="115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Call_clear_request</a:t>
              </a:r>
              <a:r>
                <a:rPr kumimoji="1" lang="en-US" altLang="zh-CN" sz="1200"/>
                <a:t> </a:t>
              </a:r>
              <a:endParaRPr kumimoji="1" lang="en-US" altLang="zh-CN" sz="1200">
                <a:latin typeface="Times New Roman" panose="02020603050405020304" pitchFamily="18" charset="0"/>
              </a:endParaRPr>
            </a:p>
          </p:txBody>
        </p:sp>
        <p:sp>
          <p:nvSpPr>
            <p:cNvPr id="71718" name="Rectangle 37"/>
            <p:cNvSpPr>
              <a:spLocks noChangeArrowheads="1"/>
            </p:cNvSpPr>
            <p:nvPr/>
          </p:nvSpPr>
          <p:spPr bwMode="auto">
            <a:xfrm>
              <a:off x="2544" y="2880"/>
              <a:ext cx="134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Call_clear_reply</a:t>
              </a:r>
              <a:r>
                <a:rPr kumimoji="1" lang="en-US" altLang="zh-CN" sz="1200"/>
                <a:t> </a:t>
              </a:r>
              <a:endParaRPr kumimoji="1" lang="en-US" altLang="zh-CN" sz="1200">
                <a:latin typeface="Times New Roman" panose="02020603050405020304" pitchFamily="18" charset="0"/>
              </a:endParaRPr>
            </a:p>
          </p:txBody>
        </p:sp>
        <p:sp>
          <p:nvSpPr>
            <p:cNvPr id="71719" name="Rectangle 38"/>
            <p:cNvSpPr>
              <a:spLocks noChangeArrowheads="1"/>
            </p:cNvSpPr>
            <p:nvPr/>
          </p:nvSpPr>
          <p:spPr bwMode="auto">
            <a:xfrm>
              <a:off x="2496" y="2515"/>
              <a:ext cx="86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200" b="1">
                  <a:latin typeface="宋体" panose="02010600030101010101" pitchFamily="2" charset="-122"/>
                </a:rPr>
                <a:t>清除呼叫 </a:t>
              </a:r>
            </a:p>
          </p:txBody>
        </p:sp>
        <p:sp>
          <p:nvSpPr>
            <p:cNvPr id="71720" name="Rectangle 39"/>
            <p:cNvSpPr>
              <a:spLocks noChangeArrowheads="1"/>
            </p:cNvSpPr>
            <p:nvPr/>
          </p:nvSpPr>
          <p:spPr bwMode="auto">
            <a:xfrm>
              <a:off x="2496" y="3168"/>
              <a:ext cx="86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200" b="1">
                  <a:latin typeface="宋体" panose="02010600030101010101" pitchFamily="2" charset="-122"/>
                </a:rPr>
                <a:t>停止会话 </a:t>
              </a:r>
            </a:p>
          </p:txBody>
        </p:sp>
        <p:sp>
          <p:nvSpPr>
            <p:cNvPr id="71721" name="Line 40"/>
            <p:cNvSpPr>
              <a:spLocks noChangeShapeType="1"/>
            </p:cNvSpPr>
            <p:nvPr/>
          </p:nvSpPr>
          <p:spPr bwMode="auto">
            <a:xfrm>
              <a:off x="912" y="3312"/>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1"/>
            <p:cNvSpPr>
              <a:spLocks noChangeArrowheads="1"/>
            </p:cNvSpPr>
            <p:nvPr/>
          </p:nvSpPr>
          <p:spPr bwMode="auto">
            <a:xfrm>
              <a:off x="1008" y="3120"/>
              <a:ext cx="120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200">
                  <a:latin typeface="Times New Roman" panose="02020603050405020304" pitchFamily="18" charset="0"/>
                </a:rPr>
                <a:t>关闭</a:t>
              </a:r>
              <a:r>
                <a:rPr kumimoji="1" lang="en-US" altLang="zh-CN" sz="1200">
                  <a:latin typeface="Times New Roman" panose="02020603050405020304" pitchFamily="18" charset="0"/>
                </a:rPr>
                <a:t>PPP</a:t>
              </a:r>
              <a:r>
                <a:rPr kumimoji="1" lang="zh-CN" altLang="en-US" sz="1200">
                  <a:latin typeface="Times New Roman" panose="02020603050405020304" pitchFamily="18" charset="0"/>
                </a:rPr>
                <a:t>连接</a:t>
              </a:r>
            </a:p>
          </p:txBody>
        </p:sp>
        <p:sp>
          <p:nvSpPr>
            <p:cNvPr id="71723" name="Rectangle 42"/>
            <p:cNvSpPr>
              <a:spLocks noChangeArrowheads="1"/>
            </p:cNvSpPr>
            <p:nvPr/>
          </p:nvSpPr>
          <p:spPr bwMode="auto">
            <a:xfrm>
              <a:off x="2496" y="3331"/>
              <a:ext cx="172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Stop_control_connection_request</a:t>
              </a:r>
              <a:r>
                <a:rPr kumimoji="1" lang="en-US" altLang="zh-CN" sz="1200"/>
                <a:t> </a:t>
              </a:r>
              <a:endParaRPr kumimoji="1" lang="en-US" altLang="zh-CN" sz="1200">
                <a:latin typeface="Times New Roman" panose="02020603050405020304" pitchFamily="18" charset="0"/>
              </a:endParaRPr>
            </a:p>
          </p:txBody>
        </p:sp>
        <p:sp>
          <p:nvSpPr>
            <p:cNvPr id="71724" name="Rectangle 43"/>
            <p:cNvSpPr>
              <a:spLocks noChangeArrowheads="1"/>
            </p:cNvSpPr>
            <p:nvPr/>
          </p:nvSpPr>
          <p:spPr bwMode="auto">
            <a:xfrm>
              <a:off x="2496" y="3523"/>
              <a:ext cx="168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Stop_control_connection_reply</a:t>
              </a:r>
              <a:r>
                <a:rPr kumimoji="1" lang="en-US" altLang="zh-CN" sz="1200"/>
                <a:t> </a:t>
              </a:r>
              <a:endParaRPr kumimoji="1" lang="en-US" altLang="zh-CN" sz="1200">
                <a:latin typeface="Times New Roman" panose="02020603050405020304" pitchFamily="18" charset="0"/>
              </a:endParaRPr>
            </a:p>
          </p:txBody>
        </p:sp>
        <p:sp>
          <p:nvSpPr>
            <p:cNvPr id="71725" name="Rectangle 46"/>
            <p:cNvSpPr>
              <a:spLocks noChangeArrowheads="1"/>
            </p:cNvSpPr>
            <p:nvPr/>
          </p:nvSpPr>
          <p:spPr bwMode="auto">
            <a:xfrm>
              <a:off x="2544" y="576"/>
              <a:ext cx="86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200" b="1">
                  <a:latin typeface="宋体" panose="02010600030101010101" pitchFamily="2" charset="-122"/>
                </a:rPr>
                <a:t>开始会话</a:t>
              </a:r>
              <a:r>
                <a:rPr kumimoji="1" lang="zh-CN" altLang="en-US" sz="1200">
                  <a:latin typeface="宋体" panose="02010600030101010101" pitchFamily="2" charset="-122"/>
                </a:rPr>
                <a:t> </a:t>
              </a:r>
            </a:p>
          </p:txBody>
        </p:sp>
      </p:grpSp>
      <p:sp>
        <p:nvSpPr>
          <p:cNvPr id="71683" name="Rectangle 48"/>
          <p:cNvSpPr>
            <a:spLocks noChangeArrowheads="1"/>
          </p:cNvSpPr>
          <p:nvPr/>
        </p:nvSpPr>
        <p:spPr bwMode="auto">
          <a:xfrm>
            <a:off x="6021016" y="5841206"/>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客户机</a:t>
            </a:r>
          </a:p>
        </p:txBody>
      </p:sp>
      <p:sp>
        <p:nvSpPr>
          <p:cNvPr id="71684" name="Rectangle 49"/>
          <p:cNvSpPr>
            <a:spLocks noChangeArrowheads="1"/>
          </p:cNvSpPr>
          <p:nvPr/>
        </p:nvSpPr>
        <p:spPr bwMode="auto">
          <a:xfrm>
            <a:off x="8274996" y="586795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PAC</a:t>
            </a:r>
          </a:p>
        </p:txBody>
      </p:sp>
      <p:sp>
        <p:nvSpPr>
          <p:cNvPr id="71685" name="Rectangle 50"/>
          <p:cNvSpPr>
            <a:spLocks noChangeArrowheads="1"/>
          </p:cNvSpPr>
          <p:nvPr/>
        </p:nvSpPr>
        <p:spPr bwMode="auto">
          <a:xfrm>
            <a:off x="11536396" y="5866432"/>
            <a:ext cx="79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PNS</a:t>
            </a:r>
          </a:p>
        </p:txBody>
      </p:sp>
      <p:sp>
        <p:nvSpPr>
          <p:cNvPr id="46" name="Rectangle 2"/>
          <p:cNvSpPr>
            <a:spLocks noGrp="1" noChangeArrowheads="1"/>
          </p:cNvSpPr>
          <p:nvPr>
            <p:ph type="title"/>
          </p:nvPr>
        </p:nvSpPr>
        <p:spPr>
          <a:xfrm>
            <a:off x="0" y="-7791"/>
            <a:ext cx="8229600" cy="666704"/>
          </a:xfrm>
        </p:spPr>
        <p:txBody>
          <a:bodyPr/>
          <a:lstStyle/>
          <a:p>
            <a:pPr eaLnBrk="1" hangingPunct="1"/>
            <a:r>
              <a:rPr lang="en-US" altLang="zh-CN" dirty="0" smtClean="0"/>
              <a:t>11.3.1  PPTP</a:t>
            </a:r>
            <a:r>
              <a:rPr lang="zh-CN" altLang="en-US" dirty="0" smtClean="0"/>
              <a:t>协议的基本模型</a:t>
            </a:r>
          </a:p>
        </p:txBody>
      </p:sp>
      <p:sp>
        <p:nvSpPr>
          <p:cNvPr id="7" name="矩形 6"/>
          <p:cNvSpPr/>
          <p:nvPr/>
        </p:nvSpPr>
        <p:spPr>
          <a:xfrm>
            <a:off x="19454" y="717012"/>
            <a:ext cx="6350542" cy="6124754"/>
          </a:xfrm>
          <a:prstGeom prst="rect">
            <a:avLst/>
          </a:prstGeom>
        </p:spPr>
        <p:txBody>
          <a:bodyPr wrap="square">
            <a:spAutoFit/>
          </a:bodyPr>
          <a:lstStyle/>
          <a:p>
            <a:pPr marL="285750" indent="-285750">
              <a:buFont typeface="Wingdings" panose="05000000000000000000" pitchFamily="2" charset="2"/>
              <a:buChar char="n"/>
            </a:pPr>
            <a:r>
              <a:rPr lang="zh-CN" altLang="en-US" sz="1400" smtClean="0">
                <a:latin typeface="微软雅黑" panose="020B0503020204020204" pitchFamily="34" charset="-122"/>
                <a:ea typeface="微软雅黑" panose="020B0503020204020204" pitchFamily="34" charset="-122"/>
              </a:rPr>
              <a:t>建立</a:t>
            </a:r>
            <a:r>
              <a:rPr lang="zh-CN" altLang="en-US" sz="1400">
                <a:latin typeface="微软雅黑" panose="020B0503020204020204" pitchFamily="34" charset="-122"/>
                <a:ea typeface="微软雅黑" panose="020B0503020204020204" pitchFamily="34" charset="-122"/>
              </a:rPr>
              <a:t>连接</a:t>
            </a:r>
          </a:p>
          <a:p>
            <a:r>
              <a:rPr lang="zh-CN" altLang="en-US" sz="1400">
                <a:latin typeface="微软雅黑" panose="020B0503020204020204" pitchFamily="34" charset="-122"/>
                <a:ea typeface="微软雅黑" panose="020B0503020204020204" pitchFamily="34" charset="-122"/>
              </a:rPr>
              <a:t>发起呼叫：客户端向服务器发送一个开始控制连接请求（Start Control Connection Request），该请求包含客户端的相关信息，如用户名、密码等。</a:t>
            </a:r>
          </a:p>
          <a:p>
            <a:r>
              <a:rPr lang="zh-CN" altLang="en-US" sz="1400">
                <a:latin typeface="微软雅黑" panose="020B0503020204020204" pitchFamily="34" charset="-122"/>
                <a:ea typeface="微软雅黑" panose="020B0503020204020204" pitchFamily="34" charset="-122"/>
              </a:rPr>
              <a:t>响应请求：服务器收到请求后，验证客户端的身份信息。如果身份验证成功，服务器会发送一个开始控制连接响应（Start Control Connection Reply），其中包含服务器的相关信息和一些参数设置，如加密算法、压缩算法等。</a:t>
            </a:r>
          </a:p>
          <a:p>
            <a:pPr marL="285750" indent="-285750">
              <a:buFont typeface="Wingdings" panose="05000000000000000000" pitchFamily="2" charset="2"/>
              <a:buChar char="n"/>
            </a:pPr>
            <a:r>
              <a:rPr lang="zh-CN" altLang="en-US" sz="1400">
                <a:latin typeface="微软雅黑" panose="020B0503020204020204" pitchFamily="34" charset="-122"/>
                <a:ea typeface="微软雅黑" panose="020B0503020204020204" pitchFamily="34" charset="-122"/>
              </a:rPr>
              <a:t>隧道建立</a:t>
            </a:r>
          </a:p>
          <a:p>
            <a:r>
              <a:rPr lang="zh-CN" altLang="en-US" sz="1400">
                <a:latin typeface="微软雅黑" panose="020B0503020204020204" pitchFamily="34" charset="-122"/>
                <a:ea typeface="微软雅黑" panose="020B0503020204020204" pitchFamily="34" charset="-122"/>
              </a:rPr>
              <a:t>发送隧道请求：客户端收到服务器的响应后，会发送一个隧道建立请求（Tunnel Establishment Request），请求建立一个到服务器的隧道。该请求包含隧道的相关信息，如隧道的名称、类型等。</a:t>
            </a:r>
          </a:p>
          <a:p>
            <a:r>
              <a:rPr lang="zh-CN" altLang="en-US" sz="1400">
                <a:latin typeface="微软雅黑" panose="020B0503020204020204" pitchFamily="34" charset="-122"/>
                <a:ea typeface="微软雅黑" panose="020B0503020204020204" pitchFamily="34" charset="-122"/>
              </a:rPr>
              <a:t>隧道连接：服务器收到隧道建立请求后，会根据请求中的信息建立一个隧道，并发送一个隧道建立响应（Tunnel Establishment Reply）给客户端。客户端收到响应后，隧道建立成功。</a:t>
            </a:r>
          </a:p>
          <a:p>
            <a:pPr marL="285750" indent="-285750">
              <a:buFont typeface="Wingdings" panose="05000000000000000000" pitchFamily="2" charset="2"/>
              <a:buChar char="n"/>
            </a:pPr>
            <a:r>
              <a:rPr lang="zh-CN" altLang="en-US" sz="1400">
                <a:latin typeface="微软雅黑" panose="020B0503020204020204" pitchFamily="34" charset="-122"/>
                <a:ea typeface="微软雅黑" panose="020B0503020204020204" pitchFamily="34" charset="-122"/>
              </a:rPr>
              <a:t>数据传输</a:t>
            </a:r>
          </a:p>
          <a:p>
            <a:r>
              <a:rPr lang="zh-CN" altLang="en-US" sz="1400">
                <a:latin typeface="微软雅黑" panose="020B0503020204020204" pitchFamily="34" charset="-122"/>
                <a:ea typeface="微软雅黑" panose="020B0503020204020204" pitchFamily="34" charset="-122"/>
              </a:rPr>
              <a:t>数据封装：客户端将需要传输的数据封装在 PPP（Point-to-Point Protocol）帧中，然后再将 PPP 帧封装在 PPTP 隧道协议帧中。</a:t>
            </a:r>
          </a:p>
          <a:p>
            <a:r>
              <a:rPr lang="zh-CN" altLang="en-US" sz="1400">
                <a:latin typeface="微软雅黑" panose="020B0503020204020204" pitchFamily="34" charset="-122"/>
                <a:ea typeface="微软雅黑" panose="020B0503020204020204" pitchFamily="34" charset="-122"/>
              </a:rPr>
              <a:t>数据传输：封装好的数据通过隧道传输到服务器。服务器收到数据后，会解封装 PPTP 隧道协议帧和 PPP 帧，然后将数据传递给相应的应用程序。</a:t>
            </a:r>
          </a:p>
          <a:p>
            <a:r>
              <a:rPr lang="zh-CN" altLang="en-US" sz="1400">
                <a:latin typeface="微软雅黑" panose="020B0503020204020204" pitchFamily="34" charset="-122"/>
                <a:ea typeface="微软雅黑" panose="020B0503020204020204" pitchFamily="34" charset="-122"/>
              </a:rPr>
              <a:t>数据加密：在数据传输过程中，可以使用加密算法对数据进行加密，以保证数据的安全性。</a:t>
            </a:r>
          </a:p>
          <a:p>
            <a:pPr marL="285750" indent="-285750">
              <a:buFont typeface="Wingdings" panose="05000000000000000000" pitchFamily="2" charset="2"/>
              <a:buChar char="n"/>
            </a:pPr>
            <a:r>
              <a:rPr lang="zh-CN" altLang="en-US" sz="1400">
                <a:latin typeface="微软雅黑" panose="020B0503020204020204" pitchFamily="34" charset="-122"/>
                <a:ea typeface="微软雅黑" panose="020B0503020204020204" pitchFamily="34" charset="-122"/>
              </a:rPr>
              <a:t>连接终止</a:t>
            </a:r>
          </a:p>
          <a:p>
            <a:r>
              <a:rPr lang="zh-CN" altLang="en-US" sz="1400">
                <a:latin typeface="微软雅黑" panose="020B0503020204020204" pitchFamily="34" charset="-122"/>
                <a:ea typeface="微软雅黑" panose="020B0503020204020204" pitchFamily="34" charset="-122"/>
              </a:rPr>
              <a:t>发送终止请求：当客户端或服务器需要终止连接时，会发送一个隧道终止请求（Tunnel Termination Request）给对方。</a:t>
            </a:r>
          </a:p>
          <a:p>
            <a:r>
              <a:rPr lang="zh-CN" altLang="en-US" sz="1400">
                <a:latin typeface="微软雅黑" panose="020B0503020204020204" pitchFamily="34" charset="-122"/>
                <a:ea typeface="微软雅黑" panose="020B0503020204020204" pitchFamily="34" charset="-122"/>
              </a:rPr>
              <a:t>终止连接：对方收到终止请求后，会关闭隧道和控制连接，并释放相关的资源。</a:t>
            </a:r>
          </a:p>
          <a:p>
            <a:r>
              <a:rPr lang="zh-CN" altLang="en-US" sz="1400">
                <a:latin typeface="微软雅黑" panose="020B0503020204020204" pitchFamily="34" charset="-122"/>
                <a:ea typeface="微软雅黑" panose="020B0503020204020204" pitchFamily="34" charset="-122"/>
              </a:rPr>
              <a:t>以上是 PPTP 的基本过程，不同的实现可能会有所不同。同时，PPTP 协议存在一些安全漏洞，如密码加密强度不够等，因此在实际应用中需要注意安全问题。</a:t>
            </a:r>
          </a:p>
          <a:p>
            <a:r>
              <a:rPr lang="zh-CN" altLang="en-US" sz="140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246672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671209"/>
          </a:xfrm>
        </p:spPr>
        <p:txBody>
          <a:bodyPr/>
          <a:lstStyle/>
          <a:p>
            <a:r>
              <a:rPr lang="en-US" altLang="zh-CN" dirty="0" smtClean="0"/>
              <a:t>11.3.2 L2TP </a:t>
            </a:r>
            <a:r>
              <a:rPr lang="zh-CN" altLang="en-US" dirty="0" smtClean="0"/>
              <a:t>协议</a:t>
            </a:r>
            <a:endParaRPr lang="zh-CN" altLang="en-US" dirty="0"/>
          </a:p>
        </p:txBody>
      </p:sp>
      <p:sp>
        <p:nvSpPr>
          <p:cNvPr id="4" name="Rectangle 3"/>
          <p:cNvSpPr txBox="1">
            <a:spLocks noChangeArrowheads="1"/>
          </p:cNvSpPr>
          <p:nvPr/>
        </p:nvSpPr>
        <p:spPr bwMode="auto">
          <a:xfrm>
            <a:off x="306421" y="828697"/>
            <a:ext cx="10510736" cy="14086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150000"/>
              </a:lnSpc>
              <a:buFont typeface="Wingdings" panose="05000000000000000000" pitchFamily="2" charset="2"/>
              <a:buChar char="n"/>
            </a:pPr>
            <a:r>
              <a:rPr lang="en-US" altLang="zh-CN" sz="1800" kern="0" smtClean="0">
                <a:latin typeface="微软雅黑" panose="020B0503020204020204" pitchFamily="34" charset="-122"/>
                <a:ea typeface="微软雅黑" panose="020B0503020204020204" pitchFamily="34" charset="-122"/>
                <a:cs typeface=""/>
              </a:rPr>
              <a:t>L2TP</a:t>
            </a:r>
            <a:r>
              <a:rPr lang="zh-CN" altLang="en-US" sz="1800" kern="0" dirty="0">
                <a:latin typeface="微软雅黑" panose="020B0503020204020204" pitchFamily="34" charset="-122"/>
                <a:ea typeface="微软雅黑" panose="020B0503020204020204" pitchFamily="34" charset="-122"/>
                <a:cs typeface=""/>
              </a:rPr>
              <a:t>是一个国际标准隧道协议，它结合了</a:t>
            </a:r>
            <a:r>
              <a:rPr lang="en-US" altLang="zh-CN" sz="1800" b="1" kern="0" dirty="0">
                <a:solidFill>
                  <a:srgbClr val="FF0000"/>
                </a:solidFill>
                <a:latin typeface="微软雅黑" panose="020B0503020204020204" pitchFamily="34" charset="-122"/>
                <a:ea typeface="微软雅黑" panose="020B0503020204020204" pitchFamily="34" charset="-122"/>
                <a:cs typeface=""/>
              </a:rPr>
              <a:t>PPTP</a:t>
            </a:r>
            <a:r>
              <a:rPr lang="zh-CN" altLang="en-US" sz="1800" b="1" kern="0" dirty="0">
                <a:solidFill>
                  <a:srgbClr val="FF0000"/>
                </a:solidFill>
                <a:latin typeface="微软雅黑" panose="020B0503020204020204" pitchFamily="34" charset="-122"/>
                <a:ea typeface="微软雅黑" panose="020B0503020204020204" pitchFamily="34" charset="-122"/>
                <a:cs typeface=""/>
              </a:rPr>
              <a:t>协议</a:t>
            </a:r>
            <a:r>
              <a:rPr lang="zh-CN" altLang="en-US" sz="1800" kern="0" dirty="0">
                <a:latin typeface="微软雅黑" panose="020B0503020204020204" pitchFamily="34" charset="-122"/>
                <a:ea typeface="微软雅黑" panose="020B0503020204020204" pitchFamily="34" charset="-122"/>
                <a:cs typeface=""/>
              </a:rPr>
              <a:t>以及第二层转发</a:t>
            </a:r>
            <a:r>
              <a:rPr lang="en-US" altLang="zh-CN" sz="1800" b="1" kern="0" dirty="0">
                <a:solidFill>
                  <a:srgbClr val="FF0000"/>
                </a:solidFill>
                <a:latin typeface="微软雅黑" panose="020B0503020204020204" pitchFamily="34" charset="-122"/>
                <a:ea typeface="微软雅黑" panose="020B0503020204020204" pitchFamily="34" charset="-122"/>
                <a:cs typeface=""/>
              </a:rPr>
              <a:t>L2F</a:t>
            </a:r>
            <a:r>
              <a:rPr lang="zh-CN" altLang="en-US" sz="1800" b="1" kern="0" dirty="0">
                <a:solidFill>
                  <a:srgbClr val="FF0000"/>
                </a:solidFill>
                <a:latin typeface="微软雅黑" panose="020B0503020204020204" pitchFamily="34" charset="-122"/>
                <a:ea typeface="微软雅黑" panose="020B0503020204020204" pitchFamily="34" charset="-122"/>
                <a:cs typeface=""/>
              </a:rPr>
              <a:t>协议</a:t>
            </a:r>
            <a:r>
              <a:rPr lang="zh-CN" altLang="en-US" sz="1800" kern="0" dirty="0">
                <a:latin typeface="微软雅黑" panose="020B0503020204020204" pitchFamily="34" charset="-122"/>
                <a:ea typeface="微软雅黑" panose="020B0503020204020204" pitchFamily="34" charset="-122"/>
                <a:cs typeface=""/>
              </a:rPr>
              <a:t>的优点。</a:t>
            </a:r>
            <a:endParaRPr lang="en-US" altLang="zh-CN" sz="1800" kern="0" dirty="0">
              <a:latin typeface="微软雅黑" panose="020B0503020204020204" pitchFamily="34" charset="-122"/>
              <a:ea typeface="微软雅黑" panose="020B0503020204020204" pitchFamily="34" charset="-122"/>
              <a:cs typeface=""/>
            </a:endParaRPr>
          </a:p>
          <a:p>
            <a:pPr eaLnBrk="1" hangingPunct="1">
              <a:lnSpc>
                <a:spcPct val="150000"/>
              </a:lnSpc>
              <a:buFont typeface="Wingdings" panose="05000000000000000000" pitchFamily="2" charset="2"/>
              <a:buChar char="n"/>
            </a:pPr>
            <a:r>
              <a:rPr lang="en-US" altLang="zh-CN" sz="1800" kern="0" smtClean="0">
                <a:latin typeface="微软雅黑" panose="020B0503020204020204" pitchFamily="34" charset="-122"/>
                <a:ea typeface="微软雅黑" panose="020B0503020204020204" pitchFamily="34" charset="-122"/>
                <a:cs typeface=""/>
              </a:rPr>
              <a:t>L2TP</a:t>
            </a:r>
            <a:r>
              <a:rPr lang="zh-CN" altLang="en-US" sz="1800" kern="0" dirty="0">
                <a:latin typeface="微软雅黑" panose="020B0503020204020204" pitchFamily="34" charset="-122"/>
                <a:ea typeface="微软雅黑" panose="020B0503020204020204" pitchFamily="34" charset="-122"/>
                <a:cs typeface=""/>
              </a:rPr>
              <a:t>与</a:t>
            </a:r>
            <a:r>
              <a:rPr lang="en-US" altLang="zh-CN" sz="1800" kern="0" dirty="0">
                <a:latin typeface="微软雅黑" panose="020B0503020204020204" pitchFamily="34" charset="-122"/>
                <a:ea typeface="微软雅黑" panose="020B0503020204020204" pitchFamily="34" charset="-122"/>
                <a:cs typeface=""/>
              </a:rPr>
              <a:t>PPTP</a:t>
            </a:r>
            <a:r>
              <a:rPr lang="zh-CN" altLang="en-US" sz="1800" kern="0" dirty="0">
                <a:latin typeface="微软雅黑" panose="020B0503020204020204" pitchFamily="34" charset="-122"/>
                <a:ea typeface="微软雅黑" panose="020B0503020204020204" pitchFamily="34" charset="-122"/>
                <a:cs typeface=""/>
              </a:rPr>
              <a:t>的最大不同在于</a:t>
            </a:r>
            <a:r>
              <a:rPr lang="en-US" altLang="zh-CN" sz="1800" kern="0" dirty="0">
                <a:latin typeface="微软雅黑" panose="020B0503020204020204" pitchFamily="34" charset="-122"/>
                <a:ea typeface="微软雅黑" panose="020B0503020204020204" pitchFamily="34" charset="-122"/>
                <a:cs typeface=""/>
              </a:rPr>
              <a:t>L2TP</a:t>
            </a:r>
            <a:r>
              <a:rPr lang="zh-CN" altLang="en-US" sz="1800" kern="0" dirty="0">
                <a:latin typeface="微软雅黑" panose="020B0503020204020204" pitchFamily="34" charset="-122"/>
                <a:ea typeface="微软雅黑" panose="020B0503020204020204" pitchFamily="34" charset="-122"/>
                <a:cs typeface=""/>
              </a:rPr>
              <a:t>将控制</a:t>
            </a:r>
            <a:r>
              <a:rPr lang="zh-CN" altLang="en-US" sz="1800" kern="0" dirty="0">
                <a:latin typeface="微软雅黑" panose="020B0503020204020204" pitchFamily="34" charset="-122"/>
                <a:ea typeface="微软雅黑" panose="020B0503020204020204" pitchFamily="34" charset="-122"/>
              </a:rPr>
              <a:t>报文</a:t>
            </a:r>
            <a:r>
              <a:rPr lang="zh-CN" altLang="en-US" sz="1800" kern="0" dirty="0">
                <a:latin typeface="微软雅黑" panose="020B0503020204020204" pitchFamily="34" charset="-122"/>
                <a:ea typeface="微软雅黑" panose="020B0503020204020204" pitchFamily="34" charset="-122"/>
                <a:cs typeface=""/>
              </a:rPr>
              <a:t>和数据</a:t>
            </a:r>
            <a:r>
              <a:rPr lang="zh-CN" altLang="en-US" sz="1800" kern="0" dirty="0">
                <a:latin typeface="微软雅黑" panose="020B0503020204020204" pitchFamily="34" charset="-122"/>
                <a:ea typeface="微软雅黑" panose="020B0503020204020204" pitchFamily="34" charset="-122"/>
              </a:rPr>
              <a:t>报文</a:t>
            </a:r>
            <a:r>
              <a:rPr lang="zh-CN" altLang="en-US" sz="1800" kern="0" dirty="0">
                <a:latin typeface="微软雅黑" panose="020B0503020204020204" pitchFamily="34" charset="-122"/>
                <a:ea typeface="微软雅黑" panose="020B0503020204020204" pitchFamily="34" charset="-122"/>
                <a:cs typeface=""/>
              </a:rPr>
              <a:t>合二为一，并</a:t>
            </a:r>
            <a:r>
              <a:rPr lang="zh-CN" altLang="en-US" sz="1800" b="1" kern="0" dirty="0">
                <a:solidFill>
                  <a:srgbClr val="FF0000"/>
                </a:solidFill>
                <a:latin typeface="微软雅黑" panose="020B0503020204020204" pitchFamily="34" charset="-122"/>
                <a:ea typeface="微软雅黑" panose="020B0503020204020204" pitchFamily="34" charset="-122"/>
                <a:cs typeface=""/>
              </a:rPr>
              <a:t>运行在</a:t>
            </a:r>
            <a:r>
              <a:rPr lang="en-US" altLang="zh-CN" sz="1800" b="1" kern="0" dirty="0">
                <a:solidFill>
                  <a:srgbClr val="FF0000"/>
                </a:solidFill>
                <a:latin typeface="微软雅黑" panose="020B0503020204020204" pitchFamily="34" charset="-122"/>
                <a:ea typeface="微软雅黑" panose="020B0503020204020204" pitchFamily="34" charset="-122"/>
                <a:cs typeface=""/>
              </a:rPr>
              <a:t>UDP</a:t>
            </a:r>
            <a:r>
              <a:rPr lang="zh-CN" altLang="en-US" sz="1800" b="1" kern="0" dirty="0">
                <a:solidFill>
                  <a:srgbClr val="FF0000"/>
                </a:solidFill>
                <a:latin typeface="微软雅黑" panose="020B0503020204020204" pitchFamily="34" charset="-122"/>
                <a:ea typeface="微软雅黑" panose="020B0503020204020204" pitchFamily="34" charset="-122"/>
                <a:cs typeface=""/>
              </a:rPr>
              <a:t>上，而不是</a:t>
            </a:r>
            <a:r>
              <a:rPr lang="en-US" altLang="zh-CN" sz="1800" b="1" kern="0" dirty="0">
                <a:solidFill>
                  <a:srgbClr val="FF0000"/>
                </a:solidFill>
                <a:latin typeface="微软雅黑" panose="020B0503020204020204" pitchFamily="34" charset="-122"/>
                <a:ea typeface="微软雅黑" panose="020B0503020204020204" pitchFamily="34" charset="-122"/>
                <a:cs typeface=""/>
              </a:rPr>
              <a:t>TCP</a:t>
            </a:r>
            <a:r>
              <a:rPr lang="zh-CN" altLang="en-US" sz="1800" b="1" kern="0" dirty="0">
                <a:solidFill>
                  <a:srgbClr val="FF0000"/>
                </a:solidFill>
                <a:latin typeface="微软雅黑" panose="020B0503020204020204" pitchFamily="34" charset="-122"/>
                <a:ea typeface="微软雅黑" panose="020B0503020204020204" pitchFamily="34" charset="-122"/>
                <a:cs typeface=""/>
              </a:rPr>
              <a:t>上</a:t>
            </a:r>
            <a:r>
              <a:rPr lang="zh-CN" altLang="en-US" sz="1800" kern="0" dirty="0">
                <a:latin typeface="微软雅黑" panose="020B0503020204020204" pitchFamily="34" charset="-122"/>
                <a:ea typeface="微软雅黑" panose="020B0503020204020204" pitchFamily="34" charset="-122"/>
                <a:cs typeface=""/>
              </a:rPr>
              <a:t>。</a:t>
            </a:r>
            <a:r>
              <a:rPr lang="en-US" altLang="zh-CN" sz="1800" kern="0" dirty="0">
                <a:latin typeface="微软雅黑" panose="020B0503020204020204" pitchFamily="34" charset="-122"/>
                <a:ea typeface="微软雅黑" panose="020B0503020204020204" pitchFamily="34" charset="-122"/>
                <a:cs typeface=""/>
              </a:rPr>
              <a:t>UDP</a:t>
            </a:r>
            <a:r>
              <a:rPr lang="zh-CN" altLang="en-US" sz="1800" kern="0" dirty="0">
                <a:latin typeface="微软雅黑" panose="020B0503020204020204" pitchFamily="34" charset="-122"/>
                <a:ea typeface="微软雅黑" panose="020B0503020204020204" pitchFamily="34" charset="-122"/>
                <a:cs typeface=""/>
              </a:rPr>
              <a:t>省去了</a:t>
            </a:r>
            <a:r>
              <a:rPr lang="en-US" altLang="zh-CN" sz="1800" kern="0" dirty="0">
                <a:latin typeface="微软雅黑" panose="020B0503020204020204" pitchFamily="34" charset="-122"/>
                <a:ea typeface="微软雅黑" panose="020B0503020204020204" pitchFamily="34" charset="-122"/>
                <a:cs typeface=""/>
              </a:rPr>
              <a:t>TCP</a:t>
            </a:r>
            <a:r>
              <a:rPr lang="zh-CN" altLang="en-US" sz="1800" kern="0" dirty="0">
                <a:latin typeface="微软雅黑" panose="020B0503020204020204" pitchFamily="34" charset="-122"/>
                <a:ea typeface="微软雅黑" panose="020B0503020204020204" pitchFamily="34" charset="-122"/>
                <a:cs typeface=""/>
              </a:rPr>
              <a:t>中同步、检错、重传等机制，因此</a:t>
            </a:r>
            <a:r>
              <a:rPr lang="en-US" altLang="zh-CN" sz="1800" kern="0" dirty="0">
                <a:latin typeface="微软雅黑" panose="020B0503020204020204" pitchFamily="34" charset="-122"/>
                <a:ea typeface="微软雅黑" panose="020B0503020204020204" pitchFamily="34" charset="-122"/>
                <a:cs typeface=""/>
              </a:rPr>
              <a:t>L2TP</a:t>
            </a:r>
            <a:r>
              <a:rPr lang="zh-CN" altLang="en-US" sz="1800" kern="0" dirty="0">
                <a:latin typeface="微软雅黑" panose="020B0503020204020204" pitchFamily="34" charset="-122"/>
                <a:ea typeface="微软雅黑" panose="020B0503020204020204" pitchFamily="34" charset="-122"/>
                <a:cs typeface=""/>
              </a:rPr>
              <a:t>速度</a:t>
            </a:r>
            <a:r>
              <a:rPr lang="zh-CN" altLang="en-US" sz="1800" kern="0">
                <a:latin typeface="微软雅黑" panose="020B0503020204020204" pitchFamily="34" charset="-122"/>
                <a:ea typeface="微软雅黑" panose="020B0503020204020204" pitchFamily="34" charset="-122"/>
                <a:cs typeface=""/>
              </a:rPr>
              <a:t>很快</a:t>
            </a:r>
            <a:r>
              <a:rPr lang="zh-CN" altLang="en-US" sz="1800" kern="0" smtClean="0">
                <a:latin typeface="微软雅黑" panose="020B0503020204020204" pitchFamily="34" charset="-122"/>
                <a:ea typeface="微软雅黑" panose="020B0503020204020204" pitchFamily="34" charset="-122"/>
                <a:cs typeface=""/>
              </a:rPr>
              <a:t>。</a:t>
            </a:r>
            <a:endParaRPr lang="en-US" altLang="zh-CN" sz="1800" kern="0" smtClean="0">
              <a:latin typeface="微软雅黑" panose="020B0503020204020204" pitchFamily="34" charset="-122"/>
              <a:ea typeface="微软雅黑" panose="020B0503020204020204" pitchFamily="34" charset="-122"/>
              <a:cs typeface=""/>
            </a:endParaRPr>
          </a:p>
        </p:txBody>
      </p:sp>
      <p:pic>
        <p:nvPicPr>
          <p:cNvPr id="5" name="图片 4"/>
          <p:cNvPicPr>
            <a:picLocks noChangeAspect="1"/>
          </p:cNvPicPr>
          <p:nvPr/>
        </p:nvPicPr>
        <p:blipFill>
          <a:blip r:embed="rId2"/>
          <a:stretch>
            <a:fillRect/>
          </a:stretch>
        </p:blipFill>
        <p:spPr>
          <a:xfrm>
            <a:off x="2071999" y="2394851"/>
            <a:ext cx="6979580" cy="3723166"/>
          </a:xfrm>
          <a:prstGeom prst="rect">
            <a:avLst/>
          </a:prstGeom>
        </p:spPr>
      </p:pic>
    </p:spTree>
    <p:extLst>
      <p:ext uri="{BB962C8B-B14F-4D97-AF65-F5344CB8AC3E}">
        <p14:creationId xmlns:p14="http://schemas.microsoft.com/office/powerpoint/2010/main" val="3624744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034"/>
          <p:cNvGrpSpPr>
            <a:grpSpLocks/>
          </p:cNvGrpSpPr>
          <p:nvPr/>
        </p:nvGrpSpPr>
        <p:grpSpPr bwMode="auto">
          <a:xfrm>
            <a:off x="2405751" y="971393"/>
            <a:ext cx="4495800" cy="2514600"/>
            <a:chOff x="864" y="1872"/>
            <a:chExt cx="2832" cy="1584"/>
          </a:xfrm>
        </p:grpSpPr>
        <p:sp>
          <p:nvSpPr>
            <p:cNvPr id="5" name="Rectangle 1028"/>
            <p:cNvSpPr>
              <a:spLocks noChangeArrowheads="1"/>
            </p:cNvSpPr>
            <p:nvPr/>
          </p:nvSpPr>
          <p:spPr bwMode="auto">
            <a:xfrm>
              <a:off x="864" y="1872"/>
              <a:ext cx="1248" cy="336"/>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600" dirty="0"/>
                <a:t>PPP</a:t>
              </a:r>
              <a:r>
                <a:rPr lang="zh-CN" altLang="en-US" sz="1600" dirty="0"/>
                <a:t>帧</a:t>
              </a:r>
            </a:p>
          </p:txBody>
        </p:sp>
        <p:sp>
          <p:nvSpPr>
            <p:cNvPr id="6" name="Rectangle 1029"/>
            <p:cNvSpPr>
              <a:spLocks noChangeArrowheads="1"/>
            </p:cNvSpPr>
            <p:nvPr/>
          </p:nvSpPr>
          <p:spPr bwMode="auto">
            <a:xfrm>
              <a:off x="864" y="2208"/>
              <a:ext cx="1248" cy="336"/>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600"/>
                <a:t>L2TP</a:t>
              </a:r>
              <a:r>
                <a:rPr lang="zh-CN" altLang="en-US" sz="1600"/>
                <a:t>数据报文</a:t>
              </a:r>
            </a:p>
          </p:txBody>
        </p:sp>
        <p:sp>
          <p:nvSpPr>
            <p:cNvPr id="7" name="Rectangle 1030"/>
            <p:cNvSpPr>
              <a:spLocks noChangeArrowheads="1"/>
            </p:cNvSpPr>
            <p:nvPr/>
          </p:nvSpPr>
          <p:spPr bwMode="auto">
            <a:xfrm>
              <a:off x="864" y="2544"/>
              <a:ext cx="1248" cy="4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600"/>
                <a:t>L2TP</a:t>
              </a:r>
              <a:r>
                <a:rPr lang="zh-CN" altLang="en-US" sz="1600"/>
                <a:t>数据通道</a:t>
              </a:r>
            </a:p>
            <a:p>
              <a:pPr algn="ctr">
                <a:defRPr/>
              </a:pPr>
              <a:r>
                <a:rPr lang="zh-CN" altLang="en-US" sz="1600"/>
                <a:t>（不可靠）</a:t>
              </a:r>
            </a:p>
          </p:txBody>
        </p:sp>
        <p:sp>
          <p:nvSpPr>
            <p:cNvPr id="8" name="Rectangle 1031"/>
            <p:cNvSpPr>
              <a:spLocks noChangeArrowheads="1"/>
            </p:cNvSpPr>
            <p:nvPr/>
          </p:nvSpPr>
          <p:spPr bwMode="auto">
            <a:xfrm>
              <a:off x="2448" y="2208"/>
              <a:ext cx="1248" cy="336"/>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600"/>
                <a:t>L2TP</a:t>
              </a:r>
              <a:r>
                <a:rPr lang="zh-CN" altLang="en-US" sz="1600"/>
                <a:t>控制报文</a:t>
              </a:r>
            </a:p>
          </p:txBody>
        </p:sp>
        <p:sp>
          <p:nvSpPr>
            <p:cNvPr id="9" name="Rectangle 1032"/>
            <p:cNvSpPr>
              <a:spLocks noChangeArrowheads="1"/>
            </p:cNvSpPr>
            <p:nvPr/>
          </p:nvSpPr>
          <p:spPr bwMode="auto">
            <a:xfrm>
              <a:off x="2448" y="2544"/>
              <a:ext cx="1248" cy="4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600"/>
                <a:t>L2TP</a:t>
              </a:r>
              <a:r>
                <a:rPr lang="zh-CN" altLang="en-US" sz="1600"/>
                <a:t>控制通道</a:t>
              </a:r>
            </a:p>
            <a:p>
              <a:pPr algn="ctr">
                <a:defRPr/>
              </a:pPr>
              <a:r>
                <a:rPr lang="zh-CN" altLang="en-US" sz="1600"/>
                <a:t>（可靠）</a:t>
              </a:r>
            </a:p>
          </p:txBody>
        </p:sp>
        <p:sp>
          <p:nvSpPr>
            <p:cNvPr id="10" name="Rectangle 1033"/>
            <p:cNvSpPr>
              <a:spLocks noChangeArrowheads="1"/>
            </p:cNvSpPr>
            <p:nvPr/>
          </p:nvSpPr>
          <p:spPr bwMode="auto">
            <a:xfrm>
              <a:off x="864" y="2976"/>
              <a:ext cx="2832" cy="48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1600"/>
                <a:t>报文传输</a:t>
              </a:r>
              <a:r>
                <a:rPr lang="en-US" altLang="zh-CN" sz="1600"/>
                <a:t>(UDP</a:t>
              </a:r>
              <a:r>
                <a:rPr lang="zh-CN" altLang="en-US" sz="1600"/>
                <a:t>、</a:t>
              </a:r>
              <a:r>
                <a:rPr lang="en-US" altLang="zh-CN" sz="1600"/>
                <a:t>FR</a:t>
              </a:r>
              <a:r>
                <a:rPr lang="zh-CN" altLang="en-US" sz="1600"/>
                <a:t>、</a:t>
              </a:r>
              <a:r>
                <a:rPr lang="en-US" altLang="zh-CN" sz="1600"/>
                <a:t>ATM)</a:t>
              </a:r>
            </a:p>
          </p:txBody>
        </p:sp>
      </p:grpSp>
      <p:sp>
        <p:nvSpPr>
          <p:cNvPr id="11" name="标题 1"/>
          <p:cNvSpPr>
            <a:spLocks noGrp="1"/>
          </p:cNvSpPr>
          <p:nvPr>
            <p:ph type="title"/>
          </p:nvPr>
        </p:nvSpPr>
        <p:spPr>
          <a:xfrm>
            <a:off x="0" y="5378"/>
            <a:ext cx="8229600" cy="665831"/>
          </a:xfrm>
        </p:spPr>
        <p:txBody>
          <a:bodyPr/>
          <a:lstStyle/>
          <a:p>
            <a:r>
              <a:rPr lang="en-US" altLang="zh-CN" dirty="0" smtClean="0"/>
              <a:t>11.3.2 L2TP </a:t>
            </a:r>
            <a:r>
              <a:rPr lang="zh-CN" altLang="en-US" dirty="0" smtClean="0"/>
              <a:t>协议</a:t>
            </a:r>
            <a:endParaRPr lang="zh-CN" altLang="en-US" dirty="0"/>
          </a:p>
        </p:txBody>
      </p:sp>
      <p:pic>
        <p:nvPicPr>
          <p:cNvPr id="12" name="图片 11"/>
          <p:cNvPicPr>
            <a:picLocks noChangeAspect="1"/>
          </p:cNvPicPr>
          <p:nvPr/>
        </p:nvPicPr>
        <p:blipFill>
          <a:blip r:embed="rId2"/>
          <a:stretch>
            <a:fillRect/>
          </a:stretch>
        </p:blipFill>
        <p:spPr>
          <a:xfrm>
            <a:off x="1871272" y="3938075"/>
            <a:ext cx="7301593" cy="1865313"/>
          </a:xfrm>
          <a:prstGeom prst="rect">
            <a:avLst/>
          </a:prstGeom>
        </p:spPr>
      </p:pic>
    </p:spTree>
    <p:extLst>
      <p:ext uri="{BB962C8B-B14F-4D97-AF65-F5344CB8AC3E}">
        <p14:creationId xmlns:p14="http://schemas.microsoft.com/office/powerpoint/2010/main" val="1513540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extLst>
              <p:ext uri="{D42A27DB-BD31-4B8C-83A1-F6EECF244321}">
                <p14:modId xmlns:p14="http://schemas.microsoft.com/office/powerpoint/2010/main" val="3359225053"/>
              </p:ext>
            </p:extLst>
          </p:nvPr>
        </p:nvGraphicFramePr>
        <p:xfrm>
          <a:off x="1819128" y="1004129"/>
          <a:ext cx="7010400" cy="2514600"/>
        </p:xfrm>
        <a:graphic>
          <a:graphicData uri="http://schemas.openxmlformats.org/presentationml/2006/ole">
            <mc:AlternateContent xmlns:mc="http://schemas.openxmlformats.org/markup-compatibility/2006">
              <mc:Choice xmlns:v="urn:schemas-microsoft-com:vml" Requires="v">
                <p:oleObj spid="_x0000_s94377" name="位图图像" r:id="rId3" imgW="6028571" imgH="1867161" progId="Paint.Picture">
                  <p:embed/>
                </p:oleObj>
              </mc:Choice>
              <mc:Fallback>
                <p:oleObj name="位图图像" r:id="rId3" imgW="6028571" imgH="1867161" progId="Paint.Picture">
                  <p:embed/>
                  <p:pic>
                    <p:nvPicPr>
                      <p:cNvPr id="1433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9128" y="1004129"/>
                        <a:ext cx="7010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5"/>
          <p:cNvSpPr txBox="1">
            <a:spLocks noChangeArrowheads="1"/>
          </p:cNvSpPr>
          <p:nvPr/>
        </p:nvSpPr>
        <p:spPr bwMode="auto">
          <a:xfrm>
            <a:off x="1895328" y="3594929"/>
            <a:ext cx="7772400" cy="2133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90000"/>
              </a:lnSpc>
              <a:buFont typeface="Wingdings" panose="05000000000000000000" pitchFamily="2" charset="2"/>
              <a:buNone/>
            </a:pPr>
            <a:r>
              <a:rPr lang="en-US" altLang="zh-CN" sz="1800" kern="0">
                <a:latin typeface="宋体" panose="02010600030101010101" pitchFamily="2" charset="-122"/>
              </a:rPr>
              <a:t>T:</a:t>
            </a:r>
            <a:r>
              <a:rPr lang="zh-CN" altLang="en-US" sz="1800" kern="0">
                <a:latin typeface="宋体" panose="02010600030101010101" pitchFamily="2" charset="-122"/>
              </a:rPr>
              <a:t>报文类型              </a:t>
            </a:r>
            <a:r>
              <a:rPr lang="en-US" altLang="zh-CN" sz="1800" kern="0">
                <a:latin typeface="宋体" panose="02010600030101010101" pitchFamily="2" charset="-122"/>
              </a:rPr>
              <a:t>0---</a:t>
            </a:r>
            <a:r>
              <a:rPr lang="zh-CN" altLang="en-US" sz="1800" kern="0">
                <a:latin typeface="宋体" panose="02010600030101010101" pitchFamily="2" charset="-122"/>
              </a:rPr>
              <a:t>数据报文，</a:t>
            </a:r>
            <a:r>
              <a:rPr lang="en-US" altLang="zh-CN" sz="1800" kern="0">
                <a:latin typeface="宋体" panose="02010600030101010101" pitchFamily="2" charset="-122"/>
              </a:rPr>
              <a:t>1----</a:t>
            </a:r>
            <a:r>
              <a:rPr lang="zh-CN" altLang="en-US" sz="1800" kern="0">
                <a:latin typeface="宋体" panose="02010600030101010101" pitchFamily="2" charset="-122"/>
              </a:rPr>
              <a:t>控制报文</a:t>
            </a:r>
          </a:p>
          <a:p>
            <a:pPr eaLnBrk="1" hangingPunct="1">
              <a:lnSpc>
                <a:spcPct val="90000"/>
              </a:lnSpc>
              <a:buFont typeface="Wingdings" panose="05000000000000000000" pitchFamily="2" charset="2"/>
              <a:buNone/>
            </a:pPr>
            <a:r>
              <a:rPr lang="en-US" altLang="zh-CN" sz="1800" kern="0">
                <a:latin typeface="宋体" panose="02010600030101010101" pitchFamily="2" charset="-122"/>
              </a:rPr>
              <a:t>L:</a:t>
            </a:r>
            <a:r>
              <a:rPr lang="zh-CN" altLang="en-US" sz="1800" kern="0">
                <a:latin typeface="宋体" panose="02010600030101010101" pitchFamily="2" charset="-122"/>
              </a:rPr>
              <a:t>长度域指示符          </a:t>
            </a:r>
            <a:r>
              <a:rPr lang="en-US" altLang="zh-CN" sz="1800" kern="0">
                <a:latin typeface="宋体" panose="02010600030101010101" pitchFamily="2" charset="-122"/>
              </a:rPr>
              <a:t>1</a:t>
            </a:r>
            <a:r>
              <a:rPr lang="zh-CN" altLang="en-US" sz="1800" kern="0">
                <a:latin typeface="宋体" panose="02010600030101010101" pitchFamily="2" charset="-122"/>
              </a:rPr>
              <a:t>：有长度域</a:t>
            </a:r>
            <a:r>
              <a:rPr lang="en-US" altLang="zh-CN" sz="1800" kern="0">
                <a:latin typeface="宋体" panose="02010600030101010101" pitchFamily="2" charset="-122"/>
              </a:rPr>
              <a:t>,</a:t>
            </a:r>
            <a:r>
              <a:rPr lang="zh-CN" altLang="en-US" sz="1800" kern="0">
                <a:latin typeface="宋体" panose="02010600030101010101" pitchFamily="2" charset="-122"/>
              </a:rPr>
              <a:t>对控制报文必须置其为</a:t>
            </a:r>
            <a:r>
              <a:rPr lang="en-US" altLang="zh-CN" sz="1800" kern="0">
                <a:latin typeface="宋体" panose="02010600030101010101" pitchFamily="2" charset="-122"/>
              </a:rPr>
              <a:t>1</a:t>
            </a:r>
          </a:p>
          <a:p>
            <a:pPr eaLnBrk="1" hangingPunct="1">
              <a:lnSpc>
                <a:spcPct val="90000"/>
              </a:lnSpc>
              <a:buFont typeface="Wingdings" panose="05000000000000000000" pitchFamily="2" charset="2"/>
              <a:buNone/>
            </a:pPr>
            <a:r>
              <a:rPr lang="en-US" altLang="zh-CN" sz="1800" kern="0">
                <a:latin typeface="宋体" panose="02010600030101010101" pitchFamily="2" charset="-122"/>
              </a:rPr>
              <a:t>S:</a:t>
            </a:r>
            <a:r>
              <a:rPr lang="zh-CN" altLang="en-US" sz="1800" kern="0">
                <a:latin typeface="宋体" panose="02010600030101010101" pitchFamily="2" charset="-122"/>
              </a:rPr>
              <a:t>序号</a:t>
            </a:r>
            <a:r>
              <a:rPr lang="en-US" altLang="zh-CN" sz="1800" kern="0">
                <a:latin typeface="宋体" panose="02010600030101010101" pitchFamily="2" charset="-122"/>
              </a:rPr>
              <a:t>Ns</a:t>
            </a:r>
            <a:r>
              <a:rPr lang="zh-CN" altLang="en-US" sz="1800" kern="0">
                <a:latin typeface="宋体" panose="02010600030101010101" pitchFamily="2" charset="-122"/>
              </a:rPr>
              <a:t>、</a:t>
            </a:r>
            <a:r>
              <a:rPr lang="en-US" altLang="zh-CN" sz="1800" kern="0">
                <a:latin typeface="宋体" panose="02010600030101010101" pitchFamily="2" charset="-122"/>
              </a:rPr>
              <a:t>Nr</a:t>
            </a:r>
            <a:r>
              <a:rPr lang="zh-CN" altLang="en-US" sz="1800" kern="0">
                <a:latin typeface="宋体" panose="02010600030101010101" pitchFamily="2" charset="-122"/>
              </a:rPr>
              <a:t>域指示符    </a:t>
            </a:r>
            <a:r>
              <a:rPr lang="en-US" altLang="zh-CN" sz="1800" kern="0">
                <a:latin typeface="宋体" panose="02010600030101010101" pitchFamily="2" charset="-122"/>
              </a:rPr>
              <a:t>1</a:t>
            </a:r>
            <a:r>
              <a:rPr lang="zh-CN" altLang="en-US" sz="1800" kern="0">
                <a:latin typeface="宋体" panose="02010600030101010101" pitchFamily="2" charset="-122"/>
              </a:rPr>
              <a:t>：有</a:t>
            </a:r>
            <a:r>
              <a:rPr lang="en-US" altLang="zh-CN" sz="1800" kern="0">
                <a:latin typeface="宋体" panose="02010600030101010101" pitchFamily="2" charset="-122"/>
              </a:rPr>
              <a:t>Ns</a:t>
            </a:r>
            <a:r>
              <a:rPr lang="zh-CN" altLang="en-US" sz="1800" kern="0">
                <a:latin typeface="宋体" panose="02010600030101010101" pitchFamily="2" charset="-122"/>
              </a:rPr>
              <a:t>、</a:t>
            </a:r>
            <a:r>
              <a:rPr lang="en-US" altLang="zh-CN" sz="1800" kern="0">
                <a:latin typeface="宋体" panose="02010600030101010101" pitchFamily="2" charset="-122"/>
              </a:rPr>
              <a:t>Nr</a:t>
            </a:r>
            <a:r>
              <a:rPr lang="zh-CN" altLang="en-US" sz="1800" kern="0">
                <a:latin typeface="宋体" panose="02010600030101010101" pitchFamily="2" charset="-122"/>
              </a:rPr>
              <a:t>域</a:t>
            </a:r>
            <a:r>
              <a:rPr lang="en-US" altLang="zh-CN" sz="1800" kern="0">
                <a:latin typeface="宋体" panose="02010600030101010101" pitchFamily="2" charset="-122"/>
              </a:rPr>
              <a:t>,</a:t>
            </a:r>
            <a:r>
              <a:rPr lang="zh-CN" altLang="en-US" sz="1800" kern="0">
                <a:latin typeface="宋体" panose="02010600030101010101" pitchFamily="2" charset="-122"/>
              </a:rPr>
              <a:t>对控制报文必须置其为</a:t>
            </a:r>
            <a:r>
              <a:rPr lang="en-US" altLang="zh-CN" sz="1800" kern="0">
                <a:latin typeface="宋体" panose="02010600030101010101" pitchFamily="2" charset="-122"/>
              </a:rPr>
              <a:t>1</a:t>
            </a:r>
          </a:p>
          <a:p>
            <a:pPr eaLnBrk="1" hangingPunct="1">
              <a:lnSpc>
                <a:spcPct val="90000"/>
              </a:lnSpc>
              <a:buFont typeface="Wingdings" panose="05000000000000000000" pitchFamily="2" charset="2"/>
              <a:buNone/>
            </a:pPr>
            <a:r>
              <a:rPr lang="en-US" altLang="zh-CN" sz="1800" kern="0">
                <a:latin typeface="宋体" panose="02010600030101010101" pitchFamily="2" charset="-122"/>
              </a:rPr>
              <a:t>O:offset size</a:t>
            </a:r>
            <a:r>
              <a:rPr lang="zh-CN" altLang="en-US" sz="1800" kern="0">
                <a:latin typeface="宋体" panose="02010600030101010101" pitchFamily="2" charset="-122"/>
              </a:rPr>
              <a:t>域指示符   </a:t>
            </a:r>
            <a:r>
              <a:rPr lang="en-US" altLang="zh-CN" sz="1800" kern="0">
                <a:latin typeface="宋体" panose="02010600030101010101" pitchFamily="2" charset="-122"/>
              </a:rPr>
              <a:t>1</a:t>
            </a:r>
            <a:r>
              <a:rPr lang="zh-CN" altLang="en-US" sz="1800" kern="0">
                <a:latin typeface="宋体" panose="02010600030101010101" pitchFamily="2" charset="-122"/>
              </a:rPr>
              <a:t>：有</a:t>
            </a:r>
            <a:r>
              <a:rPr lang="en-US" altLang="zh-CN" sz="1800" kern="0">
                <a:latin typeface="宋体" panose="02010600030101010101" pitchFamily="2" charset="-122"/>
              </a:rPr>
              <a:t>offset size</a:t>
            </a:r>
            <a:r>
              <a:rPr lang="zh-CN" altLang="en-US" sz="1800" kern="0">
                <a:latin typeface="宋体" panose="02010600030101010101" pitchFamily="2" charset="-122"/>
              </a:rPr>
              <a:t>域</a:t>
            </a:r>
            <a:r>
              <a:rPr lang="en-US" altLang="zh-CN" sz="1800" kern="0">
                <a:latin typeface="宋体" panose="02010600030101010101" pitchFamily="2" charset="-122"/>
              </a:rPr>
              <a:t>,</a:t>
            </a:r>
            <a:r>
              <a:rPr lang="zh-CN" altLang="en-US" sz="1800" kern="0">
                <a:latin typeface="宋体" panose="02010600030101010101" pitchFamily="2" charset="-122"/>
              </a:rPr>
              <a:t>对控制报文必须置其为</a:t>
            </a:r>
            <a:r>
              <a:rPr lang="en-US" altLang="zh-CN" sz="1800" kern="0">
                <a:latin typeface="宋体" panose="02010600030101010101" pitchFamily="2" charset="-122"/>
              </a:rPr>
              <a:t>0</a:t>
            </a:r>
          </a:p>
          <a:p>
            <a:pPr eaLnBrk="1" hangingPunct="1">
              <a:lnSpc>
                <a:spcPct val="90000"/>
              </a:lnSpc>
              <a:buFont typeface="Wingdings" panose="05000000000000000000" pitchFamily="2" charset="2"/>
              <a:buNone/>
            </a:pPr>
            <a:r>
              <a:rPr lang="en-US" altLang="zh-CN" sz="1800" kern="0">
                <a:latin typeface="宋体" panose="02010600030101010101" pitchFamily="2" charset="-122"/>
              </a:rPr>
              <a:t>P:</a:t>
            </a:r>
            <a:r>
              <a:rPr lang="zh-CN" altLang="en-US" sz="1800" kern="0">
                <a:latin typeface="宋体" panose="02010600030101010101" pitchFamily="2" charset="-122"/>
              </a:rPr>
              <a:t>优先级域              </a:t>
            </a:r>
            <a:r>
              <a:rPr lang="en-US" altLang="zh-CN" sz="1800" kern="0">
                <a:latin typeface="宋体" panose="02010600030101010101" pitchFamily="2" charset="-122"/>
              </a:rPr>
              <a:t>1</a:t>
            </a:r>
            <a:r>
              <a:rPr lang="zh-CN" altLang="en-US" sz="1800" kern="0">
                <a:latin typeface="宋体" panose="02010600030101010101" pitchFamily="2" charset="-122"/>
              </a:rPr>
              <a:t>：则数据消息报文需要优先被处理</a:t>
            </a:r>
            <a:r>
              <a:rPr lang="en-US" altLang="zh-CN" sz="1800" kern="0">
                <a:latin typeface="宋体" panose="02010600030101010101" pitchFamily="2" charset="-122"/>
              </a:rPr>
              <a:t>,</a:t>
            </a:r>
            <a:r>
              <a:rPr lang="zh-CN" altLang="en-US" sz="1800" kern="0">
                <a:latin typeface="宋体" panose="02010600030101010101" pitchFamily="2" charset="-122"/>
              </a:rPr>
              <a:t>对控制报文</a:t>
            </a:r>
          </a:p>
          <a:p>
            <a:pPr eaLnBrk="1" hangingPunct="1">
              <a:lnSpc>
                <a:spcPct val="90000"/>
              </a:lnSpc>
              <a:buFont typeface="Wingdings" panose="05000000000000000000" pitchFamily="2" charset="2"/>
              <a:buNone/>
            </a:pPr>
            <a:r>
              <a:rPr lang="zh-CN" altLang="en-US" sz="1800" kern="0">
                <a:latin typeface="宋体" panose="02010600030101010101" pitchFamily="2" charset="-122"/>
              </a:rPr>
              <a:t>                           必须置其为</a:t>
            </a:r>
            <a:r>
              <a:rPr lang="en-US" altLang="zh-CN" sz="1800" kern="0">
                <a:latin typeface="宋体" panose="02010600030101010101" pitchFamily="2" charset="-122"/>
              </a:rPr>
              <a:t>0</a:t>
            </a:r>
          </a:p>
          <a:p>
            <a:pPr eaLnBrk="1" hangingPunct="1">
              <a:lnSpc>
                <a:spcPct val="90000"/>
              </a:lnSpc>
              <a:buFont typeface="Wingdings" panose="05000000000000000000" pitchFamily="2" charset="2"/>
              <a:buNone/>
            </a:pPr>
            <a:r>
              <a:rPr lang="en-US" altLang="zh-CN" sz="1800" kern="0">
                <a:latin typeface="宋体" panose="02010600030101010101" pitchFamily="2" charset="-122"/>
              </a:rPr>
              <a:t>X:</a:t>
            </a:r>
            <a:r>
              <a:rPr lang="zh-CN" altLang="en-US" sz="1800" kern="0">
                <a:latin typeface="宋体" panose="02010600030101010101" pitchFamily="2" charset="-122"/>
              </a:rPr>
              <a:t>保留比特</a:t>
            </a:r>
          </a:p>
        </p:txBody>
      </p:sp>
      <p:sp>
        <p:nvSpPr>
          <p:cNvPr id="6" name="Rectangle 6"/>
          <p:cNvSpPr>
            <a:spLocks noChangeArrowheads="1"/>
          </p:cNvSpPr>
          <p:nvPr/>
        </p:nvSpPr>
        <p:spPr bwMode="auto">
          <a:xfrm>
            <a:off x="0" y="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pPr>
            <a:r>
              <a:rPr lang="en-US" altLang="zh-CN" sz="3200" b="1" dirty="0">
                <a:solidFill>
                  <a:schemeClr val="bg1"/>
                </a:solidFill>
                <a:latin typeface="微软雅黑" panose="020B0503020204020204" pitchFamily="34" charset="-122"/>
                <a:ea typeface="微软雅黑" panose="020B0503020204020204" pitchFamily="34" charset="-122"/>
              </a:rPr>
              <a:t>L2TP</a:t>
            </a:r>
            <a:r>
              <a:rPr lang="zh-CN" altLang="en-US" sz="3200" b="1" dirty="0">
                <a:solidFill>
                  <a:schemeClr val="bg1"/>
                </a:solidFill>
                <a:latin typeface="微软雅黑" panose="020B0503020204020204" pitchFamily="34" charset="-122"/>
                <a:ea typeface="微软雅黑" panose="020B0503020204020204" pitchFamily="34" charset="-122"/>
              </a:rPr>
              <a:t>报文头结构</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数据与控制报文共用</a:t>
            </a:r>
            <a:r>
              <a:rPr lang="en-US" altLang="zh-CN" sz="3200" b="1"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730300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30957" y="93664"/>
            <a:ext cx="7793037" cy="550862"/>
          </a:xfrm>
        </p:spPr>
        <p:txBody>
          <a:bodyPr/>
          <a:lstStyle/>
          <a:p>
            <a:pPr algn="l"/>
            <a:r>
              <a:rPr lang="en-US" altLang="zh-CN" sz="3600" dirty="0"/>
              <a:t>11.3.2 L2TP </a:t>
            </a:r>
            <a:r>
              <a:rPr lang="zh-CN" altLang="en-US" sz="3600" dirty="0"/>
              <a:t>协议栈</a:t>
            </a:r>
          </a:p>
        </p:txBody>
      </p:sp>
      <p:sp>
        <p:nvSpPr>
          <p:cNvPr id="5" name="Rectangle 3"/>
          <p:cNvSpPr>
            <a:spLocks noChangeArrowheads="1"/>
          </p:cNvSpPr>
          <p:nvPr/>
        </p:nvSpPr>
        <p:spPr bwMode="auto">
          <a:xfrm>
            <a:off x="3281903" y="877855"/>
            <a:ext cx="1727200" cy="360363"/>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6" name="Rectangle 4"/>
          <p:cNvSpPr>
            <a:spLocks noChangeArrowheads="1"/>
          </p:cNvSpPr>
          <p:nvPr/>
        </p:nvSpPr>
        <p:spPr bwMode="auto">
          <a:xfrm>
            <a:off x="3280315" y="1236630"/>
            <a:ext cx="1727200" cy="360363"/>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PPP</a:t>
            </a:r>
          </a:p>
        </p:txBody>
      </p:sp>
      <p:sp>
        <p:nvSpPr>
          <p:cNvPr id="7" name="Rectangle 5"/>
          <p:cNvSpPr>
            <a:spLocks noChangeArrowheads="1"/>
          </p:cNvSpPr>
          <p:nvPr/>
        </p:nvSpPr>
        <p:spPr bwMode="auto">
          <a:xfrm>
            <a:off x="4143915" y="1598580"/>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L2TP</a:t>
            </a:r>
          </a:p>
        </p:txBody>
      </p:sp>
      <p:sp>
        <p:nvSpPr>
          <p:cNvPr id="8" name="Rectangle 6"/>
          <p:cNvSpPr>
            <a:spLocks noChangeArrowheads="1"/>
          </p:cNvSpPr>
          <p:nvPr/>
        </p:nvSpPr>
        <p:spPr bwMode="auto">
          <a:xfrm>
            <a:off x="4147090" y="1957355"/>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UDP</a:t>
            </a:r>
          </a:p>
        </p:txBody>
      </p:sp>
      <p:sp>
        <p:nvSpPr>
          <p:cNvPr id="9" name="Rectangle 7"/>
          <p:cNvSpPr>
            <a:spLocks noChangeArrowheads="1"/>
          </p:cNvSpPr>
          <p:nvPr/>
        </p:nvSpPr>
        <p:spPr bwMode="auto">
          <a:xfrm>
            <a:off x="4147090" y="2317717"/>
            <a:ext cx="865188" cy="360362"/>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公有</a:t>
            </a:r>
            <a:r>
              <a:rPr kumimoji="1" lang="en-US" altLang="zh-CN" sz="1800" dirty="0">
                <a:latin typeface="华文细黑" panose="02010600040101010101" pitchFamily="2" charset="-122"/>
                <a:ea typeface="华文细黑" panose="02010600040101010101" pitchFamily="2" charset="-122"/>
              </a:rPr>
              <a:t>IP</a:t>
            </a:r>
          </a:p>
        </p:txBody>
      </p:sp>
      <p:sp>
        <p:nvSpPr>
          <p:cNvPr id="10" name="Rectangle 8"/>
          <p:cNvSpPr>
            <a:spLocks noChangeArrowheads="1"/>
          </p:cNvSpPr>
          <p:nvPr/>
        </p:nvSpPr>
        <p:spPr bwMode="auto">
          <a:xfrm>
            <a:off x="4147090" y="2678080"/>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链路层</a:t>
            </a:r>
          </a:p>
        </p:txBody>
      </p:sp>
      <p:sp>
        <p:nvSpPr>
          <p:cNvPr id="11" name="Rectangle 9"/>
          <p:cNvSpPr>
            <a:spLocks noChangeArrowheads="1"/>
          </p:cNvSpPr>
          <p:nvPr/>
        </p:nvSpPr>
        <p:spPr bwMode="auto">
          <a:xfrm>
            <a:off x="4147090" y="3038442"/>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物理层</a:t>
            </a:r>
          </a:p>
        </p:txBody>
      </p:sp>
      <p:sp>
        <p:nvSpPr>
          <p:cNvPr id="12" name="Rectangle 10"/>
          <p:cNvSpPr>
            <a:spLocks noChangeArrowheads="1"/>
          </p:cNvSpPr>
          <p:nvPr/>
        </p:nvSpPr>
        <p:spPr bwMode="auto">
          <a:xfrm>
            <a:off x="3280315" y="1596993"/>
            <a:ext cx="865188" cy="1800225"/>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3" name="Rectangle 11"/>
          <p:cNvSpPr>
            <a:spLocks noChangeArrowheads="1"/>
          </p:cNvSpPr>
          <p:nvPr/>
        </p:nvSpPr>
        <p:spPr bwMode="auto">
          <a:xfrm>
            <a:off x="5945728" y="877855"/>
            <a:ext cx="1727200" cy="360363"/>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4" name="Rectangle 12"/>
          <p:cNvSpPr>
            <a:spLocks noChangeArrowheads="1"/>
          </p:cNvSpPr>
          <p:nvPr/>
        </p:nvSpPr>
        <p:spPr bwMode="auto">
          <a:xfrm>
            <a:off x="5944140" y="1238217"/>
            <a:ext cx="863600" cy="360362"/>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PPP</a:t>
            </a:r>
          </a:p>
        </p:txBody>
      </p:sp>
      <p:sp>
        <p:nvSpPr>
          <p:cNvPr id="20" name="Rectangle 18"/>
          <p:cNvSpPr>
            <a:spLocks noChangeArrowheads="1"/>
          </p:cNvSpPr>
          <p:nvPr/>
        </p:nvSpPr>
        <p:spPr bwMode="auto">
          <a:xfrm>
            <a:off x="6807740" y="1236630"/>
            <a:ext cx="865188" cy="1800225"/>
          </a:xfrm>
          <a:prstGeom prst="rect">
            <a:avLst/>
          </a:prstGeom>
          <a:solidFill>
            <a:srgbClr val="99CCFF"/>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21" name="Rectangle 19"/>
          <p:cNvSpPr>
            <a:spLocks noChangeArrowheads="1"/>
          </p:cNvSpPr>
          <p:nvPr/>
        </p:nvSpPr>
        <p:spPr bwMode="auto">
          <a:xfrm>
            <a:off x="1983329" y="2317717"/>
            <a:ext cx="865187" cy="360362"/>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22" name="Rectangle 20"/>
          <p:cNvSpPr>
            <a:spLocks noChangeArrowheads="1"/>
          </p:cNvSpPr>
          <p:nvPr/>
        </p:nvSpPr>
        <p:spPr bwMode="auto">
          <a:xfrm>
            <a:off x="1983329" y="2676492"/>
            <a:ext cx="865187" cy="360362"/>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23" name="Rectangle 21"/>
          <p:cNvSpPr>
            <a:spLocks noChangeArrowheads="1"/>
          </p:cNvSpPr>
          <p:nvPr/>
        </p:nvSpPr>
        <p:spPr bwMode="auto">
          <a:xfrm>
            <a:off x="1983329" y="3036855"/>
            <a:ext cx="865187" cy="360363"/>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24" name="Rectangle 22"/>
          <p:cNvSpPr>
            <a:spLocks noChangeArrowheads="1"/>
          </p:cNvSpPr>
          <p:nvPr/>
        </p:nvSpPr>
        <p:spPr bwMode="auto">
          <a:xfrm>
            <a:off x="5939379" y="1598580"/>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L2TP</a:t>
            </a:r>
          </a:p>
        </p:txBody>
      </p:sp>
      <p:sp>
        <p:nvSpPr>
          <p:cNvPr id="25" name="Rectangle 23"/>
          <p:cNvSpPr>
            <a:spLocks noChangeArrowheads="1"/>
          </p:cNvSpPr>
          <p:nvPr/>
        </p:nvSpPr>
        <p:spPr bwMode="auto">
          <a:xfrm>
            <a:off x="5942554" y="1957355"/>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UDP</a:t>
            </a:r>
          </a:p>
        </p:txBody>
      </p:sp>
      <p:sp>
        <p:nvSpPr>
          <p:cNvPr id="26" name="Rectangle 24"/>
          <p:cNvSpPr>
            <a:spLocks noChangeArrowheads="1"/>
          </p:cNvSpPr>
          <p:nvPr/>
        </p:nvSpPr>
        <p:spPr bwMode="auto">
          <a:xfrm>
            <a:off x="5942554" y="2317717"/>
            <a:ext cx="865187" cy="360362"/>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公有</a:t>
            </a:r>
            <a:r>
              <a:rPr kumimoji="1" lang="en-US" altLang="zh-CN" sz="1800">
                <a:latin typeface="华文细黑" panose="02010600040101010101" pitchFamily="2" charset="-122"/>
                <a:ea typeface="华文细黑" panose="02010600040101010101" pitchFamily="2" charset="-122"/>
              </a:rPr>
              <a:t>IP</a:t>
            </a:r>
          </a:p>
        </p:txBody>
      </p:sp>
      <p:sp>
        <p:nvSpPr>
          <p:cNvPr id="27" name="Rectangle 25"/>
          <p:cNvSpPr>
            <a:spLocks noChangeArrowheads="1"/>
          </p:cNvSpPr>
          <p:nvPr/>
        </p:nvSpPr>
        <p:spPr bwMode="auto">
          <a:xfrm>
            <a:off x="5942554" y="2678080"/>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28" name="Rectangle 26"/>
          <p:cNvSpPr>
            <a:spLocks noChangeArrowheads="1"/>
          </p:cNvSpPr>
          <p:nvPr/>
        </p:nvSpPr>
        <p:spPr bwMode="auto">
          <a:xfrm>
            <a:off x="5942554" y="3038442"/>
            <a:ext cx="865187"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29" name="Rectangle 27"/>
          <p:cNvSpPr>
            <a:spLocks noChangeArrowheads="1"/>
          </p:cNvSpPr>
          <p:nvPr/>
        </p:nvSpPr>
        <p:spPr bwMode="auto">
          <a:xfrm>
            <a:off x="6807740" y="3038442"/>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30" name="Rectangle 28"/>
          <p:cNvSpPr>
            <a:spLocks noChangeArrowheads="1"/>
          </p:cNvSpPr>
          <p:nvPr/>
        </p:nvSpPr>
        <p:spPr bwMode="auto">
          <a:xfrm>
            <a:off x="8104729" y="2317717"/>
            <a:ext cx="865187" cy="360362"/>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31" name="Rectangle 29"/>
          <p:cNvSpPr>
            <a:spLocks noChangeArrowheads="1"/>
          </p:cNvSpPr>
          <p:nvPr/>
        </p:nvSpPr>
        <p:spPr bwMode="auto">
          <a:xfrm>
            <a:off x="8104729" y="2676492"/>
            <a:ext cx="865187" cy="360362"/>
          </a:xfrm>
          <a:prstGeom prst="rect">
            <a:avLst/>
          </a:prstGeom>
          <a:solidFill>
            <a:srgbClr val="99CCFF"/>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32" name="Rectangle 30"/>
          <p:cNvSpPr>
            <a:spLocks noChangeArrowheads="1"/>
          </p:cNvSpPr>
          <p:nvPr/>
        </p:nvSpPr>
        <p:spPr bwMode="auto">
          <a:xfrm>
            <a:off x="8106315" y="3038442"/>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33" name="Text Box 31"/>
          <p:cNvSpPr txBox="1">
            <a:spLocks noChangeArrowheads="1"/>
          </p:cNvSpPr>
          <p:nvPr/>
        </p:nvSpPr>
        <p:spPr bwMode="auto">
          <a:xfrm>
            <a:off x="1911890" y="3576605"/>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Client</a:t>
            </a:r>
          </a:p>
        </p:txBody>
      </p:sp>
      <p:sp>
        <p:nvSpPr>
          <p:cNvPr id="34" name="Text Box 32"/>
          <p:cNvSpPr txBox="1">
            <a:spLocks noChangeArrowheads="1"/>
          </p:cNvSpPr>
          <p:nvPr/>
        </p:nvSpPr>
        <p:spPr bwMode="auto">
          <a:xfrm>
            <a:off x="3781965" y="3562317"/>
            <a:ext cx="571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LAC</a:t>
            </a:r>
          </a:p>
        </p:txBody>
      </p:sp>
      <p:sp>
        <p:nvSpPr>
          <p:cNvPr id="35" name="Text Box 33"/>
          <p:cNvSpPr txBox="1">
            <a:spLocks noChangeArrowheads="1"/>
          </p:cNvSpPr>
          <p:nvPr/>
        </p:nvSpPr>
        <p:spPr bwMode="auto">
          <a:xfrm>
            <a:off x="6447379" y="3548030"/>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LNS</a:t>
            </a:r>
          </a:p>
        </p:txBody>
      </p:sp>
      <p:sp>
        <p:nvSpPr>
          <p:cNvPr id="36" name="Text Box 34"/>
          <p:cNvSpPr txBox="1">
            <a:spLocks noChangeArrowheads="1"/>
          </p:cNvSpPr>
          <p:nvPr/>
        </p:nvSpPr>
        <p:spPr bwMode="auto">
          <a:xfrm>
            <a:off x="8090440" y="3563905"/>
            <a:ext cx="85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Server</a:t>
            </a:r>
          </a:p>
        </p:txBody>
      </p:sp>
      <p:sp>
        <p:nvSpPr>
          <p:cNvPr id="41" name="Line 39"/>
          <p:cNvSpPr>
            <a:spLocks noChangeShapeType="1"/>
          </p:cNvSpPr>
          <p:nvPr/>
        </p:nvSpPr>
        <p:spPr bwMode="auto">
          <a:xfrm>
            <a:off x="2919954" y="3254342"/>
            <a:ext cx="287337"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42" name="Line 40"/>
          <p:cNvSpPr>
            <a:spLocks noChangeShapeType="1"/>
          </p:cNvSpPr>
          <p:nvPr/>
        </p:nvSpPr>
        <p:spPr bwMode="auto">
          <a:xfrm>
            <a:off x="5223415" y="3252754"/>
            <a:ext cx="50323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43" name="Line 41"/>
          <p:cNvSpPr>
            <a:spLocks noChangeShapeType="1"/>
          </p:cNvSpPr>
          <p:nvPr/>
        </p:nvSpPr>
        <p:spPr bwMode="auto">
          <a:xfrm>
            <a:off x="7744365" y="3254342"/>
            <a:ext cx="28733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44" name="Text Box 42"/>
          <p:cNvSpPr txBox="1">
            <a:spLocks noChangeArrowheads="1"/>
          </p:cNvSpPr>
          <p:nvPr/>
        </p:nvSpPr>
        <p:spPr bwMode="auto">
          <a:xfrm>
            <a:off x="4575716" y="3902043"/>
            <a:ext cx="16287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华文细黑" panose="02010600040101010101" pitchFamily="2" charset="-122"/>
                <a:ea typeface="华文细黑" panose="02010600040101010101" pitchFamily="2" charset="-122"/>
              </a:rPr>
              <a:t>L2TP</a:t>
            </a:r>
            <a:r>
              <a:rPr kumimoji="1" lang="zh-CN" altLang="en-US" sz="1600">
                <a:latin typeface="华文细黑" panose="02010600040101010101" pitchFamily="2" charset="-122"/>
                <a:ea typeface="华文细黑" panose="02010600040101010101" pitchFamily="2" charset="-122"/>
              </a:rPr>
              <a:t>协议栈结构</a:t>
            </a:r>
          </a:p>
        </p:txBody>
      </p:sp>
      <p:pic>
        <p:nvPicPr>
          <p:cNvPr id="45" name="图片 44"/>
          <p:cNvPicPr>
            <a:picLocks noChangeAspect="1"/>
          </p:cNvPicPr>
          <p:nvPr/>
        </p:nvPicPr>
        <p:blipFill>
          <a:blip r:embed="rId2"/>
          <a:stretch>
            <a:fillRect/>
          </a:stretch>
        </p:blipFill>
        <p:spPr>
          <a:xfrm>
            <a:off x="1911891" y="4381467"/>
            <a:ext cx="7301593" cy="1865313"/>
          </a:xfrm>
          <a:prstGeom prst="rect">
            <a:avLst/>
          </a:prstGeom>
        </p:spPr>
      </p:pic>
    </p:spTree>
    <p:extLst>
      <p:ext uri="{BB962C8B-B14F-4D97-AF65-F5344CB8AC3E}">
        <p14:creationId xmlns:p14="http://schemas.microsoft.com/office/powerpoint/2010/main" val="117860687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6988" y="11795"/>
            <a:ext cx="8229600" cy="678769"/>
          </a:xfrm>
        </p:spPr>
        <p:txBody>
          <a:bodyPr/>
          <a:lstStyle/>
          <a:p>
            <a:pPr eaLnBrk="1" hangingPunct="1"/>
            <a:r>
              <a:rPr lang="en-US" altLang="zh-CN" dirty="0" smtClean="0"/>
              <a:t>11.3 L2TP</a:t>
            </a:r>
            <a:r>
              <a:rPr lang="zh-CN" altLang="en-US" dirty="0" smtClean="0"/>
              <a:t>协议：</a:t>
            </a:r>
            <a:r>
              <a:rPr lang="en-US" altLang="zh-CN" dirty="0" smtClean="0"/>
              <a:t>PPP</a:t>
            </a:r>
            <a:r>
              <a:rPr lang="zh-CN" altLang="en-US" dirty="0" smtClean="0"/>
              <a:t>隧道</a:t>
            </a:r>
          </a:p>
        </p:txBody>
      </p:sp>
      <p:pic>
        <p:nvPicPr>
          <p:cNvPr id="2" name="图片 1"/>
          <p:cNvPicPr>
            <a:picLocks noChangeAspect="1"/>
          </p:cNvPicPr>
          <p:nvPr/>
        </p:nvPicPr>
        <p:blipFill>
          <a:blip r:embed="rId2"/>
          <a:stretch>
            <a:fillRect/>
          </a:stretch>
        </p:blipFill>
        <p:spPr>
          <a:xfrm>
            <a:off x="2297451" y="4476347"/>
            <a:ext cx="7324725" cy="1836737"/>
          </a:xfrm>
          <a:prstGeom prst="rect">
            <a:avLst/>
          </a:prstGeom>
        </p:spPr>
      </p:pic>
      <p:sp>
        <p:nvSpPr>
          <p:cNvPr id="7" name="Rectangle 3"/>
          <p:cNvSpPr>
            <a:spLocks noChangeArrowheads="1"/>
          </p:cNvSpPr>
          <p:nvPr/>
        </p:nvSpPr>
        <p:spPr bwMode="auto">
          <a:xfrm>
            <a:off x="3729376" y="936221"/>
            <a:ext cx="1727200" cy="360363"/>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8" name="Rectangle 4"/>
          <p:cNvSpPr>
            <a:spLocks noChangeArrowheads="1"/>
          </p:cNvSpPr>
          <p:nvPr/>
        </p:nvSpPr>
        <p:spPr bwMode="auto">
          <a:xfrm>
            <a:off x="3727788" y="1294996"/>
            <a:ext cx="1727200" cy="360363"/>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9" name="Rectangle 5"/>
          <p:cNvSpPr>
            <a:spLocks noChangeArrowheads="1"/>
          </p:cNvSpPr>
          <p:nvPr/>
        </p:nvSpPr>
        <p:spPr bwMode="auto">
          <a:xfrm>
            <a:off x="4591388" y="1656946"/>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L2TP</a:t>
            </a:r>
          </a:p>
        </p:txBody>
      </p:sp>
      <p:sp>
        <p:nvSpPr>
          <p:cNvPr id="10" name="Rectangle 6"/>
          <p:cNvSpPr>
            <a:spLocks noChangeArrowheads="1"/>
          </p:cNvSpPr>
          <p:nvPr/>
        </p:nvSpPr>
        <p:spPr bwMode="auto">
          <a:xfrm>
            <a:off x="4594563" y="2015721"/>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UDP</a:t>
            </a:r>
          </a:p>
        </p:txBody>
      </p:sp>
      <p:sp>
        <p:nvSpPr>
          <p:cNvPr id="11" name="Rectangle 7"/>
          <p:cNvSpPr>
            <a:spLocks noChangeArrowheads="1"/>
          </p:cNvSpPr>
          <p:nvPr/>
        </p:nvSpPr>
        <p:spPr bwMode="auto">
          <a:xfrm>
            <a:off x="4594563" y="2376083"/>
            <a:ext cx="865188" cy="360362"/>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公有</a:t>
            </a:r>
            <a:r>
              <a:rPr kumimoji="1" lang="en-US" altLang="zh-CN" sz="1800" dirty="0">
                <a:latin typeface="华文细黑" panose="02010600040101010101" pitchFamily="2" charset="-122"/>
                <a:ea typeface="华文细黑" panose="02010600040101010101" pitchFamily="2" charset="-122"/>
              </a:rPr>
              <a:t>IP</a:t>
            </a:r>
          </a:p>
        </p:txBody>
      </p:sp>
      <p:sp>
        <p:nvSpPr>
          <p:cNvPr id="12" name="Rectangle 8"/>
          <p:cNvSpPr>
            <a:spLocks noChangeArrowheads="1"/>
          </p:cNvSpPr>
          <p:nvPr/>
        </p:nvSpPr>
        <p:spPr bwMode="auto">
          <a:xfrm>
            <a:off x="4594563" y="2736446"/>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链路层</a:t>
            </a:r>
          </a:p>
        </p:txBody>
      </p:sp>
      <p:sp>
        <p:nvSpPr>
          <p:cNvPr id="13" name="Rectangle 9"/>
          <p:cNvSpPr>
            <a:spLocks noChangeArrowheads="1"/>
          </p:cNvSpPr>
          <p:nvPr/>
        </p:nvSpPr>
        <p:spPr bwMode="auto">
          <a:xfrm>
            <a:off x="4594563" y="3096808"/>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物理层</a:t>
            </a:r>
          </a:p>
        </p:txBody>
      </p:sp>
      <p:sp>
        <p:nvSpPr>
          <p:cNvPr id="14" name="Rectangle 10"/>
          <p:cNvSpPr>
            <a:spLocks noChangeArrowheads="1"/>
          </p:cNvSpPr>
          <p:nvPr/>
        </p:nvSpPr>
        <p:spPr bwMode="auto">
          <a:xfrm>
            <a:off x="3727788" y="1655359"/>
            <a:ext cx="865188" cy="1800225"/>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5" name="Rectangle 11"/>
          <p:cNvSpPr>
            <a:spLocks noChangeArrowheads="1"/>
          </p:cNvSpPr>
          <p:nvPr/>
        </p:nvSpPr>
        <p:spPr bwMode="auto">
          <a:xfrm>
            <a:off x="6393201" y="936221"/>
            <a:ext cx="1727200" cy="360363"/>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6" name="Rectangle 12"/>
          <p:cNvSpPr>
            <a:spLocks noChangeArrowheads="1"/>
          </p:cNvSpPr>
          <p:nvPr/>
        </p:nvSpPr>
        <p:spPr bwMode="auto">
          <a:xfrm>
            <a:off x="6391613" y="1296583"/>
            <a:ext cx="863600" cy="360362"/>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17" name="Rectangle 18"/>
          <p:cNvSpPr>
            <a:spLocks noChangeArrowheads="1"/>
          </p:cNvSpPr>
          <p:nvPr/>
        </p:nvSpPr>
        <p:spPr bwMode="auto">
          <a:xfrm>
            <a:off x="7255213" y="1294996"/>
            <a:ext cx="865188" cy="1800225"/>
          </a:xfrm>
          <a:prstGeom prst="rect">
            <a:avLst/>
          </a:prstGeom>
          <a:solidFill>
            <a:srgbClr val="99CCFF"/>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18" name="Rectangle 19"/>
          <p:cNvSpPr>
            <a:spLocks noChangeArrowheads="1"/>
          </p:cNvSpPr>
          <p:nvPr/>
        </p:nvSpPr>
        <p:spPr bwMode="auto">
          <a:xfrm>
            <a:off x="2430802" y="2376083"/>
            <a:ext cx="865187" cy="360362"/>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9" name="Rectangle 20"/>
          <p:cNvSpPr>
            <a:spLocks noChangeArrowheads="1"/>
          </p:cNvSpPr>
          <p:nvPr/>
        </p:nvSpPr>
        <p:spPr bwMode="auto">
          <a:xfrm>
            <a:off x="2430802" y="2734858"/>
            <a:ext cx="865187" cy="360362"/>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20" name="Rectangle 21"/>
          <p:cNvSpPr>
            <a:spLocks noChangeArrowheads="1"/>
          </p:cNvSpPr>
          <p:nvPr/>
        </p:nvSpPr>
        <p:spPr bwMode="auto">
          <a:xfrm>
            <a:off x="2430802" y="3095221"/>
            <a:ext cx="865187" cy="360363"/>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21" name="Rectangle 22"/>
          <p:cNvSpPr>
            <a:spLocks noChangeArrowheads="1"/>
          </p:cNvSpPr>
          <p:nvPr/>
        </p:nvSpPr>
        <p:spPr bwMode="auto">
          <a:xfrm>
            <a:off x="6386852" y="1656946"/>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L2TP</a:t>
            </a:r>
          </a:p>
        </p:txBody>
      </p:sp>
      <p:sp>
        <p:nvSpPr>
          <p:cNvPr id="22" name="Rectangle 23"/>
          <p:cNvSpPr>
            <a:spLocks noChangeArrowheads="1"/>
          </p:cNvSpPr>
          <p:nvPr/>
        </p:nvSpPr>
        <p:spPr bwMode="auto">
          <a:xfrm>
            <a:off x="6390027" y="2015721"/>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UDP</a:t>
            </a:r>
          </a:p>
        </p:txBody>
      </p:sp>
      <p:sp>
        <p:nvSpPr>
          <p:cNvPr id="23" name="Rectangle 24"/>
          <p:cNvSpPr>
            <a:spLocks noChangeArrowheads="1"/>
          </p:cNvSpPr>
          <p:nvPr/>
        </p:nvSpPr>
        <p:spPr bwMode="auto">
          <a:xfrm>
            <a:off x="6390027" y="2376083"/>
            <a:ext cx="865187" cy="360362"/>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公有</a:t>
            </a:r>
            <a:r>
              <a:rPr kumimoji="1" lang="en-US" altLang="zh-CN" sz="1800">
                <a:latin typeface="华文细黑" panose="02010600040101010101" pitchFamily="2" charset="-122"/>
                <a:ea typeface="华文细黑" panose="02010600040101010101" pitchFamily="2" charset="-122"/>
              </a:rPr>
              <a:t>IP</a:t>
            </a:r>
          </a:p>
        </p:txBody>
      </p:sp>
      <p:sp>
        <p:nvSpPr>
          <p:cNvPr id="24" name="Rectangle 25"/>
          <p:cNvSpPr>
            <a:spLocks noChangeArrowheads="1"/>
          </p:cNvSpPr>
          <p:nvPr/>
        </p:nvSpPr>
        <p:spPr bwMode="auto">
          <a:xfrm>
            <a:off x="6390027" y="2736446"/>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25" name="Rectangle 26"/>
          <p:cNvSpPr>
            <a:spLocks noChangeArrowheads="1"/>
          </p:cNvSpPr>
          <p:nvPr/>
        </p:nvSpPr>
        <p:spPr bwMode="auto">
          <a:xfrm>
            <a:off x="6390027" y="3096808"/>
            <a:ext cx="865187"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26" name="Rectangle 27"/>
          <p:cNvSpPr>
            <a:spLocks noChangeArrowheads="1"/>
          </p:cNvSpPr>
          <p:nvPr/>
        </p:nvSpPr>
        <p:spPr bwMode="auto">
          <a:xfrm>
            <a:off x="7255213" y="3096808"/>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27" name="Rectangle 28"/>
          <p:cNvSpPr>
            <a:spLocks noChangeArrowheads="1"/>
          </p:cNvSpPr>
          <p:nvPr/>
        </p:nvSpPr>
        <p:spPr bwMode="auto">
          <a:xfrm>
            <a:off x="8552202" y="2376083"/>
            <a:ext cx="865187" cy="360362"/>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28" name="Rectangle 29"/>
          <p:cNvSpPr>
            <a:spLocks noChangeArrowheads="1"/>
          </p:cNvSpPr>
          <p:nvPr/>
        </p:nvSpPr>
        <p:spPr bwMode="auto">
          <a:xfrm>
            <a:off x="8552202" y="2734858"/>
            <a:ext cx="865187" cy="360362"/>
          </a:xfrm>
          <a:prstGeom prst="rect">
            <a:avLst/>
          </a:prstGeom>
          <a:solidFill>
            <a:srgbClr val="99CCFF"/>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29" name="Rectangle 30"/>
          <p:cNvSpPr>
            <a:spLocks noChangeArrowheads="1"/>
          </p:cNvSpPr>
          <p:nvPr/>
        </p:nvSpPr>
        <p:spPr bwMode="auto">
          <a:xfrm>
            <a:off x="8553788" y="3096808"/>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30" name="Text Box 31"/>
          <p:cNvSpPr txBox="1">
            <a:spLocks noChangeArrowheads="1"/>
          </p:cNvSpPr>
          <p:nvPr/>
        </p:nvSpPr>
        <p:spPr bwMode="auto">
          <a:xfrm>
            <a:off x="2359363" y="3634971"/>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Client</a:t>
            </a:r>
          </a:p>
        </p:txBody>
      </p:sp>
      <p:sp>
        <p:nvSpPr>
          <p:cNvPr id="31" name="Text Box 32"/>
          <p:cNvSpPr txBox="1">
            <a:spLocks noChangeArrowheads="1"/>
          </p:cNvSpPr>
          <p:nvPr/>
        </p:nvSpPr>
        <p:spPr bwMode="auto">
          <a:xfrm>
            <a:off x="4229438" y="3620683"/>
            <a:ext cx="571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LAC</a:t>
            </a:r>
          </a:p>
        </p:txBody>
      </p:sp>
      <p:sp>
        <p:nvSpPr>
          <p:cNvPr id="32" name="Text Box 33"/>
          <p:cNvSpPr txBox="1">
            <a:spLocks noChangeArrowheads="1"/>
          </p:cNvSpPr>
          <p:nvPr/>
        </p:nvSpPr>
        <p:spPr bwMode="auto">
          <a:xfrm>
            <a:off x="6894852" y="3606396"/>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LNS</a:t>
            </a:r>
          </a:p>
        </p:txBody>
      </p:sp>
      <p:sp>
        <p:nvSpPr>
          <p:cNvPr id="33" name="Text Box 34"/>
          <p:cNvSpPr txBox="1">
            <a:spLocks noChangeArrowheads="1"/>
          </p:cNvSpPr>
          <p:nvPr/>
        </p:nvSpPr>
        <p:spPr bwMode="auto">
          <a:xfrm>
            <a:off x="8537913" y="3622271"/>
            <a:ext cx="85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Server</a:t>
            </a:r>
          </a:p>
        </p:txBody>
      </p:sp>
      <p:sp>
        <p:nvSpPr>
          <p:cNvPr id="34" name="Line 39"/>
          <p:cNvSpPr>
            <a:spLocks noChangeShapeType="1"/>
          </p:cNvSpPr>
          <p:nvPr/>
        </p:nvSpPr>
        <p:spPr bwMode="auto">
          <a:xfrm>
            <a:off x="3367427" y="3312708"/>
            <a:ext cx="287337"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35" name="Line 40"/>
          <p:cNvSpPr>
            <a:spLocks noChangeShapeType="1"/>
          </p:cNvSpPr>
          <p:nvPr/>
        </p:nvSpPr>
        <p:spPr bwMode="auto">
          <a:xfrm>
            <a:off x="5670888" y="3311120"/>
            <a:ext cx="50323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36" name="Line 41"/>
          <p:cNvSpPr>
            <a:spLocks noChangeShapeType="1"/>
          </p:cNvSpPr>
          <p:nvPr/>
        </p:nvSpPr>
        <p:spPr bwMode="auto">
          <a:xfrm>
            <a:off x="8191838" y="3312708"/>
            <a:ext cx="28733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37" name="Text Box 42"/>
          <p:cNvSpPr txBox="1">
            <a:spLocks noChangeArrowheads="1"/>
          </p:cNvSpPr>
          <p:nvPr/>
        </p:nvSpPr>
        <p:spPr bwMode="auto">
          <a:xfrm>
            <a:off x="5023189" y="3960409"/>
            <a:ext cx="16287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华文细黑" panose="02010600040101010101" pitchFamily="2" charset="-122"/>
                <a:ea typeface="华文细黑" panose="02010600040101010101" pitchFamily="2" charset="-122"/>
              </a:rPr>
              <a:t>L2TP</a:t>
            </a:r>
            <a:r>
              <a:rPr kumimoji="1" lang="zh-CN" altLang="en-US" sz="1600">
                <a:latin typeface="华文细黑" panose="02010600040101010101" pitchFamily="2" charset="-122"/>
                <a:ea typeface="华文细黑" panose="02010600040101010101" pitchFamily="2" charset="-122"/>
              </a:rPr>
              <a:t>协议栈结构</a:t>
            </a:r>
          </a:p>
        </p:txBody>
      </p:sp>
    </p:spTree>
    <p:extLst>
      <p:ext uri="{BB962C8B-B14F-4D97-AF65-F5344CB8AC3E}">
        <p14:creationId xmlns:p14="http://schemas.microsoft.com/office/powerpoint/2010/main" val="144511264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9160" y="113509"/>
            <a:ext cx="8985031" cy="550862"/>
          </a:xfrm>
        </p:spPr>
        <p:txBody>
          <a:bodyPr/>
          <a:lstStyle/>
          <a:p>
            <a:r>
              <a:rPr lang="en-US" altLang="zh-CN"/>
              <a:t>L2TP </a:t>
            </a:r>
            <a:r>
              <a:rPr lang="zh-CN" altLang="en-US"/>
              <a:t>协议栈结构及数据包的封装过程</a:t>
            </a:r>
          </a:p>
        </p:txBody>
      </p:sp>
      <p:sp>
        <p:nvSpPr>
          <p:cNvPr id="185347" name="Rectangle 3"/>
          <p:cNvSpPr>
            <a:spLocks noChangeArrowheads="1"/>
          </p:cNvSpPr>
          <p:nvPr/>
        </p:nvSpPr>
        <p:spPr bwMode="auto">
          <a:xfrm>
            <a:off x="3865563" y="1412876"/>
            <a:ext cx="1727200" cy="360363"/>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85348" name="Rectangle 4"/>
          <p:cNvSpPr>
            <a:spLocks noChangeArrowheads="1"/>
          </p:cNvSpPr>
          <p:nvPr/>
        </p:nvSpPr>
        <p:spPr bwMode="auto">
          <a:xfrm>
            <a:off x="3863975" y="1771651"/>
            <a:ext cx="1727200" cy="360363"/>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185349" name="Rectangle 5"/>
          <p:cNvSpPr>
            <a:spLocks noChangeArrowheads="1"/>
          </p:cNvSpPr>
          <p:nvPr/>
        </p:nvSpPr>
        <p:spPr bwMode="auto">
          <a:xfrm>
            <a:off x="4727575" y="2133601"/>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L2TP</a:t>
            </a:r>
          </a:p>
        </p:txBody>
      </p:sp>
      <p:sp>
        <p:nvSpPr>
          <p:cNvPr id="185350" name="Rectangle 6"/>
          <p:cNvSpPr>
            <a:spLocks noChangeArrowheads="1"/>
          </p:cNvSpPr>
          <p:nvPr/>
        </p:nvSpPr>
        <p:spPr bwMode="auto">
          <a:xfrm>
            <a:off x="4730750" y="2492376"/>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ea typeface="华文细黑" panose="02010600040101010101" pitchFamily="2" charset="-122"/>
              </a:rPr>
              <a:t>UDP</a:t>
            </a:r>
          </a:p>
        </p:txBody>
      </p:sp>
      <p:sp>
        <p:nvSpPr>
          <p:cNvPr id="185351" name="Rectangle 7"/>
          <p:cNvSpPr>
            <a:spLocks noChangeArrowheads="1"/>
          </p:cNvSpPr>
          <p:nvPr/>
        </p:nvSpPr>
        <p:spPr bwMode="auto">
          <a:xfrm>
            <a:off x="4730750" y="2852738"/>
            <a:ext cx="865188" cy="360362"/>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公有</a:t>
            </a:r>
            <a:r>
              <a:rPr kumimoji="1" lang="en-US" altLang="zh-CN" sz="1800" dirty="0">
                <a:latin typeface="华文细黑" panose="02010600040101010101" pitchFamily="2" charset="-122"/>
                <a:ea typeface="华文细黑" panose="02010600040101010101" pitchFamily="2" charset="-122"/>
              </a:rPr>
              <a:t>IP</a:t>
            </a:r>
          </a:p>
        </p:txBody>
      </p:sp>
      <p:sp>
        <p:nvSpPr>
          <p:cNvPr id="185352" name="Rectangle 8"/>
          <p:cNvSpPr>
            <a:spLocks noChangeArrowheads="1"/>
          </p:cNvSpPr>
          <p:nvPr/>
        </p:nvSpPr>
        <p:spPr bwMode="auto">
          <a:xfrm>
            <a:off x="4730750" y="3213101"/>
            <a:ext cx="865188"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链路层</a:t>
            </a:r>
          </a:p>
        </p:txBody>
      </p:sp>
      <p:sp>
        <p:nvSpPr>
          <p:cNvPr id="185353" name="Rectangle 9"/>
          <p:cNvSpPr>
            <a:spLocks noChangeArrowheads="1"/>
          </p:cNvSpPr>
          <p:nvPr/>
        </p:nvSpPr>
        <p:spPr bwMode="auto">
          <a:xfrm>
            <a:off x="4730750" y="3573463"/>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dirty="0">
                <a:latin typeface="华文细黑" panose="02010600040101010101" pitchFamily="2" charset="-122"/>
                <a:ea typeface="华文细黑" panose="02010600040101010101" pitchFamily="2" charset="-122"/>
              </a:rPr>
              <a:t>物理层</a:t>
            </a:r>
          </a:p>
        </p:txBody>
      </p:sp>
      <p:sp>
        <p:nvSpPr>
          <p:cNvPr id="185354" name="Rectangle 10"/>
          <p:cNvSpPr>
            <a:spLocks noChangeArrowheads="1"/>
          </p:cNvSpPr>
          <p:nvPr/>
        </p:nvSpPr>
        <p:spPr bwMode="auto">
          <a:xfrm>
            <a:off x="3863975" y="2132014"/>
            <a:ext cx="865188" cy="1800225"/>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85355" name="Rectangle 11"/>
          <p:cNvSpPr>
            <a:spLocks noChangeArrowheads="1"/>
          </p:cNvSpPr>
          <p:nvPr/>
        </p:nvSpPr>
        <p:spPr bwMode="auto">
          <a:xfrm>
            <a:off x="6529388" y="1412876"/>
            <a:ext cx="1727200" cy="360363"/>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85356" name="Rectangle 12"/>
          <p:cNvSpPr>
            <a:spLocks noChangeArrowheads="1"/>
          </p:cNvSpPr>
          <p:nvPr/>
        </p:nvSpPr>
        <p:spPr bwMode="auto">
          <a:xfrm>
            <a:off x="6527800" y="1773238"/>
            <a:ext cx="863600" cy="360362"/>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185357" name="Rectangle 13"/>
          <p:cNvSpPr>
            <a:spLocks noChangeArrowheads="1"/>
          </p:cNvSpPr>
          <p:nvPr/>
        </p:nvSpPr>
        <p:spPr bwMode="auto">
          <a:xfrm>
            <a:off x="7104063" y="5359400"/>
            <a:ext cx="1511300" cy="431800"/>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latin typeface="华文细黑" panose="02010600040101010101" pitchFamily="2" charset="-122"/>
                <a:ea typeface="华文细黑" panose="02010600040101010101" pitchFamily="2" charset="-122"/>
              </a:rPr>
              <a:t>IP</a:t>
            </a:r>
            <a:r>
              <a:rPr kumimoji="1" lang="zh-CN" altLang="en-US" sz="1800">
                <a:latin typeface="华文细黑" panose="02010600040101010101" pitchFamily="2" charset="-122"/>
                <a:ea typeface="华文细黑" panose="02010600040101010101" pitchFamily="2" charset="-122"/>
              </a:rPr>
              <a:t>包</a:t>
            </a:r>
            <a:r>
              <a:rPr kumimoji="1" lang="en-US" altLang="zh-CN" sz="1800">
                <a:latin typeface="华文细黑" panose="02010600040101010101" pitchFamily="2" charset="-122"/>
                <a:ea typeface="华文细黑" panose="02010600040101010101" pitchFamily="2" charset="-122"/>
              </a:rPr>
              <a:t>(</a:t>
            </a:r>
            <a:r>
              <a:rPr kumimoji="1" lang="zh-CN" altLang="en-US" sz="1800">
                <a:latin typeface="华文细黑" panose="02010600040101010101" pitchFamily="2" charset="-122"/>
                <a:ea typeface="华文细黑" panose="02010600040101010101" pitchFamily="2" charset="-122"/>
              </a:rPr>
              <a:t>公有</a:t>
            </a:r>
            <a:r>
              <a:rPr kumimoji="1" lang="en-US" altLang="zh-CN" sz="1800">
                <a:latin typeface="华文细黑" panose="02010600040101010101" pitchFamily="2" charset="-122"/>
                <a:ea typeface="华文细黑" panose="02010600040101010101" pitchFamily="2" charset="-122"/>
              </a:rPr>
              <a:t>IP)</a:t>
            </a:r>
          </a:p>
        </p:txBody>
      </p:sp>
      <p:sp>
        <p:nvSpPr>
          <p:cNvPr id="185358" name="Rectangle 14"/>
          <p:cNvSpPr>
            <a:spLocks noChangeArrowheads="1"/>
          </p:cNvSpPr>
          <p:nvPr/>
        </p:nvSpPr>
        <p:spPr bwMode="auto">
          <a:xfrm>
            <a:off x="6383339" y="5359400"/>
            <a:ext cx="720725" cy="431800"/>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UDP</a:t>
            </a:r>
          </a:p>
        </p:txBody>
      </p:sp>
      <p:sp>
        <p:nvSpPr>
          <p:cNvPr id="185359" name="Rectangle 15"/>
          <p:cNvSpPr>
            <a:spLocks noChangeArrowheads="1"/>
          </p:cNvSpPr>
          <p:nvPr/>
        </p:nvSpPr>
        <p:spPr bwMode="auto">
          <a:xfrm>
            <a:off x="5664201" y="5359400"/>
            <a:ext cx="720725" cy="431800"/>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L2TP</a:t>
            </a:r>
          </a:p>
        </p:txBody>
      </p:sp>
      <p:sp>
        <p:nvSpPr>
          <p:cNvPr id="185360" name="Rectangle 16"/>
          <p:cNvSpPr>
            <a:spLocks noChangeArrowheads="1"/>
          </p:cNvSpPr>
          <p:nvPr/>
        </p:nvSpPr>
        <p:spPr bwMode="auto">
          <a:xfrm>
            <a:off x="5016500" y="5359400"/>
            <a:ext cx="647700" cy="431800"/>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185361" name="Rectangle 17"/>
          <p:cNvSpPr>
            <a:spLocks noChangeArrowheads="1"/>
          </p:cNvSpPr>
          <p:nvPr/>
        </p:nvSpPr>
        <p:spPr bwMode="auto">
          <a:xfrm>
            <a:off x="3503614" y="5359400"/>
            <a:ext cx="1512887" cy="431800"/>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latin typeface="华文细黑" panose="02010600040101010101" pitchFamily="2" charset="-122"/>
                <a:ea typeface="华文细黑" panose="02010600040101010101" pitchFamily="2" charset="-122"/>
              </a:rPr>
              <a:t>IP</a:t>
            </a:r>
            <a:r>
              <a:rPr kumimoji="1" lang="zh-CN" altLang="en-US" sz="1800">
                <a:latin typeface="华文细黑" panose="02010600040101010101" pitchFamily="2" charset="-122"/>
                <a:ea typeface="华文细黑" panose="02010600040101010101" pitchFamily="2" charset="-122"/>
              </a:rPr>
              <a:t>包</a:t>
            </a:r>
            <a:r>
              <a:rPr kumimoji="1" lang="en-US" altLang="zh-CN" sz="1800">
                <a:latin typeface="华文细黑" panose="02010600040101010101" pitchFamily="2" charset="-122"/>
                <a:ea typeface="华文细黑" panose="02010600040101010101" pitchFamily="2" charset="-122"/>
              </a:rPr>
              <a:t>(</a:t>
            </a:r>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85362" name="Rectangle 18"/>
          <p:cNvSpPr>
            <a:spLocks noChangeArrowheads="1"/>
          </p:cNvSpPr>
          <p:nvPr/>
        </p:nvSpPr>
        <p:spPr bwMode="auto">
          <a:xfrm>
            <a:off x="7391400" y="1771651"/>
            <a:ext cx="865188" cy="1800225"/>
          </a:xfrm>
          <a:prstGeom prst="rect">
            <a:avLst/>
          </a:prstGeom>
          <a:solidFill>
            <a:srgbClr val="99CCFF"/>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185363" name="Rectangle 19"/>
          <p:cNvSpPr>
            <a:spLocks noChangeArrowheads="1"/>
          </p:cNvSpPr>
          <p:nvPr/>
        </p:nvSpPr>
        <p:spPr bwMode="auto">
          <a:xfrm>
            <a:off x="2566989" y="2852738"/>
            <a:ext cx="865187" cy="360362"/>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85364" name="Rectangle 20"/>
          <p:cNvSpPr>
            <a:spLocks noChangeArrowheads="1"/>
          </p:cNvSpPr>
          <p:nvPr/>
        </p:nvSpPr>
        <p:spPr bwMode="auto">
          <a:xfrm>
            <a:off x="2566989" y="3211513"/>
            <a:ext cx="865187" cy="360362"/>
          </a:xfrm>
          <a:prstGeom prst="rect">
            <a:avLst/>
          </a:prstGeom>
          <a:solidFill>
            <a:srgbClr val="CCFF99"/>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PPP</a:t>
            </a:r>
          </a:p>
        </p:txBody>
      </p:sp>
      <p:sp>
        <p:nvSpPr>
          <p:cNvPr id="185365" name="Rectangle 21"/>
          <p:cNvSpPr>
            <a:spLocks noChangeArrowheads="1"/>
          </p:cNvSpPr>
          <p:nvPr/>
        </p:nvSpPr>
        <p:spPr bwMode="auto">
          <a:xfrm>
            <a:off x="2566989" y="3571876"/>
            <a:ext cx="865187" cy="360363"/>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85366" name="Rectangle 22"/>
          <p:cNvSpPr>
            <a:spLocks noChangeArrowheads="1"/>
          </p:cNvSpPr>
          <p:nvPr/>
        </p:nvSpPr>
        <p:spPr bwMode="auto">
          <a:xfrm>
            <a:off x="6523039" y="2133601"/>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L2TP</a:t>
            </a:r>
          </a:p>
        </p:txBody>
      </p:sp>
      <p:sp>
        <p:nvSpPr>
          <p:cNvPr id="185367" name="Rectangle 23"/>
          <p:cNvSpPr>
            <a:spLocks noChangeArrowheads="1"/>
          </p:cNvSpPr>
          <p:nvPr/>
        </p:nvSpPr>
        <p:spPr bwMode="auto">
          <a:xfrm>
            <a:off x="6526214" y="2492376"/>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a:ea typeface="华文细黑" panose="02010600040101010101" pitchFamily="2" charset="-122"/>
              </a:rPr>
              <a:t>UDP</a:t>
            </a:r>
          </a:p>
        </p:txBody>
      </p:sp>
      <p:sp>
        <p:nvSpPr>
          <p:cNvPr id="185368" name="Rectangle 24"/>
          <p:cNvSpPr>
            <a:spLocks noChangeArrowheads="1"/>
          </p:cNvSpPr>
          <p:nvPr/>
        </p:nvSpPr>
        <p:spPr bwMode="auto">
          <a:xfrm>
            <a:off x="6526214" y="2852738"/>
            <a:ext cx="865187" cy="360362"/>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公有</a:t>
            </a:r>
            <a:r>
              <a:rPr kumimoji="1" lang="en-US" altLang="zh-CN" sz="1800">
                <a:latin typeface="华文细黑" panose="02010600040101010101" pitchFamily="2" charset="-122"/>
                <a:ea typeface="华文细黑" panose="02010600040101010101" pitchFamily="2" charset="-122"/>
              </a:rPr>
              <a:t>IP</a:t>
            </a:r>
          </a:p>
        </p:txBody>
      </p:sp>
      <p:sp>
        <p:nvSpPr>
          <p:cNvPr id="185369" name="Rectangle 25"/>
          <p:cNvSpPr>
            <a:spLocks noChangeArrowheads="1"/>
          </p:cNvSpPr>
          <p:nvPr/>
        </p:nvSpPr>
        <p:spPr bwMode="auto">
          <a:xfrm>
            <a:off x="6526214" y="3213101"/>
            <a:ext cx="865187" cy="360363"/>
          </a:xfrm>
          <a:prstGeom prst="rect">
            <a:avLst/>
          </a:prstGeom>
          <a:solidFill>
            <a:srgbClr val="99CCCC"/>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185370" name="Rectangle 26"/>
          <p:cNvSpPr>
            <a:spLocks noChangeArrowheads="1"/>
          </p:cNvSpPr>
          <p:nvPr/>
        </p:nvSpPr>
        <p:spPr bwMode="auto">
          <a:xfrm>
            <a:off x="6526214" y="3573463"/>
            <a:ext cx="865187"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85371" name="Rectangle 27"/>
          <p:cNvSpPr>
            <a:spLocks noChangeArrowheads="1"/>
          </p:cNvSpPr>
          <p:nvPr/>
        </p:nvSpPr>
        <p:spPr bwMode="auto">
          <a:xfrm>
            <a:off x="7391400" y="3573463"/>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85372" name="Rectangle 28"/>
          <p:cNvSpPr>
            <a:spLocks noChangeArrowheads="1"/>
          </p:cNvSpPr>
          <p:nvPr/>
        </p:nvSpPr>
        <p:spPr bwMode="auto">
          <a:xfrm>
            <a:off x="8688389" y="2852738"/>
            <a:ext cx="865187" cy="360362"/>
          </a:xfrm>
          <a:prstGeom prst="rect">
            <a:avLst/>
          </a:prstGeom>
          <a:solidFill>
            <a:srgbClr val="FFCC99"/>
          </a:solidFill>
          <a:ln w="34925">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私有</a:t>
            </a:r>
            <a:r>
              <a:rPr kumimoji="1" lang="en-US" altLang="zh-CN" sz="1800">
                <a:latin typeface="华文细黑" panose="02010600040101010101" pitchFamily="2" charset="-122"/>
                <a:ea typeface="华文细黑" panose="02010600040101010101" pitchFamily="2" charset="-122"/>
              </a:rPr>
              <a:t>IP</a:t>
            </a:r>
          </a:p>
        </p:txBody>
      </p:sp>
      <p:sp>
        <p:nvSpPr>
          <p:cNvPr id="185373" name="Rectangle 29"/>
          <p:cNvSpPr>
            <a:spLocks noChangeArrowheads="1"/>
          </p:cNvSpPr>
          <p:nvPr/>
        </p:nvSpPr>
        <p:spPr bwMode="auto">
          <a:xfrm>
            <a:off x="8688389" y="3211513"/>
            <a:ext cx="865187" cy="360362"/>
          </a:xfrm>
          <a:prstGeom prst="rect">
            <a:avLst/>
          </a:prstGeom>
          <a:solidFill>
            <a:srgbClr val="99CCFF"/>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链路层</a:t>
            </a:r>
          </a:p>
        </p:txBody>
      </p:sp>
      <p:sp>
        <p:nvSpPr>
          <p:cNvPr id="185374" name="Rectangle 30"/>
          <p:cNvSpPr>
            <a:spLocks noChangeArrowheads="1"/>
          </p:cNvSpPr>
          <p:nvPr/>
        </p:nvSpPr>
        <p:spPr bwMode="auto">
          <a:xfrm>
            <a:off x="8689975" y="3573463"/>
            <a:ext cx="865188" cy="360362"/>
          </a:xfrm>
          <a:prstGeom prst="rect">
            <a:avLst/>
          </a:prstGeom>
          <a:solidFill>
            <a:schemeClr val="bg1"/>
          </a:solidFill>
          <a:ln w="31750">
            <a:solidFill>
              <a:schemeClr val="tx1"/>
            </a:solidFill>
            <a:miter lim="800000"/>
            <a:headEnd/>
            <a:tailEnd/>
          </a:ln>
        </p:spPr>
        <p:txBody>
          <a:bodyPr wrap="none" lIns="91379" tIns="45688" rIns="91379" bIns="45688" anchor="ct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a:latin typeface="华文细黑" panose="02010600040101010101" pitchFamily="2" charset="-122"/>
                <a:ea typeface="华文细黑" panose="02010600040101010101" pitchFamily="2" charset="-122"/>
              </a:rPr>
              <a:t>物理层</a:t>
            </a:r>
          </a:p>
        </p:txBody>
      </p:sp>
      <p:sp>
        <p:nvSpPr>
          <p:cNvPr id="185375" name="Text Box 31"/>
          <p:cNvSpPr txBox="1">
            <a:spLocks noChangeArrowheads="1"/>
          </p:cNvSpPr>
          <p:nvPr/>
        </p:nvSpPr>
        <p:spPr bwMode="auto">
          <a:xfrm>
            <a:off x="2495550" y="4111626"/>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Client</a:t>
            </a:r>
          </a:p>
        </p:txBody>
      </p:sp>
      <p:sp>
        <p:nvSpPr>
          <p:cNvPr id="185376" name="Text Box 32"/>
          <p:cNvSpPr txBox="1">
            <a:spLocks noChangeArrowheads="1"/>
          </p:cNvSpPr>
          <p:nvPr/>
        </p:nvSpPr>
        <p:spPr bwMode="auto">
          <a:xfrm>
            <a:off x="4365625" y="4097338"/>
            <a:ext cx="571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LAC</a:t>
            </a:r>
          </a:p>
        </p:txBody>
      </p:sp>
      <p:sp>
        <p:nvSpPr>
          <p:cNvPr id="185377" name="Text Box 33"/>
          <p:cNvSpPr txBox="1">
            <a:spLocks noChangeArrowheads="1"/>
          </p:cNvSpPr>
          <p:nvPr/>
        </p:nvSpPr>
        <p:spPr bwMode="auto">
          <a:xfrm>
            <a:off x="7031039" y="4083051"/>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LNS</a:t>
            </a:r>
          </a:p>
        </p:txBody>
      </p:sp>
      <p:sp>
        <p:nvSpPr>
          <p:cNvPr id="185378" name="Text Box 34"/>
          <p:cNvSpPr txBox="1">
            <a:spLocks noChangeArrowheads="1"/>
          </p:cNvSpPr>
          <p:nvPr/>
        </p:nvSpPr>
        <p:spPr bwMode="auto">
          <a:xfrm>
            <a:off x="8674100" y="4098926"/>
            <a:ext cx="85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ea typeface="华文细黑" panose="02010600040101010101" pitchFamily="2" charset="-122"/>
              </a:rPr>
              <a:t>Server</a:t>
            </a:r>
          </a:p>
        </p:txBody>
      </p:sp>
      <p:sp>
        <p:nvSpPr>
          <p:cNvPr id="185379" name="Text Box 35"/>
          <p:cNvSpPr txBox="1">
            <a:spLocks noChangeArrowheads="1"/>
          </p:cNvSpPr>
          <p:nvPr/>
        </p:nvSpPr>
        <p:spPr bwMode="auto">
          <a:xfrm>
            <a:off x="4006850" y="4878388"/>
            <a:ext cx="1804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latin typeface="华文细黑" panose="02010600040101010101" pitchFamily="2" charset="-122"/>
                <a:ea typeface="华文细黑" panose="02010600040101010101" pitchFamily="2" charset="-122"/>
              </a:rPr>
              <a:t>LAC</a:t>
            </a:r>
            <a:r>
              <a:rPr kumimoji="1" lang="zh-CN" altLang="en-US" sz="1800">
                <a:latin typeface="华文细黑" panose="02010600040101010101" pitchFamily="2" charset="-122"/>
                <a:ea typeface="华文细黑" panose="02010600040101010101" pitchFamily="2" charset="-122"/>
              </a:rPr>
              <a:t>侧封装过程</a:t>
            </a:r>
          </a:p>
        </p:txBody>
      </p:sp>
      <p:sp>
        <p:nvSpPr>
          <p:cNvPr id="185380" name="Line 36"/>
          <p:cNvSpPr>
            <a:spLocks noChangeShapeType="1"/>
          </p:cNvSpPr>
          <p:nvPr/>
        </p:nvSpPr>
        <p:spPr bwMode="auto">
          <a:xfrm>
            <a:off x="6096001" y="5072063"/>
            <a:ext cx="10080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185381" name="Line 37"/>
          <p:cNvSpPr>
            <a:spLocks noChangeShapeType="1"/>
          </p:cNvSpPr>
          <p:nvPr/>
        </p:nvSpPr>
        <p:spPr bwMode="auto">
          <a:xfrm flipH="1">
            <a:off x="4511676" y="6080125"/>
            <a:ext cx="9366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185382" name="Text Box 38"/>
          <p:cNvSpPr txBox="1">
            <a:spLocks noChangeArrowheads="1"/>
          </p:cNvSpPr>
          <p:nvPr/>
        </p:nvSpPr>
        <p:spPr bwMode="auto">
          <a:xfrm>
            <a:off x="5664200" y="5886450"/>
            <a:ext cx="1963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latin typeface="华文细黑" panose="02010600040101010101" pitchFamily="2" charset="-122"/>
                <a:ea typeface="华文细黑" panose="02010600040101010101" pitchFamily="2" charset="-122"/>
              </a:rPr>
              <a:t>LNS</a:t>
            </a:r>
            <a:r>
              <a:rPr kumimoji="1" lang="zh-CN" altLang="en-US" sz="1800">
                <a:latin typeface="华文细黑" panose="02010600040101010101" pitchFamily="2" charset="-122"/>
                <a:ea typeface="华文细黑" panose="02010600040101010101" pitchFamily="2" charset="-122"/>
              </a:rPr>
              <a:t>侧解封装过程</a:t>
            </a:r>
          </a:p>
        </p:txBody>
      </p:sp>
      <p:sp>
        <p:nvSpPr>
          <p:cNvPr id="185383" name="Line 39"/>
          <p:cNvSpPr>
            <a:spLocks noChangeShapeType="1"/>
          </p:cNvSpPr>
          <p:nvPr/>
        </p:nvSpPr>
        <p:spPr bwMode="auto">
          <a:xfrm>
            <a:off x="3503614" y="3789363"/>
            <a:ext cx="287337"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185384" name="Line 40"/>
          <p:cNvSpPr>
            <a:spLocks noChangeShapeType="1"/>
          </p:cNvSpPr>
          <p:nvPr/>
        </p:nvSpPr>
        <p:spPr bwMode="auto">
          <a:xfrm>
            <a:off x="5807075" y="3787775"/>
            <a:ext cx="50323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185385" name="Line 41"/>
          <p:cNvSpPr>
            <a:spLocks noChangeShapeType="1"/>
          </p:cNvSpPr>
          <p:nvPr/>
        </p:nvSpPr>
        <p:spPr bwMode="auto">
          <a:xfrm>
            <a:off x="8328025" y="3789363"/>
            <a:ext cx="28733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8355" tIns="39177" rIns="78355" bIns="39177"/>
          <a:lstStyle/>
          <a:p>
            <a:endParaRPr lang="zh-CN" altLang="en-US"/>
          </a:p>
        </p:txBody>
      </p:sp>
      <p:sp>
        <p:nvSpPr>
          <p:cNvPr id="185386" name="Text Box 42"/>
          <p:cNvSpPr txBox="1">
            <a:spLocks noChangeArrowheads="1"/>
          </p:cNvSpPr>
          <p:nvPr/>
        </p:nvSpPr>
        <p:spPr bwMode="auto">
          <a:xfrm>
            <a:off x="5159376" y="4437064"/>
            <a:ext cx="16287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79" tIns="45688" rIns="91379" bIns="45688">
            <a:spAutoFit/>
          </a:bodyPr>
          <a:lstStyle>
            <a:lvl1pPr defTabSz="912813" eaLnBrk="0" hangingPunct="0">
              <a:defRPr sz="2000">
                <a:solidFill>
                  <a:schemeClr val="tx1"/>
                </a:solidFill>
                <a:latin typeface="Tahoma" panose="020B0604030504040204" pitchFamily="34" charset="0"/>
                <a:ea typeface="宋体" panose="02010600030101010101" pitchFamily="2" charset="-122"/>
              </a:defRPr>
            </a:lvl1pPr>
            <a:lvl2pPr marL="742950" indent="-285750" defTabSz="912813" eaLnBrk="0" hangingPunct="0">
              <a:defRPr sz="2000">
                <a:solidFill>
                  <a:schemeClr val="tx1"/>
                </a:solidFill>
                <a:latin typeface="Tahoma" panose="020B0604030504040204" pitchFamily="34" charset="0"/>
                <a:ea typeface="宋体" panose="02010600030101010101" pitchFamily="2" charset="-122"/>
              </a:defRPr>
            </a:lvl2pPr>
            <a:lvl3pPr marL="1143000" indent="-228600" defTabSz="912813" eaLnBrk="0" hangingPunct="0">
              <a:defRPr sz="2000">
                <a:solidFill>
                  <a:schemeClr val="tx1"/>
                </a:solidFill>
                <a:latin typeface="Tahoma" panose="020B0604030504040204" pitchFamily="34" charset="0"/>
                <a:ea typeface="宋体" panose="02010600030101010101" pitchFamily="2" charset="-122"/>
              </a:defRPr>
            </a:lvl3pPr>
            <a:lvl4pPr marL="1600200" indent="-228600" defTabSz="912813" eaLnBrk="0" hangingPunct="0">
              <a:defRPr sz="2000">
                <a:solidFill>
                  <a:schemeClr val="tx1"/>
                </a:solidFill>
                <a:latin typeface="Tahoma" panose="020B0604030504040204" pitchFamily="34" charset="0"/>
                <a:ea typeface="宋体" panose="02010600030101010101" pitchFamily="2" charset="-122"/>
              </a:defRPr>
            </a:lvl4pPr>
            <a:lvl5pPr marL="2057400" indent="-228600" defTabSz="912813" eaLnBrk="0" hangingPunct="0">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华文细黑" panose="02010600040101010101" pitchFamily="2" charset="-122"/>
                <a:ea typeface="华文细黑" panose="02010600040101010101" pitchFamily="2" charset="-122"/>
              </a:rPr>
              <a:t>L2TP</a:t>
            </a:r>
            <a:r>
              <a:rPr kumimoji="1" lang="zh-CN" altLang="en-US" sz="1600">
                <a:latin typeface="华文细黑" panose="02010600040101010101" pitchFamily="2" charset="-122"/>
                <a:ea typeface="华文细黑" panose="02010600040101010101" pitchFamily="2" charset="-122"/>
              </a:rPr>
              <a:t>协议栈结构</a:t>
            </a:r>
          </a:p>
        </p:txBody>
      </p:sp>
    </p:spTree>
    <p:extLst>
      <p:ext uri="{BB962C8B-B14F-4D97-AF65-F5344CB8AC3E}">
        <p14:creationId xmlns:p14="http://schemas.microsoft.com/office/powerpoint/2010/main" val="1212556306"/>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0" y="0"/>
            <a:ext cx="7793038" cy="671209"/>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77827" name="Rectangle 3"/>
          <p:cNvSpPr>
            <a:spLocks noGrp="1" noChangeArrowheads="1"/>
          </p:cNvSpPr>
          <p:nvPr>
            <p:ph idx="1"/>
          </p:nvPr>
        </p:nvSpPr>
        <p:spPr>
          <a:xfrm>
            <a:off x="322415" y="801992"/>
            <a:ext cx="8001000" cy="4580759"/>
          </a:xfrm>
        </p:spPr>
        <p:txBody>
          <a:bodyPr/>
          <a:lstStyle/>
          <a:p>
            <a:pPr eaLnBrk="1" hangingPunct="1">
              <a:lnSpc>
                <a:spcPct val="130000"/>
              </a:lnSpc>
              <a:buFont typeface="Wingdings" panose="05000000000000000000" pitchFamily="2" charset="2"/>
              <a:buNone/>
            </a:pPr>
            <a:r>
              <a:rPr lang="en-US" altLang="zh-CN" b="1" dirty="0">
                <a:solidFill>
                  <a:schemeClr val="hlink"/>
                </a:solidFill>
              </a:rPr>
              <a:t>1</a:t>
            </a:r>
            <a:r>
              <a:rPr lang="zh-CN" altLang="en-US" b="1" dirty="0">
                <a:solidFill>
                  <a:schemeClr val="hlink"/>
                </a:solidFill>
              </a:rPr>
              <a:t>、为什么需要在</a:t>
            </a:r>
            <a:r>
              <a:rPr lang="en-US" altLang="zh-CN" b="1" dirty="0">
                <a:solidFill>
                  <a:schemeClr val="hlink"/>
                </a:solidFill>
              </a:rPr>
              <a:t>IP</a:t>
            </a:r>
            <a:r>
              <a:rPr lang="zh-CN" altLang="en-US" b="1" dirty="0">
                <a:solidFill>
                  <a:schemeClr val="hlink"/>
                </a:solidFill>
              </a:rPr>
              <a:t>层提供安全性？</a:t>
            </a:r>
          </a:p>
          <a:p>
            <a:pPr eaLnBrk="1" hangingPunct="1">
              <a:lnSpc>
                <a:spcPct val="130000"/>
              </a:lnSpc>
              <a:buFont typeface="Wingdings" panose="05000000000000000000" pitchFamily="2" charset="2"/>
              <a:buNone/>
            </a:pPr>
            <a:r>
              <a:rPr lang="zh-CN" altLang="en-US" dirty="0"/>
              <a:t>      （</a:t>
            </a:r>
            <a:r>
              <a:rPr lang="en-US" altLang="zh-CN" dirty="0"/>
              <a:t>1</a:t>
            </a:r>
            <a:r>
              <a:rPr lang="zh-CN" altLang="en-US" dirty="0"/>
              <a:t>）</a:t>
            </a:r>
            <a:r>
              <a:rPr lang="en-US" altLang="zh-CN" dirty="0"/>
              <a:t>IP</a:t>
            </a:r>
            <a:r>
              <a:rPr lang="zh-CN" altLang="en-US" dirty="0"/>
              <a:t>数据报文没有任何安全机制，可被 </a:t>
            </a:r>
          </a:p>
          <a:p>
            <a:pPr eaLnBrk="1" hangingPunct="1">
              <a:lnSpc>
                <a:spcPct val="130000"/>
              </a:lnSpc>
              <a:buFont typeface="Wingdings" panose="05000000000000000000" pitchFamily="2" charset="2"/>
              <a:buNone/>
            </a:pPr>
            <a:r>
              <a:rPr lang="zh-CN" altLang="en-US" dirty="0"/>
              <a:t>             </a:t>
            </a:r>
            <a:r>
              <a:rPr lang="en-US" altLang="zh-CN" dirty="0"/>
              <a:t>1</a:t>
            </a:r>
            <a:r>
              <a:rPr lang="zh-CN" altLang="en-US" dirty="0"/>
              <a:t>）窃听</a:t>
            </a:r>
          </a:p>
          <a:p>
            <a:pPr eaLnBrk="1" hangingPunct="1">
              <a:lnSpc>
                <a:spcPct val="130000"/>
              </a:lnSpc>
              <a:buFont typeface="Wingdings" panose="05000000000000000000" pitchFamily="2" charset="2"/>
              <a:buNone/>
            </a:pPr>
            <a:r>
              <a:rPr lang="zh-CN" altLang="en-US" dirty="0"/>
              <a:t>             </a:t>
            </a:r>
            <a:r>
              <a:rPr lang="en-US" altLang="zh-CN" dirty="0"/>
              <a:t>2</a:t>
            </a:r>
            <a:r>
              <a:rPr lang="zh-CN" altLang="en-US" dirty="0"/>
              <a:t>）篡改</a:t>
            </a:r>
          </a:p>
          <a:p>
            <a:pPr eaLnBrk="1" hangingPunct="1">
              <a:lnSpc>
                <a:spcPct val="130000"/>
              </a:lnSpc>
              <a:buFont typeface="Wingdings" panose="05000000000000000000" pitchFamily="2" charset="2"/>
              <a:buNone/>
            </a:pPr>
            <a:r>
              <a:rPr lang="zh-CN" altLang="en-US" dirty="0"/>
              <a:t>             </a:t>
            </a:r>
            <a:r>
              <a:rPr lang="en-US" altLang="zh-CN" dirty="0"/>
              <a:t>3</a:t>
            </a:r>
            <a:r>
              <a:rPr lang="zh-CN" altLang="en-US" dirty="0"/>
              <a:t>）假冒</a:t>
            </a:r>
          </a:p>
          <a:p>
            <a:pPr eaLnBrk="1" hangingPunct="1">
              <a:lnSpc>
                <a:spcPct val="130000"/>
              </a:lnSpc>
              <a:buFont typeface="Wingdings" panose="05000000000000000000" pitchFamily="2" charset="2"/>
              <a:buNone/>
            </a:pPr>
            <a:r>
              <a:rPr lang="zh-CN" altLang="en-US" dirty="0"/>
              <a:t>                    。。。</a:t>
            </a:r>
          </a:p>
          <a:p>
            <a:pPr eaLnBrk="1" hangingPunct="1">
              <a:lnSpc>
                <a:spcPct val="130000"/>
              </a:lnSpc>
              <a:buFont typeface="Wingdings" panose="05000000000000000000" pitchFamily="2" charset="2"/>
              <a:buNone/>
            </a:pPr>
            <a:r>
              <a:rPr lang="zh-CN" altLang="en-US" dirty="0"/>
              <a:t>      （</a:t>
            </a:r>
            <a:r>
              <a:rPr lang="en-US" altLang="zh-CN" dirty="0"/>
              <a:t>2</a:t>
            </a:r>
            <a:r>
              <a:rPr lang="zh-CN" altLang="en-US" dirty="0"/>
              <a:t>）在</a:t>
            </a:r>
            <a:r>
              <a:rPr lang="en-US" altLang="zh-CN" dirty="0"/>
              <a:t>IP</a:t>
            </a:r>
            <a:r>
              <a:rPr lang="zh-CN" altLang="en-US" dirty="0"/>
              <a:t>层提供安全性，对应用、用户是透明的</a:t>
            </a:r>
          </a:p>
        </p:txBody>
      </p:sp>
    </p:spTree>
    <p:extLst>
      <p:ext uri="{BB962C8B-B14F-4D97-AF65-F5344CB8AC3E}">
        <p14:creationId xmlns:p14="http://schemas.microsoft.com/office/powerpoint/2010/main" val="21205546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78850" name="Rectangle 3"/>
          <p:cNvSpPr>
            <a:spLocks noGrp="1" noChangeArrowheads="1"/>
          </p:cNvSpPr>
          <p:nvPr>
            <p:ph idx="1"/>
          </p:nvPr>
        </p:nvSpPr>
        <p:spPr>
          <a:xfrm>
            <a:off x="324035" y="849550"/>
            <a:ext cx="8858875" cy="5287579"/>
          </a:xfrm>
        </p:spPr>
        <p:txBody>
          <a:bodyPr/>
          <a:lstStyle/>
          <a:p>
            <a:pPr eaLnBrk="1" hangingPunct="1">
              <a:lnSpc>
                <a:spcPct val="130000"/>
              </a:lnSpc>
              <a:buFont typeface="Wingdings" panose="05000000000000000000" pitchFamily="2" charset="2"/>
              <a:buNone/>
            </a:pPr>
            <a:r>
              <a:rPr lang="en-US" altLang="zh-CN" b="1" dirty="0">
                <a:solidFill>
                  <a:schemeClr val="hlink"/>
                </a:solidFill>
              </a:rPr>
              <a:t>2</a:t>
            </a:r>
            <a:r>
              <a:rPr lang="zh-CN" altLang="en-US" b="1" dirty="0">
                <a:solidFill>
                  <a:schemeClr val="hlink"/>
                </a:solidFill>
              </a:rPr>
              <a:t>、</a:t>
            </a:r>
            <a:r>
              <a:rPr lang="en-US" altLang="zh-CN" b="1" dirty="0">
                <a:solidFill>
                  <a:schemeClr val="hlink"/>
                </a:solidFill>
              </a:rPr>
              <a:t>IP</a:t>
            </a:r>
            <a:r>
              <a:rPr lang="zh-CN" altLang="en-US" b="1" dirty="0">
                <a:solidFill>
                  <a:schemeClr val="hlink"/>
                </a:solidFill>
              </a:rPr>
              <a:t>层需要什么样的安全性</a:t>
            </a:r>
          </a:p>
          <a:p>
            <a:pPr eaLnBrk="1" hangingPunct="1">
              <a:lnSpc>
                <a:spcPct val="130000"/>
              </a:lnSpc>
              <a:buFont typeface="Wingdings" panose="05000000000000000000" pitchFamily="2" charset="2"/>
              <a:buNone/>
            </a:pPr>
            <a:r>
              <a:rPr lang="zh-CN" altLang="en-US" dirty="0"/>
              <a:t>        </a:t>
            </a:r>
            <a:r>
              <a:rPr lang="en-US" altLang="zh-CN" dirty="0"/>
              <a:t>(1) </a:t>
            </a:r>
            <a:r>
              <a:rPr lang="zh-CN" altLang="en-US" dirty="0"/>
              <a:t>保密性：防止窃听</a:t>
            </a:r>
          </a:p>
          <a:p>
            <a:pPr eaLnBrk="1" hangingPunct="1">
              <a:lnSpc>
                <a:spcPct val="130000"/>
              </a:lnSpc>
              <a:buFont typeface="Wingdings" panose="05000000000000000000" pitchFamily="2" charset="2"/>
              <a:buNone/>
            </a:pPr>
            <a:r>
              <a:rPr lang="zh-CN" altLang="en-US" dirty="0"/>
              <a:t>              利用加密技术实现</a:t>
            </a:r>
          </a:p>
          <a:p>
            <a:pPr eaLnBrk="1" hangingPunct="1">
              <a:lnSpc>
                <a:spcPct val="130000"/>
              </a:lnSpc>
              <a:buFont typeface="Wingdings" panose="05000000000000000000" pitchFamily="2" charset="2"/>
              <a:buNone/>
            </a:pPr>
            <a:r>
              <a:rPr lang="zh-CN" altLang="en-US" dirty="0"/>
              <a:t>        </a:t>
            </a:r>
            <a:r>
              <a:rPr lang="en-US" altLang="zh-CN" dirty="0"/>
              <a:t>(2) </a:t>
            </a:r>
            <a:r>
              <a:rPr lang="zh-CN" altLang="en-US" dirty="0"/>
              <a:t>完整性：防止篡改</a:t>
            </a:r>
          </a:p>
          <a:p>
            <a:pPr eaLnBrk="1" hangingPunct="1">
              <a:lnSpc>
                <a:spcPct val="130000"/>
              </a:lnSpc>
              <a:buFont typeface="Wingdings" panose="05000000000000000000" pitchFamily="2" charset="2"/>
              <a:buNone/>
            </a:pPr>
            <a:r>
              <a:rPr lang="zh-CN" altLang="en-US" dirty="0"/>
              <a:t>              利用消息鉴别技术实现</a:t>
            </a:r>
          </a:p>
          <a:p>
            <a:pPr eaLnBrk="1" hangingPunct="1">
              <a:lnSpc>
                <a:spcPct val="130000"/>
              </a:lnSpc>
              <a:buFont typeface="Wingdings" panose="05000000000000000000" pitchFamily="2" charset="2"/>
              <a:buNone/>
            </a:pPr>
            <a:r>
              <a:rPr lang="zh-CN" altLang="en-US" dirty="0"/>
              <a:t>        </a:t>
            </a:r>
            <a:r>
              <a:rPr lang="en-US" altLang="zh-CN" dirty="0"/>
              <a:t>(3) </a:t>
            </a:r>
            <a:r>
              <a:rPr lang="zh-CN" altLang="en-US" dirty="0"/>
              <a:t>鉴   别：防止假冒</a:t>
            </a:r>
          </a:p>
          <a:p>
            <a:pPr eaLnBrk="1" hangingPunct="1">
              <a:lnSpc>
                <a:spcPct val="130000"/>
              </a:lnSpc>
              <a:buFont typeface="Wingdings" panose="05000000000000000000" pitchFamily="2" charset="2"/>
              <a:buNone/>
            </a:pPr>
            <a:r>
              <a:rPr lang="zh-CN" altLang="en-US" dirty="0"/>
              <a:t>              确保通信双方的真实性</a:t>
            </a:r>
          </a:p>
          <a:p>
            <a:pPr eaLnBrk="1" hangingPunct="1">
              <a:lnSpc>
                <a:spcPct val="130000"/>
              </a:lnSpc>
              <a:spcBef>
                <a:spcPts val="1200"/>
              </a:spcBef>
              <a:buNone/>
            </a:pPr>
            <a:r>
              <a:rPr lang="en-US" altLang="zh-CN" b="1" dirty="0" err="1">
                <a:solidFill>
                  <a:srgbClr val="FF0000"/>
                </a:solidFill>
              </a:rPr>
              <a:t>IPSec</a:t>
            </a:r>
            <a:r>
              <a:rPr lang="zh-CN" altLang="zh-CN" b="1" dirty="0">
                <a:solidFill>
                  <a:srgbClr val="FF0000"/>
                </a:solidFill>
              </a:rPr>
              <a:t>的主要特征是可以支持</a:t>
            </a:r>
            <a:r>
              <a:rPr lang="en-US" altLang="zh-CN" b="1" dirty="0">
                <a:solidFill>
                  <a:srgbClr val="FF0000"/>
                </a:solidFill>
              </a:rPr>
              <a:t>IP</a:t>
            </a:r>
            <a:r>
              <a:rPr lang="zh-CN" altLang="zh-CN" b="1" dirty="0">
                <a:solidFill>
                  <a:srgbClr val="FF0000"/>
                </a:solidFill>
              </a:rPr>
              <a:t>级所有</a:t>
            </a:r>
            <a:r>
              <a:rPr lang="zh-CN" altLang="en-US" b="1" dirty="0">
                <a:solidFill>
                  <a:srgbClr val="FF0000"/>
                </a:solidFill>
              </a:rPr>
              <a:t>流量的加密和</a:t>
            </a:r>
            <a:r>
              <a:rPr lang="en-US" altLang="zh-CN" b="1" dirty="0">
                <a:solidFill>
                  <a:srgbClr val="FF0000"/>
                </a:solidFill>
              </a:rPr>
              <a:t>/</a:t>
            </a:r>
            <a:r>
              <a:rPr lang="zh-CN" altLang="en-US" b="1" dirty="0">
                <a:solidFill>
                  <a:srgbClr val="FF0000"/>
                </a:solidFill>
              </a:rPr>
              <a:t>或认证</a:t>
            </a:r>
          </a:p>
        </p:txBody>
      </p:sp>
    </p:spTree>
    <p:extLst>
      <p:ext uri="{BB962C8B-B14F-4D97-AF65-F5344CB8AC3E}">
        <p14:creationId xmlns:p14="http://schemas.microsoft.com/office/powerpoint/2010/main" val="19148203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70039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80898" name="Rectangle 6"/>
          <p:cNvSpPr>
            <a:spLocks noGrp="1" noChangeArrowheads="1"/>
          </p:cNvSpPr>
          <p:nvPr>
            <p:ph idx="1"/>
          </p:nvPr>
        </p:nvSpPr>
        <p:spPr>
          <a:xfrm>
            <a:off x="181583" y="869006"/>
            <a:ext cx="5314545" cy="4532087"/>
          </a:xfrm>
          <a:noFill/>
        </p:spPr>
        <p:txBody>
          <a:bodyPr/>
          <a:lstStyle/>
          <a:p>
            <a:pPr eaLnBrk="1" hangingPunct="1">
              <a:lnSpc>
                <a:spcPct val="150000"/>
              </a:lnSpc>
              <a:buFont typeface="Wingdings" panose="05000000000000000000" pitchFamily="2" charset="2"/>
              <a:buNone/>
            </a:pPr>
            <a:r>
              <a:rPr lang="en-US" altLang="zh-CN" b="1" dirty="0" smtClean="0">
                <a:solidFill>
                  <a:schemeClr val="hlink"/>
                </a:solidFill>
              </a:rPr>
              <a:t>3</a:t>
            </a:r>
            <a:r>
              <a:rPr lang="zh-CN" altLang="en-US" b="1" dirty="0" smtClean="0">
                <a:solidFill>
                  <a:schemeClr val="hlink"/>
                </a:solidFill>
              </a:rPr>
              <a:t>、</a:t>
            </a:r>
            <a:r>
              <a:rPr lang="en-US" altLang="zh-CN" b="1" dirty="0" smtClean="0">
                <a:solidFill>
                  <a:schemeClr val="hlink"/>
                </a:solidFill>
              </a:rPr>
              <a:t>IPSec</a:t>
            </a:r>
            <a:r>
              <a:rPr lang="zh-CN" altLang="en-US" b="1" dirty="0" smtClean="0">
                <a:solidFill>
                  <a:schemeClr val="hlink"/>
                </a:solidFill>
              </a:rPr>
              <a:t>在</a:t>
            </a:r>
            <a:r>
              <a:rPr lang="en-US" altLang="zh-CN" b="1" dirty="0" smtClean="0">
                <a:solidFill>
                  <a:schemeClr val="hlink"/>
                </a:solidFill>
              </a:rPr>
              <a:t>IP</a:t>
            </a:r>
            <a:r>
              <a:rPr lang="zh-CN" altLang="en-US" b="1" dirty="0" smtClean="0">
                <a:solidFill>
                  <a:schemeClr val="hlink"/>
                </a:solidFill>
              </a:rPr>
              <a:t>层提供安全服务</a:t>
            </a:r>
            <a:endParaRPr lang="zh-CN" altLang="en-US" b="1" dirty="0">
              <a:solidFill>
                <a:schemeClr val="hlink"/>
              </a:solidFill>
            </a:endParaRPr>
          </a:p>
          <a:p>
            <a:pPr lvl="2" eaLnBrk="1" hangingPunct="1">
              <a:lnSpc>
                <a:spcPct val="150000"/>
              </a:lnSpc>
              <a:buSzTx/>
              <a:buFont typeface="Wingdings" panose="05000000000000000000" pitchFamily="2" charset="2"/>
              <a:buChar char="v"/>
            </a:pPr>
            <a:r>
              <a:rPr lang="zh-CN" altLang="en-US" dirty="0"/>
              <a:t>   访问控制</a:t>
            </a:r>
          </a:p>
          <a:p>
            <a:pPr lvl="2" eaLnBrk="1" hangingPunct="1">
              <a:lnSpc>
                <a:spcPct val="150000"/>
              </a:lnSpc>
              <a:buSzTx/>
              <a:buFont typeface="Wingdings" panose="05000000000000000000" pitchFamily="2" charset="2"/>
              <a:buChar char="v"/>
            </a:pPr>
            <a:r>
              <a:rPr lang="zh-CN" altLang="en-US" dirty="0"/>
              <a:t>   连接完整性</a:t>
            </a:r>
          </a:p>
          <a:p>
            <a:pPr lvl="2" eaLnBrk="1" hangingPunct="1">
              <a:lnSpc>
                <a:spcPct val="150000"/>
              </a:lnSpc>
              <a:buSzTx/>
              <a:buFont typeface="Wingdings" panose="05000000000000000000" pitchFamily="2" charset="2"/>
              <a:buChar char="v"/>
            </a:pPr>
            <a:r>
              <a:rPr lang="zh-CN" altLang="en-US" dirty="0"/>
              <a:t>   数据源</a:t>
            </a:r>
            <a:r>
              <a:rPr lang="zh-CN" altLang="en-US" b="1" dirty="0">
                <a:solidFill>
                  <a:srgbClr val="FF0000"/>
                </a:solidFill>
              </a:rPr>
              <a:t>认证</a:t>
            </a:r>
          </a:p>
          <a:p>
            <a:pPr lvl="2" eaLnBrk="1" hangingPunct="1">
              <a:lnSpc>
                <a:spcPct val="150000"/>
              </a:lnSpc>
              <a:buSzTx/>
              <a:buFont typeface="Wingdings" panose="05000000000000000000" pitchFamily="2" charset="2"/>
              <a:buChar char="v"/>
            </a:pPr>
            <a:r>
              <a:rPr lang="zh-CN" altLang="en-US" dirty="0"/>
              <a:t>   拒绝重放数据包</a:t>
            </a:r>
          </a:p>
          <a:p>
            <a:pPr lvl="2" eaLnBrk="1" hangingPunct="1">
              <a:lnSpc>
                <a:spcPct val="150000"/>
              </a:lnSpc>
              <a:buSzTx/>
              <a:buFont typeface="Wingdings" panose="05000000000000000000" pitchFamily="2" charset="2"/>
              <a:buChar char="v"/>
            </a:pPr>
            <a:r>
              <a:rPr lang="zh-CN" altLang="en-US" dirty="0"/>
              <a:t>   </a:t>
            </a:r>
            <a:r>
              <a:rPr lang="zh-CN" altLang="en-US" b="1" dirty="0">
                <a:solidFill>
                  <a:srgbClr val="FF0000"/>
                </a:solidFill>
              </a:rPr>
              <a:t>保密</a:t>
            </a:r>
            <a:r>
              <a:rPr lang="zh-CN" altLang="en-US" dirty="0"/>
              <a:t>性（加密）</a:t>
            </a:r>
          </a:p>
          <a:p>
            <a:pPr lvl="2" eaLnBrk="1" hangingPunct="1">
              <a:lnSpc>
                <a:spcPct val="150000"/>
              </a:lnSpc>
              <a:buSzTx/>
              <a:buFont typeface="Wingdings" panose="05000000000000000000" pitchFamily="2" charset="2"/>
              <a:buChar char="v"/>
            </a:pPr>
            <a:r>
              <a:rPr lang="zh-CN" altLang="en-US" dirty="0"/>
              <a:t>   有限信息流保密性</a:t>
            </a:r>
          </a:p>
        </p:txBody>
      </p:sp>
      <p:pic>
        <p:nvPicPr>
          <p:cNvPr id="2" name="图片 1"/>
          <p:cNvPicPr>
            <a:picLocks noChangeAspect="1"/>
          </p:cNvPicPr>
          <p:nvPr/>
        </p:nvPicPr>
        <p:blipFill>
          <a:blip r:embed="rId2"/>
          <a:stretch>
            <a:fillRect/>
          </a:stretch>
        </p:blipFill>
        <p:spPr>
          <a:xfrm>
            <a:off x="5779552" y="1320533"/>
            <a:ext cx="4891252" cy="3039625"/>
          </a:xfrm>
          <a:prstGeom prst="rect">
            <a:avLst/>
          </a:prstGeom>
        </p:spPr>
      </p:pic>
    </p:spTree>
    <p:extLst>
      <p:ext uri="{BB962C8B-B14F-4D97-AF65-F5344CB8AC3E}">
        <p14:creationId xmlns:p14="http://schemas.microsoft.com/office/powerpoint/2010/main" val="204809306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82946" name="Rectangle 3"/>
          <p:cNvSpPr>
            <a:spLocks noGrp="1" noChangeArrowheads="1"/>
          </p:cNvSpPr>
          <p:nvPr>
            <p:ph idx="1"/>
          </p:nvPr>
        </p:nvSpPr>
        <p:spPr>
          <a:xfrm>
            <a:off x="183615" y="808560"/>
            <a:ext cx="7296955" cy="5166491"/>
          </a:xfrm>
        </p:spPr>
        <p:txBody>
          <a:bodyPr/>
          <a:lstStyle/>
          <a:p>
            <a:pPr algn="just" eaLnBrk="1" hangingPunct="1">
              <a:lnSpc>
                <a:spcPct val="130000"/>
              </a:lnSpc>
              <a:buFont typeface="Wingdings" panose="05000000000000000000" pitchFamily="2" charset="2"/>
              <a:buNone/>
            </a:pPr>
            <a:r>
              <a:rPr lang="en-US" altLang="zh-CN" sz="1800" b="1" dirty="0">
                <a:solidFill>
                  <a:schemeClr val="hlink"/>
                </a:solidFill>
              </a:rPr>
              <a:t>4</a:t>
            </a:r>
            <a:r>
              <a:rPr lang="zh-CN" altLang="en-US" sz="1800" b="1" dirty="0">
                <a:solidFill>
                  <a:schemeClr val="hlink"/>
                </a:solidFill>
              </a:rPr>
              <a:t>、</a:t>
            </a:r>
            <a:r>
              <a:rPr lang="en-US" altLang="zh-CN" sz="1800" b="1" dirty="0">
                <a:solidFill>
                  <a:schemeClr val="hlink"/>
                </a:solidFill>
              </a:rPr>
              <a:t>IPSec</a:t>
            </a:r>
            <a:r>
              <a:rPr lang="zh-CN" altLang="en-US" sz="1800" b="1" dirty="0">
                <a:solidFill>
                  <a:schemeClr val="hlink"/>
                </a:solidFill>
              </a:rPr>
              <a:t>的主要组成部分</a:t>
            </a:r>
          </a:p>
          <a:p>
            <a:pPr marL="714375" indent="-714375" algn="just" eaLnBrk="1" hangingPunct="1">
              <a:lnSpc>
                <a:spcPct val="130000"/>
              </a:lnSpc>
              <a:buNone/>
            </a:pPr>
            <a:r>
              <a:rPr lang="zh-CN" altLang="en-US" sz="1800" dirty="0">
                <a:solidFill>
                  <a:schemeClr val="hlink"/>
                </a:solidFill>
              </a:rPr>
              <a:t>   </a:t>
            </a:r>
            <a:r>
              <a:rPr lang="en-US" altLang="zh-CN" sz="1800" dirty="0">
                <a:solidFill>
                  <a:schemeClr val="hlink"/>
                </a:solidFill>
              </a:rPr>
              <a:t>(1)</a:t>
            </a:r>
            <a:r>
              <a:rPr lang="zh-CN" altLang="en-US" sz="1800" dirty="0">
                <a:solidFill>
                  <a:schemeClr val="hlink"/>
                </a:solidFill>
              </a:rPr>
              <a:t>首部鉴别</a:t>
            </a:r>
            <a:r>
              <a:rPr lang="en-US" altLang="zh-CN" sz="1800" dirty="0">
                <a:solidFill>
                  <a:schemeClr val="hlink"/>
                </a:solidFill>
              </a:rPr>
              <a:t>AH</a:t>
            </a:r>
            <a:r>
              <a:rPr lang="zh-CN" altLang="en-US" sz="1800" dirty="0">
                <a:solidFill>
                  <a:schemeClr val="hlink"/>
                </a:solidFill>
              </a:rPr>
              <a:t>协议</a:t>
            </a:r>
            <a:r>
              <a:rPr lang="zh-CN" altLang="en-US" sz="1800" dirty="0"/>
              <a:t>：</a:t>
            </a:r>
            <a:r>
              <a:rPr lang="en-US" altLang="zh-CN" sz="1800" dirty="0"/>
              <a:t>AH</a:t>
            </a:r>
            <a:r>
              <a:rPr lang="zh-CN" altLang="en-US" sz="1800" dirty="0"/>
              <a:t>协议提供</a:t>
            </a:r>
            <a:r>
              <a:rPr lang="zh-CN" altLang="en-US" sz="1800" dirty="0">
                <a:solidFill>
                  <a:srgbClr val="FF0000"/>
                </a:solidFill>
              </a:rPr>
              <a:t>数据源鉴别和数据完整性鉴别</a:t>
            </a:r>
            <a:r>
              <a:rPr lang="en-US" altLang="zh-CN" sz="1800" dirty="0"/>
              <a:t>,</a:t>
            </a:r>
            <a:r>
              <a:rPr lang="zh-CN" altLang="en-US" sz="1800" dirty="0"/>
              <a:t>确保数据完整性和真实性</a:t>
            </a:r>
            <a:r>
              <a:rPr lang="en-US" altLang="zh-CN" sz="1800" dirty="0"/>
              <a:t>(</a:t>
            </a:r>
            <a:r>
              <a:rPr lang="zh-CN" altLang="en-US" sz="1800" dirty="0">
                <a:solidFill>
                  <a:schemeClr val="hlink"/>
                </a:solidFill>
              </a:rPr>
              <a:t>含用户和数据</a:t>
            </a:r>
            <a:r>
              <a:rPr lang="en-US" altLang="zh-CN" sz="1800" dirty="0"/>
              <a:t>)</a:t>
            </a:r>
          </a:p>
          <a:p>
            <a:pPr marL="714375" indent="-714375" algn="just" eaLnBrk="1" hangingPunct="1">
              <a:lnSpc>
                <a:spcPct val="130000"/>
              </a:lnSpc>
              <a:buNone/>
            </a:pPr>
            <a:r>
              <a:rPr lang="en-US" altLang="zh-CN" sz="1800" dirty="0">
                <a:solidFill>
                  <a:schemeClr val="hlink"/>
                </a:solidFill>
              </a:rPr>
              <a:t>   (2)</a:t>
            </a:r>
            <a:r>
              <a:rPr lang="zh-CN" altLang="en-US" sz="1800" dirty="0">
                <a:solidFill>
                  <a:schemeClr val="hlink"/>
                </a:solidFill>
              </a:rPr>
              <a:t>安全净荷封装</a:t>
            </a:r>
            <a:r>
              <a:rPr lang="en-US" altLang="zh-CN" sz="1800" dirty="0">
                <a:solidFill>
                  <a:schemeClr val="hlink"/>
                </a:solidFill>
              </a:rPr>
              <a:t>ESP</a:t>
            </a:r>
            <a:r>
              <a:rPr lang="zh-CN" altLang="en-US" sz="1800" dirty="0">
                <a:solidFill>
                  <a:schemeClr val="hlink"/>
                </a:solidFill>
              </a:rPr>
              <a:t>协议：</a:t>
            </a:r>
            <a:r>
              <a:rPr lang="en-US" altLang="zh-CN" sz="1800" dirty="0"/>
              <a:t>ESP</a:t>
            </a:r>
            <a:r>
              <a:rPr lang="zh-CN" altLang="en-US" sz="1800" dirty="0"/>
              <a:t>协议提供数据的保密性</a:t>
            </a:r>
            <a:endParaRPr lang="en-US" altLang="zh-CN" sz="1800" dirty="0"/>
          </a:p>
          <a:p>
            <a:pPr marL="714375" indent="-714375" algn="just" eaLnBrk="1" hangingPunct="1">
              <a:lnSpc>
                <a:spcPct val="130000"/>
              </a:lnSpc>
              <a:buNone/>
            </a:pPr>
            <a:r>
              <a:rPr lang="en-US" altLang="zh-CN" sz="1800" dirty="0">
                <a:solidFill>
                  <a:schemeClr val="hlink"/>
                </a:solidFill>
              </a:rPr>
              <a:t>   (3)</a:t>
            </a:r>
            <a:r>
              <a:rPr lang="zh-CN" altLang="en-US" sz="1800" dirty="0">
                <a:solidFill>
                  <a:schemeClr val="hlink"/>
                </a:solidFill>
              </a:rPr>
              <a:t>因特网密钥管理</a:t>
            </a:r>
            <a:r>
              <a:rPr lang="en-US" altLang="zh-CN" sz="1800" dirty="0">
                <a:solidFill>
                  <a:schemeClr val="hlink"/>
                </a:solidFill>
              </a:rPr>
              <a:t>IKE</a:t>
            </a:r>
            <a:r>
              <a:rPr lang="zh-CN" altLang="en-US" sz="1800" dirty="0">
                <a:solidFill>
                  <a:schemeClr val="hlink"/>
                </a:solidFill>
              </a:rPr>
              <a:t>协议：</a:t>
            </a:r>
            <a:r>
              <a:rPr lang="en-US" altLang="zh-CN" sz="1800" dirty="0"/>
              <a:t>IKE</a:t>
            </a:r>
            <a:r>
              <a:rPr lang="zh-CN" altLang="en-US" sz="1800" dirty="0"/>
              <a:t>定义了通信双方间进行身份鉴别、协商加密算法、生成或分配共享的会话密钥以及创建</a:t>
            </a:r>
            <a:r>
              <a:rPr lang="zh-CN" altLang="en-US" sz="1800" b="1" dirty="0">
                <a:solidFill>
                  <a:srgbClr val="FF0000"/>
                </a:solidFill>
              </a:rPr>
              <a:t>安全关联</a:t>
            </a:r>
            <a:r>
              <a:rPr lang="en-US" altLang="zh-CN" sz="1800" b="1" dirty="0">
                <a:solidFill>
                  <a:srgbClr val="FF0000"/>
                </a:solidFill>
              </a:rPr>
              <a:t>SA</a:t>
            </a:r>
            <a:r>
              <a:rPr lang="zh-CN" altLang="en-US" sz="1800" dirty="0"/>
              <a:t>的方法</a:t>
            </a:r>
            <a:endParaRPr lang="en-US" altLang="zh-CN" sz="1800" dirty="0"/>
          </a:p>
          <a:p>
            <a:pPr marL="714375" indent="-714375" algn="just" eaLnBrk="1" hangingPunct="1">
              <a:lnSpc>
                <a:spcPct val="130000"/>
              </a:lnSpc>
              <a:buNone/>
            </a:pPr>
            <a:r>
              <a:rPr lang="en-US" altLang="zh-CN" sz="1800" dirty="0"/>
              <a:t>   </a:t>
            </a:r>
            <a:r>
              <a:rPr lang="en-US" altLang="zh-CN" sz="1800" dirty="0">
                <a:solidFill>
                  <a:schemeClr val="hlink"/>
                </a:solidFill>
              </a:rPr>
              <a:t>(4)</a:t>
            </a:r>
            <a:r>
              <a:rPr lang="zh-CN" altLang="en-US" sz="1800" dirty="0">
                <a:solidFill>
                  <a:schemeClr val="hlink"/>
                </a:solidFill>
              </a:rPr>
              <a:t>策略：</a:t>
            </a:r>
            <a:r>
              <a:rPr lang="zh-CN" altLang="en-US" sz="1800" dirty="0"/>
              <a:t>是两个实体间通信的规则</a:t>
            </a:r>
            <a:r>
              <a:rPr lang="en-US" altLang="zh-CN" sz="1800" dirty="0"/>
              <a:t>,</a:t>
            </a:r>
            <a:r>
              <a:rPr lang="zh-CN" altLang="en-US" sz="1800" dirty="0"/>
              <a:t>它决定采用什么协议、什么加密算法和认证算法来通信。</a:t>
            </a:r>
          </a:p>
        </p:txBody>
      </p:sp>
      <p:graphicFrame>
        <p:nvGraphicFramePr>
          <p:cNvPr id="4" name="Object 1024"/>
          <p:cNvGraphicFramePr>
            <a:graphicFrameLocks noChangeAspect="1"/>
          </p:cNvGraphicFramePr>
          <p:nvPr>
            <p:extLst>
              <p:ext uri="{D42A27DB-BD31-4B8C-83A1-F6EECF244321}">
                <p14:modId xmlns:p14="http://schemas.microsoft.com/office/powerpoint/2010/main" val="3986836461"/>
              </p:ext>
            </p:extLst>
          </p:nvPr>
        </p:nvGraphicFramePr>
        <p:xfrm>
          <a:off x="8172778" y="996409"/>
          <a:ext cx="3643086" cy="3214914"/>
        </p:xfrm>
        <a:graphic>
          <a:graphicData uri="http://schemas.openxmlformats.org/presentationml/2006/ole">
            <mc:AlternateContent xmlns:mc="http://schemas.openxmlformats.org/markup-compatibility/2006">
              <mc:Choice xmlns:v="urn:schemas-microsoft-com:vml" Requires="v">
                <p:oleObj spid="_x0000_s75960" name="位图图像" r:id="rId3" imgW="3296110" imgH="2352381" progId="Paint.Picture">
                  <p:embed/>
                </p:oleObj>
              </mc:Choice>
              <mc:Fallback>
                <p:oleObj name="位图图像" r:id="rId3" imgW="3296110" imgH="2352381" progId="Paint.Picture">
                  <p:embed/>
                  <p:pic>
                    <p:nvPicPr>
                      <p:cNvPr id="16386"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2778" y="996409"/>
                        <a:ext cx="3643086" cy="321491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1345870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88066" name="Rectangle 3"/>
          <p:cNvSpPr>
            <a:spLocks noGrp="1" noChangeArrowheads="1"/>
          </p:cNvSpPr>
          <p:nvPr>
            <p:ph idx="1"/>
          </p:nvPr>
        </p:nvSpPr>
        <p:spPr>
          <a:xfrm>
            <a:off x="271936" y="791183"/>
            <a:ext cx="9932380" cy="4841132"/>
          </a:xfrm>
        </p:spPr>
        <p:txBody>
          <a:bodyPr/>
          <a:lstStyle/>
          <a:p>
            <a:pPr eaLnBrk="1" hangingPunct="1">
              <a:lnSpc>
                <a:spcPct val="130000"/>
              </a:lnSpc>
              <a:buFont typeface="Wingdings" panose="05000000000000000000" pitchFamily="2" charset="2"/>
              <a:buNone/>
            </a:pPr>
            <a:r>
              <a:rPr lang="en-US" altLang="zh-CN" b="1" dirty="0">
                <a:solidFill>
                  <a:schemeClr val="hlink"/>
                </a:solidFill>
              </a:rPr>
              <a:t>5</a:t>
            </a:r>
            <a:r>
              <a:rPr lang="zh-CN" altLang="en-US" b="1" dirty="0">
                <a:solidFill>
                  <a:schemeClr val="hlink"/>
                </a:solidFill>
              </a:rPr>
              <a:t>、安全关联</a:t>
            </a:r>
            <a:r>
              <a:rPr lang="en-US" altLang="zh-CN" b="1" dirty="0">
                <a:solidFill>
                  <a:schemeClr val="hlink"/>
                </a:solidFill>
              </a:rPr>
              <a:t>SA(Security Association )</a:t>
            </a:r>
          </a:p>
          <a:p>
            <a:pPr eaLnBrk="1" hangingPunct="1">
              <a:lnSpc>
                <a:spcPct val="130000"/>
              </a:lnSpc>
              <a:buFont typeface="Wingdings" panose="05000000000000000000" pitchFamily="2" charset="2"/>
              <a:buNone/>
            </a:pPr>
            <a:r>
              <a:rPr lang="en-US" altLang="zh-CN" b="1" smtClean="0">
                <a:solidFill>
                  <a:schemeClr val="hlink"/>
                </a:solidFill>
              </a:rPr>
              <a:t>(</a:t>
            </a:r>
            <a:r>
              <a:rPr lang="en-US" altLang="zh-CN" b="1" dirty="0">
                <a:solidFill>
                  <a:schemeClr val="hlink"/>
                </a:solidFill>
              </a:rPr>
              <a:t>1) SA</a:t>
            </a:r>
            <a:r>
              <a:rPr lang="zh-CN" altLang="en-US" b="1" dirty="0">
                <a:solidFill>
                  <a:schemeClr val="hlink"/>
                </a:solidFill>
              </a:rPr>
              <a:t>概述</a:t>
            </a:r>
          </a:p>
          <a:p>
            <a:pPr indent="-82550" eaLnBrk="1" hangingPunct="1">
              <a:lnSpc>
                <a:spcPct val="130000"/>
              </a:lnSpc>
              <a:buFont typeface="Wingdings" panose="05000000000000000000" pitchFamily="2" charset="2"/>
              <a:buNone/>
            </a:pPr>
            <a:r>
              <a:rPr lang="en-US" altLang="zh-CN" smtClean="0"/>
              <a:t>IPSec </a:t>
            </a:r>
            <a:r>
              <a:rPr lang="zh-CN" altLang="en-US" dirty="0"/>
              <a:t>系统需要具体完成二方面工作</a:t>
            </a:r>
            <a:r>
              <a:rPr lang="en-US" altLang="zh-CN" dirty="0"/>
              <a:t>:</a:t>
            </a:r>
          </a:p>
          <a:p>
            <a:pPr indent="-82550" eaLnBrk="1" hangingPunct="1">
              <a:lnSpc>
                <a:spcPct val="130000"/>
              </a:lnSpc>
              <a:buFont typeface="Wingdings" panose="05000000000000000000" pitchFamily="2" charset="2"/>
              <a:buNone/>
            </a:pPr>
            <a:r>
              <a:rPr lang="en-US" altLang="zh-CN" smtClean="0"/>
              <a:t>① </a:t>
            </a:r>
            <a:r>
              <a:rPr lang="zh-CN" altLang="en-US" dirty="0"/>
              <a:t>设置安全机制及参数</a:t>
            </a:r>
          </a:p>
          <a:p>
            <a:pPr indent="-82550" eaLnBrk="1" hangingPunct="1">
              <a:lnSpc>
                <a:spcPct val="130000"/>
              </a:lnSpc>
              <a:buFont typeface="Wingdings" panose="05000000000000000000" pitchFamily="2" charset="2"/>
              <a:buNone/>
            </a:pPr>
            <a:r>
              <a:rPr lang="zh-CN" altLang="en-US" smtClean="0"/>
              <a:t>由</a:t>
            </a:r>
            <a:r>
              <a:rPr lang="en-US" altLang="zh-CN" dirty="0"/>
              <a:t>IKE (</a:t>
            </a:r>
            <a:r>
              <a:rPr lang="zh-CN" altLang="en-US" dirty="0"/>
              <a:t>因特网密钥交换</a:t>
            </a:r>
            <a:r>
              <a:rPr lang="en-US" altLang="zh-CN" dirty="0"/>
              <a:t>)</a:t>
            </a:r>
            <a:r>
              <a:rPr lang="zh-CN" altLang="en-US" dirty="0"/>
              <a:t>、策略和解释域</a:t>
            </a:r>
            <a:r>
              <a:rPr lang="en-US" altLang="zh-CN"/>
              <a:t>(</a:t>
            </a:r>
            <a:r>
              <a:rPr lang="en-US" altLang="zh-CN" smtClean="0"/>
              <a:t>DOI</a:t>
            </a:r>
            <a:r>
              <a:rPr lang="en-US" altLang="zh-CN" dirty="0"/>
              <a:t>) </a:t>
            </a:r>
            <a:r>
              <a:rPr lang="zh-CN" altLang="en-US" dirty="0"/>
              <a:t>三组件完成</a:t>
            </a:r>
          </a:p>
          <a:p>
            <a:pPr indent="-82550" eaLnBrk="1" hangingPunct="1">
              <a:lnSpc>
                <a:spcPct val="130000"/>
              </a:lnSpc>
              <a:buFont typeface="Wingdings" panose="05000000000000000000" pitchFamily="2" charset="2"/>
              <a:buNone/>
            </a:pPr>
            <a:r>
              <a:rPr lang="zh-CN" altLang="en-US" smtClean="0"/>
              <a:t>② </a:t>
            </a:r>
            <a:r>
              <a:rPr lang="zh-CN" altLang="en-US" dirty="0"/>
              <a:t>对</a:t>
            </a:r>
            <a:r>
              <a:rPr lang="en-US" altLang="zh-CN" dirty="0"/>
              <a:t>IP</a:t>
            </a:r>
            <a:r>
              <a:rPr lang="zh-CN" altLang="en-US" dirty="0"/>
              <a:t>包进行加密、认证和传输</a:t>
            </a:r>
          </a:p>
          <a:p>
            <a:pPr indent="-82550" eaLnBrk="1" hangingPunct="1">
              <a:lnSpc>
                <a:spcPct val="130000"/>
              </a:lnSpc>
              <a:buFont typeface="Wingdings" panose="05000000000000000000" pitchFamily="2" charset="2"/>
              <a:buNone/>
            </a:pPr>
            <a:r>
              <a:rPr lang="zh-CN" altLang="en-US" smtClean="0"/>
              <a:t>由</a:t>
            </a:r>
            <a:r>
              <a:rPr lang="en-US" altLang="zh-CN" dirty="0"/>
              <a:t>ESP</a:t>
            </a:r>
            <a:r>
              <a:rPr lang="zh-CN" altLang="en-US" dirty="0"/>
              <a:t>、</a:t>
            </a:r>
            <a:r>
              <a:rPr lang="en-US" altLang="zh-CN" dirty="0"/>
              <a:t>AH </a:t>
            </a:r>
            <a:r>
              <a:rPr lang="zh-CN" altLang="en-US" dirty="0"/>
              <a:t>传输协议完成 </a:t>
            </a:r>
            <a:r>
              <a:rPr lang="en-US" altLang="zh-CN" dirty="0"/>
              <a:t>(</a:t>
            </a:r>
            <a:r>
              <a:rPr lang="zh-CN" altLang="en-US" dirty="0"/>
              <a:t>包括加密、认证算法</a:t>
            </a:r>
            <a:r>
              <a:rPr lang="en-US" altLang="zh-CN" dirty="0"/>
              <a:t>) </a:t>
            </a:r>
            <a:r>
              <a:rPr lang="zh-CN" altLang="en-US" dirty="0"/>
              <a:t>完成</a:t>
            </a:r>
          </a:p>
          <a:p>
            <a:pPr algn="just" eaLnBrk="1" hangingPunct="1">
              <a:lnSpc>
                <a:spcPct val="130000"/>
              </a:lnSpc>
              <a:spcBef>
                <a:spcPts val="1200"/>
              </a:spcBef>
              <a:buNone/>
            </a:pPr>
            <a:r>
              <a:rPr lang="zh-CN" altLang="en-US" dirty="0"/>
              <a:t>   </a:t>
            </a:r>
            <a:r>
              <a:rPr lang="en-US" altLang="zh-CN" b="1" dirty="0">
                <a:solidFill>
                  <a:srgbClr val="FF0000"/>
                </a:solidFill>
              </a:rPr>
              <a:t>SA</a:t>
            </a:r>
            <a:r>
              <a:rPr lang="zh-CN" altLang="en-US" dirty="0"/>
              <a:t>是两个通信实体经过协商建立起来的一种</a:t>
            </a:r>
            <a:r>
              <a:rPr lang="zh-CN" altLang="en-US" dirty="0">
                <a:solidFill>
                  <a:srgbClr val="FF0000"/>
                </a:solidFill>
              </a:rPr>
              <a:t>单向的逻辑“连接”</a:t>
            </a:r>
            <a:r>
              <a:rPr lang="zh-CN" altLang="en-US" dirty="0"/>
              <a:t>，规定用来保护数据的</a:t>
            </a:r>
            <a:r>
              <a:rPr lang="en-US" altLang="zh-CN" dirty="0"/>
              <a:t>IPSec</a:t>
            </a:r>
            <a:r>
              <a:rPr lang="zh-CN" altLang="en-US" dirty="0"/>
              <a:t>协议类型、加密算法、认证方式、加密和认证密钥、密钥的生存时间以及抗重播攻击的序列号等，为所承载的流量提供安全服务</a:t>
            </a:r>
          </a:p>
          <a:p>
            <a:pPr eaLnBrk="1" hangingPunct="1">
              <a:lnSpc>
                <a:spcPct val="130000"/>
              </a:lnSpc>
              <a:spcBef>
                <a:spcPts val="1200"/>
              </a:spcBef>
              <a:buNone/>
            </a:pPr>
            <a:r>
              <a:rPr lang="en-US" altLang="zh-CN" smtClean="0"/>
              <a:t>   SA</a:t>
            </a:r>
            <a:r>
              <a:rPr lang="zh-CN" altLang="en-US" dirty="0"/>
              <a:t>可以手工建立也可以自动建立</a:t>
            </a:r>
            <a:r>
              <a:rPr lang="en-US" altLang="zh-CN" dirty="0"/>
              <a:t>(</a:t>
            </a:r>
            <a:r>
              <a:rPr lang="zh-CN" altLang="en-US" dirty="0"/>
              <a:t>采用</a:t>
            </a:r>
            <a:r>
              <a:rPr lang="en-US" altLang="zh-CN" dirty="0"/>
              <a:t>IKE</a:t>
            </a:r>
            <a:r>
              <a:rPr lang="zh-CN" altLang="en-US" dirty="0"/>
              <a:t>协议</a:t>
            </a:r>
            <a:r>
              <a:rPr lang="en-US" altLang="zh-CN" dirty="0"/>
              <a:t>)          </a:t>
            </a:r>
          </a:p>
        </p:txBody>
      </p:sp>
    </p:spTree>
    <p:extLst>
      <p:ext uri="{BB962C8B-B14F-4D97-AF65-F5344CB8AC3E}">
        <p14:creationId xmlns:p14="http://schemas.microsoft.com/office/powerpoint/2010/main" val="19738023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11.4 </a:t>
            </a:r>
            <a:r>
              <a:rPr lang="zh-CN" altLang="en-US" dirty="0" smtClean="0"/>
              <a:t>网络层安全</a:t>
            </a:r>
            <a:r>
              <a:rPr lang="zh-CN" altLang="en-US" smtClean="0"/>
              <a:t>协议</a:t>
            </a:r>
            <a:r>
              <a:rPr lang="en-US" altLang="zh-CN" smtClean="0"/>
              <a:t>-IPSec</a:t>
            </a:r>
            <a:endParaRPr lang="en-US" altLang="zh-CN" dirty="0" smtClean="0"/>
          </a:p>
        </p:txBody>
      </p:sp>
      <p:sp>
        <p:nvSpPr>
          <p:cNvPr id="89090" name="Rectangle 3"/>
          <p:cNvSpPr>
            <a:spLocks noGrp="1" noChangeArrowheads="1"/>
          </p:cNvSpPr>
          <p:nvPr>
            <p:ph idx="1"/>
          </p:nvPr>
        </p:nvSpPr>
        <p:spPr>
          <a:xfrm>
            <a:off x="182822" y="800026"/>
            <a:ext cx="10274412" cy="4619734"/>
          </a:xfrm>
        </p:spPr>
        <p:txBody>
          <a:bodyPr/>
          <a:lstStyle/>
          <a:p>
            <a:pPr eaLnBrk="1" hangingPunct="1">
              <a:lnSpc>
                <a:spcPct val="130000"/>
              </a:lnSpc>
              <a:buFont typeface="Wingdings" panose="05000000000000000000" pitchFamily="2" charset="2"/>
              <a:buNone/>
            </a:pPr>
            <a:r>
              <a:rPr lang="en-US" altLang="zh-CN" sz="1800" b="1" dirty="0">
                <a:solidFill>
                  <a:schemeClr val="hlink"/>
                </a:solidFill>
              </a:rPr>
              <a:t>  SA</a:t>
            </a:r>
            <a:r>
              <a:rPr lang="zh-CN" altLang="en-US" sz="1800" b="1" dirty="0">
                <a:solidFill>
                  <a:schemeClr val="hlink"/>
                </a:solidFill>
              </a:rPr>
              <a:t>是单向的</a:t>
            </a:r>
          </a:p>
          <a:p>
            <a:pPr eaLnBrk="1" hangingPunct="1">
              <a:lnSpc>
                <a:spcPct val="130000"/>
              </a:lnSpc>
              <a:buFont typeface="Wingdings" panose="05000000000000000000" pitchFamily="2" charset="2"/>
              <a:buNone/>
            </a:pPr>
            <a:r>
              <a:rPr lang="zh-CN" altLang="en-US" sz="1800" dirty="0"/>
              <a:t>   如果两台主机</a:t>
            </a:r>
            <a:r>
              <a:rPr lang="en-US" altLang="zh-CN" sz="1800" dirty="0"/>
              <a:t>A</a:t>
            </a:r>
            <a:r>
              <a:rPr lang="zh-CN" altLang="en-US" sz="1800" dirty="0"/>
              <a:t>、</a:t>
            </a:r>
            <a:r>
              <a:rPr lang="en-US" altLang="zh-CN" sz="1800" dirty="0"/>
              <a:t>B</a:t>
            </a:r>
            <a:r>
              <a:rPr lang="zh-CN" altLang="en-US" sz="1800" dirty="0"/>
              <a:t>正在利用</a:t>
            </a:r>
            <a:r>
              <a:rPr lang="en-US" altLang="zh-CN" sz="1800" dirty="0"/>
              <a:t>ESP</a:t>
            </a:r>
            <a:r>
              <a:rPr lang="zh-CN" altLang="en-US" sz="1800" dirty="0"/>
              <a:t>通信，那么主机</a:t>
            </a:r>
            <a:r>
              <a:rPr lang="en-US" altLang="zh-CN" sz="1800" dirty="0"/>
              <a:t>A</a:t>
            </a:r>
            <a:r>
              <a:rPr lang="zh-CN" altLang="en-US" sz="1800" dirty="0"/>
              <a:t>需要一个用来处理外出数据包的</a:t>
            </a:r>
            <a:r>
              <a:rPr lang="en-US" altLang="zh-CN" sz="1800" dirty="0"/>
              <a:t>SA(out)</a:t>
            </a:r>
            <a:r>
              <a:rPr lang="zh-CN" altLang="en-US" sz="1800" dirty="0"/>
              <a:t>，还需要一个处理进入数据包的</a:t>
            </a:r>
            <a:r>
              <a:rPr lang="en-US" altLang="zh-CN" sz="1800" dirty="0"/>
              <a:t>SA(in)</a:t>
            </a:r>
            <a:r>
              <a:rPr lang="zh-CN" altLang="en-US" sz="1800" dirty="0"/>
              <a:t>。</a:t>
            </a:r>
          </a:p>
          <a:p>
            <a:pPr eaLnBrk="1" hangingPunct="1">
              <a:lnSpc>
                <a:spcPct val="130000"/>
              </a:lnSpc>
              <a:spcBef>
                <a:spcPts val="1800"/>
              </a:spcBef>
              <a:buNone/>
            </a:pPr>
            <a:r>
              <a:rPr lang="zh-CN" altLang="en-US" sz="1800" dirty="0"/>
              <a:t>   主机</a:t>
            </a:r>
            <a:r>
              <a:rPr lang="en-US" altLang="zh-CN" sz="1800" dirty="0"/>
              <a:t>A</a:t>
            </a:r>
            <a:r>
              <a:rPr lang="zh-CN" altLang="en-US" sz="1800" dirty="0"/>
              <a:t>的</a:t>
            </a:r>
            <a:r>
              <a:rPr lang="en-US" altLang="zh-CN" sz="1800" dirty="0"/>
              <a:t>SA(out)</a:t>
            </a:r>
            <a:r>
              <a:rPr lang="zh-CN" altLang="en-US" sz="1800" dirty="0"/>
              <a:t>和主机</a:t>
            </a:r>
            <a:r>
              <a:rPr lang="en-US" altLang="zh-CN" sz="1800" dirty="0"/>
              <a:t>B</a:t>
            </a:r>
            <a:r>
              <a:rPr lang="zh-CN" altLang="en-US" sz="1800" dirty="0"/>
              <a:t>的</a:t>
            </a:r>
            <a:r>
              <a:rPr lang="en-US" altLang="zh-CN" sz="1800" dirty="0"/>
              <a:t>SA(in)</a:t>
            </a:r>
            <a:r>
              <a:rPr lang="zh-CN" altLang="en-US" sz="1800" dirty="0"/>
              <a:t>共享相同的加密参数，主机</a:t>
            </a:r>
            <a:r>
              <a:rPr lang="en-US" altLang="zh-CN" sz="1800" dirty="0"/>
              <a:t>B</a:t>
            </a:r>
            <a:r>
              <a:rPr lang="zh-CN" altLang="en-US" sz="1800" dirty="0"/>
              <a:t>的</a:t>
            </a:r>
            <a:r>
              <a:rPr lang="en-US" altLang="zh-CN" sz="1800" dirty="0"/>
              <a:t>SA(out)</a:t>
            </a:r>
            <a:r>
              <a:rPr lang="zh-CN" altLang="en-US" sz="1800" dirty="0"/>
              <a:t>和主机</a:t>
            </a:r>
            <a:r>
              <a:rPr lang="en-US" altLang="zh-CN" sz="1800" dirty="0"/>
              <a:t>A</a:t>
            </a:r>
            <a:r>
              <a:rPr lang="zh-CN" altLang="en-US" sz="1800" dirty="0"/>
              <a:t>的</a:t>
            </a:r>
            <a:r>
              <a:rPr lang="en-US" altLang="zh-CN" sz="1800" dirty="0"/>
              <a:t>SA(in)</a:t>
            </a:r>
            <a:r>
              <a:rPr lang="zh-CN" altLang="en-US" sz="1800" dirty="0"/>
              <a:t>共享相同的加密参数。</a:t>
            </a:r>
          </a:p>
          <a:p>
            <a:pPr eaLnBrk="1" hangingPunct="1">
              <a:lnSpc>
                <a:spcPct val="130000"/>
              </a:lnSpc>
              <a:spcBef>
                <a:spcPts val="1800"/>
              </a:spcBef>
              <a:buNone/>
            </a:pPr>
            <a:r>
              <a:rPr lang="zh-CN" altLang="en-US" sz="1800" dirty="0"/>
              <a:t>   </a:t>
            </a:r>
            <a:r>
              <a:rPr lang="en-US" altLang="zh-CN" sz="1800" dirty="0">
                <a:solidFill>
                  <a:srgbClr val="FF0000"/>
                </a:solidFill>
              </a:rPr>
              <a:t>SA</a:t>
            </a:r>
            <a:r>
              <a:rPr lang="zh-CN" altLang="en-US" sz="1800" dirty="0">
                <a:solidFill>
                  <a:srgbClr val="FF0000"/>
                </a:solidFill>
              </a:rPr>
              <a:t>可提供</a:t>
            </a:r>
            <a:r>
              <a:rPr lang="en-US" altLang="zh-CN" sz="1800" dirty="0">
                <a:solidFill>
                  <a:srgbClr val="FF0000"/>
                </a:solidFill>
              </a:rPr>
              <a:t>AH</a:t>
            </a:r>
            <a:r>
              <a:rPr lang="zh-CN" altLang="en-US" sz="1800" dirty="0">
                <a:solidFill>
                  <a:srgbClr val="FF0000"/>
                </a:solidFill>
              </a:rPr>
              <a:t>或者</a:t>
            </a:r>
            <a:r>
              <a:rPr lang="en-US" altLang="zh-CN" sz="1800" dirty="0">
                <a:solidFill>
                  <a:srgbClr val="FF0000"/>
                </a:solidFill>
              </a:rPr>
              <a:t>ESP</a:t>
            </a:r>
            <a:r>
              <a:rPr lang="zh-CN" altLang="en-US" sz="1800" dirty="0">
                <a:solidFill>
                  <a:srgbClr val="FF0000"/>
                </a:solidFill>
              </a:rPr>
              <a:t>安全服务，但不能同时提供。如果一个流量同时使用了</a:t>
            </a:r>
            <a:r>
              <a:rPr lang="en-US" altLang="zh-CN" sz="1800" dirty="0">
                <a:solidFill>
                  <a:srgbClr val="FF0000"/>
                </a:solidFill>
              </a:rPr>
              <a:t>AH </a:t>
            </a:r>
            <a:r>
              <a:rPr lang="zh-CN" altLang="en-US" sz="1800" dirty="0">
                <a:solidFill>
                  <a:srgbClr val="FF0000"/>
                </a:solidFill>
              </a:rPr>
              <a:t>和</a:t>
            </a:r>
            <a:r>
              <a:rPr lang="en-US" altLang="zh-CN" sz="1800" dirty="0">
                <a:solidFill>
                  <a:srgbClr val="FF0000"/>
                </a:solidFill>
              </a:rPr>
              <a:t>ESP</a:t>
            </a:r>
            <a:r>
              <a:rPr lang="zh-CN" altLang="en-US" sz="1800" dirty="0">
                <a:solidFill>
                  <a:srgbClr val="FF0000"/>
                </a:solidFill>
              </a:rPr>
              <a:t>，那就必须为该流量建立两个</a:t>
            </a:r>
            <a:r>
              <a:rPr lang="en-US" altLang="zh-CN" sz="1800" dirty="0">
                <a:solidFill>
                  <a:srgbClr val="FF0000"/>
                </a:solidFill>
              </a:rPr>
              <a:t>(</a:t>
            </a:r>
            <a:r>
              <a:rPr lang="zh-CN" altLang="en-US" sz="1800" dirty="0">
                <a:solidFill>
                  <a:srgbClr val="FF0000"/>
                </a:solidFill>
              </a:rPr>
              <a:t>或更多个</a:t>
            </a:r>
            <a:r>
              <a:rPr lang="en-US" altLang="zh-CN" sz="1800" dirty="0">
                <a:solidFill>
                  <a:srgbClr val="FF0000"/>
                </a:solidFill>
              </a:rPr>
              <a:t>)SA</a:t>
            </a:r>
            <a:r>
              <a:rPr lang="zh-CN" altLang="en-US" sz="1800" dirty="0">
                <a:solidFill>
                  <a:srgbClr val="FF0000"/>
                </a:solidFill>
              </a:rPr>
              <a:t>。</a:t>
            </a:r>
          </a:p>
          <a:p>
            <a:pPr eaLnBrk="1" hangingPunct="1">
              <a:lnSpc>
                <a:spcPct val="130000"/>
              </a:lnSpc>
              <a:spcBef>
                <a:spcPts val="1800"/>
              </a:spcBef>
              <a:buNone/>
            </a:pPr>
            <a:r>
              <a:rPr lang="zh-CN" altLang="en-US" sz="1800" dirty="0"/>
              <a:t>   为了保证两台主机或安全网关之间典型的双向通信，至少需要建立两个</a:t>
            </a:r>
            <a:r>
              <a:rPr lang="en-US" altLang="zh-CN" sz="1800" dirty="0"/>
              <a:t>SA(</a:t>
            </a:r>
            <a:r>
              <a:rPr lang="zh-CN" altLang="en-US" sz="1800" dirty="0"/>
              <a:t>每个方向一个</a:t>
            </a:r>
            <a:r>
              <a:rPr lang="en-US" altLang="zh-CN" sz="1800" dirty="0"/>
              <a:t>)</a:t>
            </a:r>
          </a:p>
        </p:txBody>
      </p:sp>
    </p:spTree>
    <p:extLst>
      <p:ext uri="{BB962C8B-B14F-4D97-AF65-F5344CB8AC3E}">
        <p14:creationId xmlns:p14="http://schemas.microsoft.com/office/powerpoint/2010/main" val="100405919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51753"/>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0114" name="Rectangle 4"/>
          <p:cNvSpPr>
            <a:spLocks noGrp="1" noChangeArrowheads="1"/>
          </p:cNvSpPr>
          <p:nvPr>
            <p:ph idx="1"/>
          </p:nvPr>
        </p:nvSpPr>
        <p:spPr>
          <a:xfrm>
            <a:off x="271292" y="835768"/>
            <a:ext cx="9154809" cy="4572000"/>
          </a:xfrm>
          <a:noFill/>
        </p:spPr>
        <p:txBody>
          <a:bodyPr/>
          <a:lstStyle/>
          <a:p>
            <a:pPr eaLnBrk="1" hangingPunct="1">
              <a:lnSpc>
                <a:spcPct val="130000"/>
              </a:lnSpc>
              <a:buFont typeface="Wingdings" panose="05000000000000000000" pitchFamily="2" charset="2"/>
              <a:buNone/>
            </a:pPr>
            <a:r>
              <a:rPr lang="en-US" altLang="zh-CN" b="1" dirty="0">
                <a:solidFill>
                  <a:schemeClr val="hlink"/>
                </a:solidFill>
              </a:rPr>
              <a:t>(2)</a:t>
            </a:r>
            <a:r>
              <a:rPr lang="zh-CN" altLang="en-US" b="1" dirty="0">
                <a:solidFill>
                  <a:schemeClr val="hlink"/>
                </a:solidFill>
              </a:rPr>
              <a:t>安全关联</a:t>
            </a:r>
            <a:r>
              <a:rPr lang="en-US" altLang="zh-CN" b="1" dirty="0">
                <a:solidFill>
                  <a:schemeClr val="hlink"/>
                </a:solidFill>
              </a:rPr>
              <a:t>SA</a:t>
            </a:r>
            <a:r>
              <a:rPr lang="zh-CN" altLang="en-US" b="1" dirty="0">
                <a:solidFill>
                  <a:schemeClr val="hlink"/>
                </a:solidFill>
              </a:rPr>
              <a:t>的表示：三元组</a:t>
            </a:r>
          </a:p>
          <a:p>
            <a:pPr eaLnBrk="1" hangingPunct="1">
              <a:lnSpc>
                <a:spcPct val="130000"/>
              </a:lnSpc>
              <a:buFont typeface="Wingdings" panose="05000000000000000000" pitchFamily="2" charset="2"/>
              <a:buNone/>
            </a:pPr>
            <a:r>
              <a:rPr lang="zh-CN" altLang="en-US" dirty="0"/>
              <a:t>   （安全参数索引，目的</a:t>
            </a:r>
            <a:r>
              <a:rPr lang="en-US" altLang="zh-CN" dirty="0"/>
              <a:t>IP</a:t>
            </a:r>
            <a:r>
              <a:rPr lang="zh-CN" altLang="en-US" dirty="0"/>
              <a:t>地址，安全服务</a:t>
            </a:r>
            <a:r>
              <a:rPr lang="en-US" altLang="zh-CN" dirty="0"/>
              <a:t>/</a:t>
            </a:r>
            <a:r>
              <a:rPr lang="zh-CN" altLang="en-US" dirty="0"/>
              <a:t>协议</a:t>
            </a:r>
            <a:r>
              <a:rPr lang="zh-CN" altLang="en-US"/>
              <a:t>标识符</a:t>
            </a:r>
            <a:r>
              <a:rPr lang="zh-CN" altLang="en-US" smtClean="0"/>
              <a:t>）</a:t>
            </a:r>
            <a:endParaRPr lang="zh-CN" altLang="en-US" dirty="0"/>
          </a:p>
          <a:p>
            <a:pPr eaLnBrk="1" hangingPunct="1">
              <a:lnSpc>
                <a:spcPct val="130000"/>
              </a:lnSpc>
              <a:buFont typeface="Wingdings" panose="05000000000000000000" pitchFamily="2" charset="2"/>
              <a:buNone/>
            </a:pPr>
            <a:r>
              <a:rPr lang="zh-CN" altLang="en-US" b="1" dirty="0">
                <a:solidFill>
                  <a:schemeClr val="hlink"/>
                </a:solidFill>
              </a:rPr>
              <a:t>   </a:t>
            </a:r>
            <a:r>
              <a:rPr lang="en-US" altLang="zh-CN" b="1" dirty="0">
                <a:solidFill>
                  <a:schemeClr val="hlink"/>
                </a:solidFill>
              </a:rPr>
              <a:t>1) </a:t>
            </a:r>
            <a:r>
              <a:rPr lang="zh-CN" altLang="en-US" b="1" dirty="0">
                <a:solidFill>
                  <a:schemeClr val="hlink"/>
                </a:solidFill>
              </a:rPr>
              <a:t>安全参数索引（</a:t>
            </a:r>
            <a:r>
              <a:rPr lang="en-US" altLang="zh-CN" b="1" dirty="0">
                <a:solidFill>
                  <a:schemeClr val="hlink"/>
                </a:solidFill>
              </a:rPr>
              <a:t>SPI</a:t>
            </a:r>
            <a:r>
              <a:rPr lang="zh-CN" altLang="en-US" b="1" dirty="0">
                <a:solidFill>
                  <a:schemeClr val="hlink"/>
                </a:solidFill>
              </a:rPr>
              <a:t>）</a:t>
            </a:r>
          </a:p>
          <a:p>
            <a:pPr eaLnBrk="1" hangingPunct="1">
              <a:lnSpc>
                <a:spcPct val="130000"/>
              </a:lnSpc>
              <a:buFont typeface="Wingdings" panose="05000000000000000000" pitchFamily="2" charset="2"/>
              <a:buNone/>
            </a:pPr>
            <a:r>
              <a:rPr lang="zh-CN" altLang="en-US" dirty="0"/>
              <a:t>     </a:t>
            </a:r>
            <a:r>
              <a:rPr lang="en-US" altLang="zh-CN" dirty="0"/>
              <a:t>SPI</a:t>
            </a:r>
            <a:r>
              <a:rPr lang="zh-CN" altLang="en-US" dirty="0"/>
              <a:t>是一个</a:t>
            </a:r>
            <a:r>
              <a:rPr lang="en-US" altLang="zh-CN" dirty="0"/>
              <a:t>32</a:t>
            </a:r>
            <a:r>
              <a:rPr lang="zh-CN" altLang="en-US" dirty="0"/>
              <a:t>位长的数据，发送方在每个数据包上加载一个</a:t>
            </a:r>
            <a:r>
              <a:rPr lang="en-US" altLang="zh-CN" dirty="0"/>
              <a:t>SPI</a:t>
            </a:r>
            <a:r>
              <a:rPr lang="zh-CN" altLang="en-US" dirty="0"/>
              <a:t>，接受方使用这个值在安全关联数据库</a:t>
            </a:r>
            <a:r>
              <a:rPr lang="en-US" altLang="zh-CN" dirty="0"/>
              <a:t>SAD</a:t>
            </a:r>
            <a:r>
              <a:rPr lang="zh-CN" altLang="en-US" dirty="0"/>
              <a:t>中进行检索查询，提取所需要的</a:t>
            </a:r>
            <a:r>
              <a:rPr lang="en-US" altLang="zh-CN" dirty="0"/>
              <a:t>SA</a:t>
            </a:r>
            <a:r>
              <a:rPr lang="zh-CN" altLang="en-US" dirty="0"/>
              <a:t>，以便处理接收</a:t>
            </a:r>
            <a:r>
              <a:rPr lang="zh-CN" altLang="en-US"/>
              <a:t>的</a:t>
            </a:r>
            <a:r>
              <a:rPr lang="zh-CN" altLang="en-US" smtClean="0"/>
              <a:t>分组</a:t>
            </a:r>
            <a:endParaRPr lang="zh-CN" altLang="en-US" dirty="0"/>
          </a:p>
          <a:p>
            <a:pPr eaLnBrk="1" hangingPunct="1">
              <a:lnSpc>
                <a:spcPct val="130000"/>
              </a:lnSpc>
              <a:buFont typeface="Wingdings" panose="05000000000000000000" pitchFamily="2" charset="2"/>
              <a:buNone/>
            </a:pPr>
            <a:r>
              <a:rPr lang="zh-CN" altLang="en-US" b="1" dirty="0">
                <a:solidFill>
                  <a:schemeClr val="hlink"/>
                </a:solidFill>
              </a:rPr>
              <a:t>    </a:t>
            </a:r>
            <a:r>
              <a:rPr lang="en-US" altLang="zh-CN" b="1" dirty="0">
                <a:solidFill>
                  <a:schemeClr val="hlink"/>
                </a:solidFill>
              </a:rPr>
              <a:t>2) </a:t>
            </a:r>
            <a:r>
              <a:rPr lang="zh-CN" altLang="en-US" b="1" dirty="0">
                <a:solidFill>
                  <a:schemeClr val="hlink"/>
                </a:solidFill>
              </a:rPr>
              <a:t>目的</a:t>
            </a:r>
            <a:r>
              <a:rPr lang="en-US" altLang="zh-CN" b="1" dirty="0">
                <a:solidFill>
                  <a:schemeClr val="hlink"/>
                </a:solidFill>
              </a:rPr>
              <a:t>IP</a:t>
            </a:r>
            <a:r>
              <a:rPr lang="zh-CN" altLang="en-US" b="1" dirty="0">
                <a:solidFill>
                  <a:schemeClr val="hlink"/>
                </a:solidFill>
              </a:rPr>
              <a:t>地址</a:t>
            </a:r>
          </a:p>
          <a:p>
            <a:pPr eaLnBrk="1" hangingPunct="1">
              <a:lnSpc>
                <a:spcPct val="130000"/>
              </a:lnSpc>
              <a:buFont typeface="Wingdings" panose="05000000000000000000" pitchFamily="2" charset="2"/>
              <a:buNone/>
            </a:pPr>
            <a:r>
              <a:rPr lang="zh-CN" altLang="en-US" dirty="0"/>
              <a:t>    可以是终端主机的</a:t>
            </a:r>
            <a:r>
              <a:rPr lang="en-US" altLang="zh-CN" dirty="0"/>
              <a:t>IP</a:t>
            </a:r>
            <a:r>
              <a:rPr lang="zh-CN" altLang="en-US" dirty="0"/>
              <a:t>地址，也可以是前端设备（如防火墙或路由器）的</a:t>
            </a:r>
            <a:r>
              <a:rPr lang="en-US" altLang="zh-CN"/>
              <a:t>IP</a:t>
            </a:r>
            <a:r>
              <a:rPr lang="zh-CN" altLang="en-US" smtClean="0"/>
              <a:t>地址</a:t>
            </a:r>
            <a:endParaRPr lang="zh-CN" altLang="en-US" dirty="0"/>
          </a:p>
          <a:p>
            <a:pPr eaLnBrk="1" hangingPunct="1">
              <a:lnSpc>
                <a:spcPct val="130000"/>
              </a:lnSpc>
              <a:buFont typeface="Wingdings" panose="05000000000000000000" pitchFamily="2" charset="2"/>
              <a:buNone/>
            </a:pPr>
            <a:r>
              <a:rPr lang="zh-CN" altLang="en-US" b="1" dirty="0">
                <a:solidFill>
                  <a:schemeClr val="hlink"/>
                </a:solidFill>
              </a:rPr>
              <a:t>    </a:t>
            </a:r>
            <a:r>
              <a:rPr lang="en-US" altLang="zh-CN" b="1" dirty="0">
                <a:solidFill>
                  <a:schemeClr val="hlink"/>
                </a:solidFill>
              </a:rPr>
              <a:t>3) </a:t>
            </a:r>
            <a:r>
              <a:rPr lang="zh-CN" altLang="en-US" b="1" dirty="0">
                <a:solidFill>
                  <a:schemeClr val="hlink"/>
                </a:solidFill>
              </a:rPr>
              <a:t>安全服务</a:t>
            </a:r>
            <a:r>
              <a:rPr lang="en-US" altLang="zh-CN" b="1" dirty="0">
                <a:solidFill>
                  <a:schemeClr val="hlink"/>
                </a:solidFill>
              </a:rPr>
              <a:t>/</a:t>
            </a:r>
            <a:r>
              <a:rPr lang="zh-CN" altLang="en-US" b="1" dirty="0">
                <a:solidFill>
                  <a:schemeClr val="hlink"/>
                </a:solidFill>
              </a:rPr>
              <a:t>协议标识符</a:t>
            </a:r>
          </a:p>
          <a:p>
            <a:pPr eaLnBrk="1" hangingPunct="1">
              <a:lnSpc>
                <a:spcPct val="130000"/>
              </a:lnSpc>
              <a:buFont typeface="Wingdings" panose="05000000000000000000" pitchFamily="2" charset="2"/>
              <a:buNone/>
            </a:pPr>
            <a:r>
              <a:rPr lang="zh-CN" altLang="en-US" dirty="0"/>
              <a:t>       标明该</a:t>
            </a:r>
            <a:r>
              <a:rPr lang="en-US" altLang="zh-CN" dirty="0"/>
              <a:t>SA</a:t>
            </a:r>
            <a:r>
              <a:rPr lang="zh-CN" altLang="en-US" dirty="0"/>
              <a:t>是用于</a:t>
            </a:r>
            <a:r>
              <a:rPr lang="en-US" altLang="zh-CN" dirty="0"/>
              <a:t>AH</a:t>
            </a:r>
            <a:r>
              <a:rPr lang="zh-CN" altLang="en-US" dirty="0"/>
              <a:t>还是</a:t>
            </a:r>
            <a:r>
              <a:rPr lang="en-US" altLang="zh-CN" dirty="0"/>
              <a:t>ESP</a:t>
            </a:r>
          </a:p>
        </p:txBody>
      </p:sp>
    </p:spTree>
    <p:extLst>
      <p:ext uri="{BB962C8B-B14F-4D97-AF65-F5344CB8AC3E}">
        <p14:creationId xmlns:p14="http://schemas.microsoft.com/office/powerpoint/2010/main" val="33739464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0" y="0"/>
            <a:ext cx="7793038" cy="689429"/>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1138" name="Rectangle 3"/>
          <p:cNvSpPr>
            <a:spLocks noGrp="1" noChangeArrowheads="1"/>
          </p:cNvSpPr>
          <p:nvPr>
            <p:ph idx="1"/>
          </p:nvPr>
        </p:nvSpPr>
        <p:spPr>
          <a:xfrm>
            <a:off x="231404" y="856421"/>
            <a:ext cx="4191000" cy="381000"/>
          </a:xfrm>
        </p:spPr>
        <p:txBody>
          <a:bodyPr/>
          <a:lstStyle/>
          <a:p>
            <a:pPr eaLnBrk="1" hangingPunct="1">
              <a:lnSpc>
                <a:spcPct val="90000"/>
              </a:lnSpc>
              <a:buFont typeface="Wingdings" panose="05000000000000000000" pitchFamily="2" charset="2"/>
              <a:buNone/>
            </a:pPr>
            <a:r>
              <a:rPr lang="en-US" altLang="zh-CN" b="1">
                <a:solidFill>
                  <a:schemeClr val="hlink"/>
                </a:solidFill>
              </a:rPr>
              <a:t>(3) SAD</a:t>
            </a:r>
            <a:r>
              <a:rPr lang="zh-CN" altLang="en-US" b="1">
                <a:solidFill>
                  <a:schemeClr val="hlink"/>
                </a:solidFill>
              </a:rPr>
              <a:t>：安全关联数据库    </a:t>
            </a:r>
          </a:p>
        </p:txBody>
      </p:sp>
      <p:sp>
        <p:nvSpPr>
          <p:cNvPr id="91139" name="Rectangle 6"/>
          <p:cNvSpPr>
            <a:spLocks noChangeArrowheads="1"/>
          </p:cNvSpPr>
          <p:nvPr/>
        </p:nvSpPr>
        <p:spPr bwMode="auto">
          <a:xfrm>
            <a:off x="612404" y="2075621"/>
            <a:ext cx="7772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pPr>
            <a:r>
              <a:rPr lang="en-US" altLang="zh-CN" sz="1800" b="1" smtClean="0">
                <a:solidFill>
                  <a:schemeClr val="hlink"/>
                </a:solidFill>
                <a:latin typeface="微软雅黑" panose="020B0503020204020204" pitchFamily="34" charset="-122"/>
                <a:ea typeface="微软雅黑" panose="020B0503020204020204" pitchFamily="34" charset="-122"/>
              </a:rPr>
              <a:t> SAD</a:t>
            </a:r>
            <a:r>
              <a:rPr lang="zh-CN" altLang="en-US" sz="1800" b="1" smtClean="0">
                <a:solidFill>
                  <a:schemeClr val="hlink"/>
                </a:solidFill>
                <a:latin typeface="微软雅黑" panose="020B0503020204020204" pitchFamily="34" charset="-122"/>
                <a:ea typeface="微软雅黑" panose="020B0503020204020204" pitchFamily="34" charset="-122"/>
              </a:rPr>
              <a:t>中包含每一个</a:t>
            </a:r>
            <a:r>
              <a:rPr lang="en-US" altLang="zh-CN" sz="1800" b="1" smtClean="0">
                <a:solidFill>
                  <a:schemeClr val="hlink"/>
                </a:solidFill>
                <a:latin typeface="微软雅黑" panose="020B0503020204020204" pitchFamily="34" charset="-122"/>
                <a:ea typeface="微软雅黑" panose="020B0503020204020204" pitchFamily="34" charset="-122"/>
              </a:rPr>
              <a:t>SA</a:t>
            </a:r>
            <a:r>
              <a:rPr lang="zh-CN" altLang="en-US" sz="1800" b="1" smtClean="0">
                <a:solidFill>
                  <a:schemeClr val="hlink"/>
                </a:solidFill>
                <a:latin typeface="微软雅黑" panose="020B0503020204020204" pitchFamily="34" charset="-122"/>
                <a:ea typeface="微软雅黑" panose="020B0503020204020204" pitchFamily="34" charset="-122"/>
              </a:rPr>
              <a:t>的参数信息，如算法、密钥等：</a:t>
            </a:r>
            <a:endParaRPr lang="en-US" altLang="zh-CN" sz="1800" b="1" smtClean="0">
              <a:solidFill>
                <a:schemeClr val="hlink"/>
              </a:solidFill>
              <a:latin typeface="微软雅黑" panose="020B0503020204020204" pitchFamily="34" charset="-122"/>
              <a:ea typeface="微软雅黑" panose="020B0503020204020204" pitchFamily="34" charset="-122"/>
            </a:endParaRPr>
          </a:p>
          <a:p>
            <a:pPr eaLnBrk="1" hangingPunct="1">
              <a:spcBef>
                <a:spcPct val="20000"/>
              </a:spcBef>
              <a:buClr>
                <a:schemeClr val="folHlink"/>
              </a:buClr>
              <a:buSzPct val="60000"/>
              <a:buFont typeface="Wingdings" panose="05000000000000000000" pitchFamily="2" charset="2"/>
              <a:buNone/>
            </a:pPr>
            <a:r>
              <a:rPr lang="en-US" altLang="zh-CN" sz="1800" b="1" smtClean="0">
                <a:solidFill>
                  <a:schemeClr val="hlink"/>
                </a:solidFill>
                <a:latin typeface="微软雅黑" panose="020B0503020204020204" pitchFamily="34" charset="-122"/>
                <a:ea typeface="微软雅黑" panose="020B0503020204020204" pitchFamily="34" charset="-122"/>
              </a:rPr>
              <a:t>1) AH</a:t>
            </a:r>
            <a:r>
              <a:rPr lang="zh-CN" altLang="en-US" sz="1800" b="1" smtClean="0">
                <a:solidFill>
                  <a:schemeClr val="hlink"/>
                </a:solidFill>
                <a:latin typeface="微软雅黑" panose="020B0503020204020204" pitchFamily="34" charset="-122"/>
                <a:ea typeface="微软雅黑" panose="020B0503020204020204" pitchFamily="34" charset="-122"/>
              </a:rPr>
              <a:t>信息</a:t>
            </a:r>
          </a:p>
          <a:p>
            <a:pPr eaLnBrk="1" hangingPunct="1">
              <a:spcBef>
                <a:spcPct val="20000"/>
              </a:spcBef>
              <a:buClr>
                <a:schemeClr val="folHlink"/>
              </a:buClr>
              <a:buSzPct val="60000"/>
              <a:buFont typeface="Wingdings" panose="05000000000000000000" pitchFamily="2" charset="2"/>
              <a:buNone/>
            </a:pPr>
            <a:r>
              <a:rPr lang="zh-CN" altLang="en-US" sz="1800" smtClean="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AH</a:t>
            </a:r>
            <a:r>
              <a:rPr lang="zh-CN" altLang="en-US" sz="1800" dirty="0">
                <a:latin typeface="微软雅黑" panose="020B0503020204020204" pitchFamily="34" charset="-122"/>
                <a:ea typeface="微软雅黑" panose="020B0503020204020204" pitchFamily="34" charset="-122"/>
              </a:rPr>
              <a:t>使用的鉴别算法、密钥、密钥生存期和相关参数 </a:t>
            </a:r>
          </a:p>
          <a:p>
            <a:pPr eaLnBrk="1" hangingPunct="1">
              <a:spcBef>
                <a:spcPct val="20000"/>
              </a:spcBef>
              <a:buClr>
                <a:schemeClr val="folHlink"/>
              </a:buClr>
              <a:buSzPct val="60000"/>
              <a:buFont typeface="Wingdings" panose="05000000000000000000" pitchFamily="2" charset="2"/>
              <a:buNone/>
            </a:pPr>
            <a:r>
              <a:rPr lang="en-US" altLang="zh-CN" sz="1800" b="1" smtClean="0">
                <a:solidFill>
                  <a:schemeClr val="hlink"/>
                </a:solidFill>
                <a:latin typeface="微软雅黑" panose="020B0503020204020204" pitchFamily="34" charset="-122"/>
                <a:ea typeface="微软雅黑" panose="020B0503020204020204" pitchFamily="34" charset="-122"/>
              </a:rPr>
              <a:t>2</a:t>
            </a:r>
            <a:r>
              <a:rPr lang="en-US" altLang="zh-CN" sz="1800" b="1" dirty="0">
                <a:solidFill>
                  <a:schemeClr val="hlink"/>
                </a:solidFill>
                <a:latin typeface="微软雅黑" panose="020B0503020204020204" pitchFamily="34" charset="-122"/>
                <a:ea typeface="微软雅黑" panose="020B0503020204020204" pitchFamily="34" charset="-122"/>
              </a:rPr>
              <a:t>) ESP</a:t>
            </a:r>
            <a:r>
              <a:rPr lang="zh-CN" altLang="en-US" sz="1800" b="1" dirty="0">
                <a:solidFill>
                  <a:schemeClr val="hlink"/>
                </a:solidFill>
                <a:latin typeface="微软雅黑" panose="020B0503020204020204" pitchFamily="34" charset="-122"/>
                <a:ea typeface="微软雅黑" panose="020B0503020204020204" pitchFamily="34" charset="-122"/>
              </a:rPr>
              <a:t>信息</a:t>
            </a:r>
          </a:p>
          <a:p>
            <a:pPr eaLnBrk="1" hangingPunct="1">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ESP</a:t>
            </a:r>
            <a:r>
              <a:rPr lang="zh-CN" altLang="en-US" sz="1800" dirty="0">
                <a:latin typeface="微软雅黑" panose="020B0503020204020204" pitchFamily="34" charset="-122"/>
                <a:ea typeface="微软雅黑" panose="020B0503020204020204" pitchFamily="34" charset="-122"/>
              </a:rPr>
              <a:t>使用的加密算法、鉴别算法、密钥及其同步初始化向量、密钥生存期和相关的参数 </a:t>
            </a:r>
          </a:p>
          <a:p>
            <a:pPr eaLnBrk="1" hangingPunct="1">
              <a:spcBef>
                <a:spcPct val="20000"/>
              </a:spcBef>
              <a:buClr>
                <a:schemeClr val="folHlink"/>
              </a:buClr>
              <a:buSzPct val="60000"/>
              <a:buFont typeface="Wingdings" panose="05000000000000000000" pitchFamily="2" charset="2"/>
              <a:buNone/>
            </a:pPr>
            <a:r>
              <a:rPr lang="zh-CN" altLang="en-US" sz="1800" smtClean="0">
                <a:latin typeface="微软雅黑" panose="020B0503020204020204" pitchFamily="34" charset="-122"/>
                <a:ea typeface="微软雅黑" panose="020B0503020204020204" pitchFamily="34" charset="-122"/>
              </a:rPr>
              <a:t> </a:t>
            </a:r>
            <a:r>
              <a:rPr lang="en-US" altLang="zh-CN" sz="1800" b="1" dirty="0">
                <a:solidFill>
                  <a:schemeClr val="hlink"/>
                </a:solidFill>
                <a:latin typeface="微软雅黑" panose="020B0503020204020204" pitchFamily="34" charset="-122"/>
                <a:ea typeface="微软雅黑" panose="020B0503020204020204" pitchFamily="34" charset="-122"/>
              </a:rPr>
              <a:t>3) SA</a:t>
            </a:r>
            <a:r>
              <a:rPr lang="zh-CN" altLang="en-US" sz="1800" b="1" dirty="0">
                <a:solidFill>
                  <a:schemeClr val="hlink"/>
                </a:solidFill>
                <a:latin typeface="微软雅黑" panose="020B0503020204020204" pitchFamily="34" charset="-122"/>
                <a:ea typeface="微软雅黑" panose="020B0503020204020204" pitchFamily="34" charset="-122"/>
              </a:rPr>
              <a:t>的生存期</a:t>
            </a:r>
            <a:r>
              <a:rPr lang="zh-CN" altLang="en-US" sz="1800" dirty="0">
                <a:latin typeface="微软雅黑" panose="020B0503020204020204" pitchFamily="34" charset="-122"/>
                <a:ea typeface="微软雅黑" panose="020B0503020204020204" pitchFamily="34" charset="-122"/>
              </a:rPr>
              <a:t> </a:t>
            </a:r>
          </a:p>
          <a:p>
            <a:pPr eaLnBrk="1" hangingPunct="1">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一旦到期，必须弃用</a:t>
            </a:r>
          </a:p>
        </p:txBody>
      </p:sp>
      <p:sp>
        <p:nvSpPr>
          <p:cNvPr id="91140" name="Rectangle 5"/>
          <p:cNvSpPr>
            <a:spLocks noChangeArrowheads="1"/>
          </p:cNvSpPr>
          <p:nvPr/>
        </p:nvSpPr>
        <p:spPr bwMode="auto">
          <a:xfrm>
            <a:off x="3050804" y="1389821"/>
            <a:ext cx="1524000" cy="457200"/>
          </a:xfrm>
          <a:prstGeom prst="rect">
            <a:avLst/>
          </a:prstGeom>
          <a:solidFill>
            <a:schemeClr val="bg1">
              <a:lumMod val="95000"/>
            </a:schemeClr>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参数</a:t>
            </a:r>
          </a:p>
        </p:txBody>
      </p:sp>
      <p:sp>
        <p:nvSpPr>
          <p:cNvPr id="91141" name="Rectangle 7"/>
          <p:cNvSpPr>
            <a:spLocks noChangeArrowheads="1"/>
          </p:cNvSpPr>
          <p:nvPr/>
        </p:nvSpPr>
        <p:spPr bwMode="auto">
          <a:xfrm>
            <a:off x="917204" y="1389821"/>
            <a:ext cx="2133600" cy="457200"/>
          </a:xfrm>
          <a:prstGeom prst="rect">
            <a:avLst/>
          </a:prstGeom>
          <a:solidFill>
            <a:schemeClr val="bg1">
              <a:lumMod val="95000"/>
            </a:schemeClr>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dirty="0">
                <a:latin typeface="微软雅黑" panose="020B0503020204020204" pitchFamily="34" charset="-122"/>
                <a:ea typeface="微软雅黑" panose="020B0503020204020204" pitchFamily="34" charset="-122"/>
              </a:rPr>
              <a:t>安全参数索引</a:t>
            </a:r>
            <a:r>
              <a:rPr lang="en-US" altLang="zh-CN" sz="1800" dirty="0">
                <a:latin typeface="微软雅黑" panose="020B0503020204020204" pitchFamily="34" charset="-122"/>
                <a:ea typeface="微软雅黑" panose="020B0503020204020204" pitchFamily="34" charset="-122"/>
              </a:rPr>
              <a:t>(SPI)</a:t>
            </a:r>
          </a:p>
        </p:txBody>
      </p:sp>
    </p:spTree>
    <p:extLst>
      <p:ext uri="{BB962C8B-B14F-4D97-AF65-F5344CB8AC3E}">
        <p14:creationId xmlns:p14="http://schemas.microsoft.com/office/powerpoint/2010/main" val="379597402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51753"/>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4210" name="Rectangle 3"/>
          <p:cNvSpPr>
            <a:spLocks noGrp="1" noChangeArrowheads="1"/>
          </p:cNvSpPr>
          <p:nvPr>
            <p:ph idx="1"/>
          </p:nvPr>
        </p:nvSpPr>
        <p:spPr>
          <a:xfrm>
            <a:off x="171635" y="801991"/>
            <a:ext cx="9517113" cy="4800600"/>
          </a:xfrm>
        </p:spPr>
        <p:txBody>
          <a:bodyPr/>
          <a:lstStyle/>
          <a:p>
            <a:pPr eaLnBrk="1" hangingPunct="1">
              <a:lnSpc>
                <a:spcPct val="130000"/>
              </a:lnSpc>
              <a:buFont typeface="Wingdings" panose="05000000000000000000" pitchFamily="2" charset="2"/>
              <a:buNone/>
            </a:pPr>
            <a:r>
              <a:rPr lang="en-US" altLang="zh-CN" b="1" dirty="0">
                <a:solidFill>
                  <a:schemeClr val="hlink"/>
                </a:solidFill>
              </a:rPr>
              <a:t>(4)</a:t>
            </a:r>
            <a:r>
              <a:rPr lang="zh-CN" altLang="en-US" b="1" dirty="0">
                <a:solidFill>
                  <a:schemeClr val="hlink"/>
                </a:solidFill>
              </a:rPr>
              <a:t>安全策略数据库</a:t>
            </a:r>
            <a:r>
              <a:rPr lang="en-US" altLang="zh-CN" b="1" dirty="0">
                <a:solidFill>
                  <a:schemeClr val="hlink"/>
                </a:solidFill>
              </a:rPr>
              <a:t>SPD(Security Policy Database)</a:t>
            </a:r>
          </a:p>
          <a:p>
            <a:pPr eaLnBrk="1" hangingPunct="1">
              <a:lnSpc>
                <a:spcPct val="130000"/>
              </a:lnSpc>
              <a:buNone/>
            </a:pPr>
            <a:r>
              <a:rPr lang="zh-CN" altLang="en-US" smtClean="0">
                <a:cs typeface="Times New Roman" panose="02020603050405020304" pitchFamily="18" charset="0"/>
              </a:rPr>
              <a:t>定义</a:t>
            </a:r>
            <a:r>
              <a:rPr lang="zh-CN" altLang="en-US" dirty="0">
                <a:cs typeface="Times New Roman" panose="02020603050405020304" pitchFamily="18" charset="0"/>
              </a:rPr>
              <a:t>了对所有进出业务应该采取的安全策略，决定了为特定的数据包提供特定的安全服务</a:t>
            </a:r>
            <a:r>
              <a:rPr lang="zh-CN" altLang="en-US" dirty="0"/>
              <a:t>。</a:t>
            </a:r>
          </a:p>
          <a:p>
            <a:pPr eaLnBrk="1" hangingPunct="1">
              <a:lnSpc>
                <a:spcPct val="130000"/>
              </a:lnSpc>
              <a:buFont typeface="Wingdings" panose="05000000000000000000" pitchFamily="2" charset="2"/>
              <a:buNone/>
            </a:pPr>
            <a:r>
              <a:rPr lang="zh-CN" altLang="en-US" dirty="0">
                <a:cs typeface="Times New Roman" panose="02020603050405020304" pitchFamily="18" charset="0"/>
              </a:rPr>
              <a:t>     </a:t>
            </a:r>
            <a:r>
              <a:rPr lang="en-US" altLang="zh-CN" dirty="0">
                <a:cs typeface="Times New Roman" panose="02020603050405020304" pitchFamily="18" charset="0"/>
              </a:rPr>
              <a:t>IP</a:t>
            </a:r>
            <a:r>
              <a:rPr lang="zh-CN" altLang="en-US" dirty="0">
                <a:cs typeface="Times New Roman" panose="02020603050405020304" pitchFamily="18" charset="0"/>
              </a:rPr>
              <a:t>数据包的收发都以安全策略为依据</a:t>
            </a:r>
            <a:r>
              <a:rPr lang="zh-CN" altLang="en-US" dirty="0"/>
              <a:t>。</a:t>
            </a:r>
            <a:r>
              <a:rPr lang="zh-CN" altLang="en-US" dirty="0">
                <a:cs typeface="Times New Roman" panose="02020603050405020304" pitchFamily="18" charset="0"/>
              </a:rPr>
              <a:t>对出入的</a:t>
            </a:r>
            <a:r>
              <a:rPr lang="en-US" altLang="zh-CN" dirty="0">
                <a:cs typeface="Times New Roman" panose="02020603050405020304" pitchFamily="18" charset="0"/>
              </a:rPr>
              <a:t>IP</a:t>
            </a:r>
            <a:r>
              <a:rPr lang="zh-CN" altLang="en-US" dirty="0">
                <a:cs typeface="Times New Roman" panose="02020603050405020304" pitchFamily="18" charset="0"/>
              </a:rPr>
              <a:t>包的处理有三种可能的选择</a:t>
            </a:r>
            <a:r>
              <a:rPr lang="zh-CN" altLang="en-US" dirty="0"/>
              <a:t>：</a:t>
            </a:r>
          </a:p>
          <a:p>
            <a:pPr eaLnBrk="1" hangingPunct="1">
              <a:lnSpc>
                <a:spcPct val="130000"/>
              </a:lnSpc>
              <a:buFont typeface="Wingdings" panose="05000000000000000000" pitchFamily="2" charset="2"/>
              <a:buNone/>
            </a:pPr>
            <a:r>
              <a:rPr lang="zh-CN" altLang="en-US" dirty="0">
                <a:solidFill>
                  <a:schemeClr val="hlink"/>
                </a:solidFill>
                <a:cs typeface="Times New Roman" panose="02020603050405020304" pitchFamily="18" charset="0"/>
              </a:rPr>
              <a:t>     </a:t>
            </a:r>
            <a:r>
              <a:rPr lang="en-US" altLang="zh-CN" dirty="0">
                <a:solidFill>
                  <a:schemeClr val="hlink"/>
                </a:solidFill>
                <a:cs typeface="Times New Roman" panose="02020603050405020304" pitchFamily="18" charset="0"/>
              </a:rPr>
              <a:t>1</a:t>
            </a:r>
            <a:r>
              <a:rPr lang="en-US" altLang="zh-CN" dirty="0">
                <a:solidFill>
                  <a:schemeClr val="hlink"/>
                </a:solidFill>
              </a:rPr>
              <a:t>) </a:t>
            </a:r>
            <a:r>
              <a:rPr lang="zh-CN" altLang="en-US" b="1" dirty="0">
                <a:solidFill>
                  <a:schemeClr val="hlink"/>
                </a:solidFill>
                <a:cs typeface="Times New Roman" panose="02020603050405020304" pitchFamily="18" charset="0"/>
              </a:rPr>
              <a:t>丢弃</a:t>
            </a:r>
          </a:p>
          <a:p>
            <a:pPr eaLnBrk="1" hangingPunct="1">
              <a:lnSpc>
                <a:spcPct val="130000"/>
              </a:lnSpc>
              <a:buFont typeface="Wingdings" panose="05000000000000000000" pitchFamily="2" charset="2"/>
              <a:buNone/>
            </a:pPr>
            <a:r>
              <a:rPr lang="zh-CN" altLang="en-US" b="1" dirty="0">
                <a:cs typeface="Times New Roman" panose="02020603050405020304" pitchFamily="18" charset="0"/>
              </a:rPr>
              <a:t>      </a:t>
            </a:r>
            <a:r>
              <a:rPr lang="zh-CN" altLang="en-US" dirty="0">
                <a:cs typeface="Times New Roman" panose="02020603050405020304" pitchFamily="18" charset="0"/>
              </a:rPr>
              <a:t>不允许该</a:t>
            </a:r>
            <a:r>
              <a:rPr lang="en-US" altLang="zh-CN" dirty="0">
                <a:cs typeface="Times New Roman" panose="02020603050405020304" pitchFamily="18" charset="0"/>
              </a:rPr>
              <a:t>IP</a:t>
            </a:r>
            <a:r>
              <a:rPr lang="zh-CN" altLang="en-US" dirty="0">
                <a:cs typeface="Times New Roman" panose="02020603050405020304" pitchFamily="18" charset="0"/>
              </a:rPr>
              <a:t>包在此主机上存在，不允许通过此安全网关或是根本就不能传送给上层应用程序的业务流</a:t>
            </a:r>
          </a:p>
          <a:p>
            <a:pPr eaLnBrk="1" hangingPunct="1">
              <a:lnSpc>
                <a:spcPct val="130000"/>
              </a:lnSpc>
              <a:buFont typeface="Wingdings" panose="05000000000000000000" pitchFamily="2" charset="2"/>
              <a:buNone/>
            </a:pPr>
            <a:r>
              <a:rPr lang="zh-CN" altLang="en-US" dirty="0">
                <a:solidFill>
                  <a:schemeClr val="hlink"/>
                </a:solidFill>
                <a:cs typeface="Times New Roman" panose="02020603050405020304" pitchFamily="18" charset="0"/>
              </a:rPr>
              <a:t>     </a:t>
            </a:r>
            <a:r>
              <a:rPr lang="en-US" altLang="zh-CN" dirty="0">
                <a:solidFill>
                  <a:schemeClr val="hlink"/>
                </a:solidFill>
                <a:cs typeface="Times New Roman" panose="02020603050405020304" pitchFamily="18" charset="0"/>
              </a:rPr>
              <a:t>2) </a:t>
            </a:r>
            <a:r>
              <a:rPr lang="zh-CN" altLang="en-US" b="1" dirty="0">
                <a:solidFill>
                  <a:schemeClr val="hlink"/>
                </a:solidFill>
                <a:cs typeface="Times New Roman" panose="02020603050405020304" pitchFamily="18" charset="0"/>
              </a:rPr>
              <a:t>绕过</a:t>
            </a:r>
            <a:r>
              <a:rPr lang="en-US" altLang="zh-CN" b="1" dirty="0">
                <a:solidFill>
                  <a:schemeClr val="hlink"/>
                </a:solidFill>
                <a:cs typeface="Times New Roman" panose="02020603050405020304" pitchFamily="18" charset="0"/>
              </a:rPr>
              <a:t>IPSec</a:t>
            </a:r>
          </a:p>
          <a:p>
            <a:pPr eaLnBrk="1" hangingPunct="1">
              <a:lnSpc>
                <a:spcPct val="130000"/>
              </a:lnSpc>
              <a:buFont typeface="Wingdings" panose="05000000000000000000" pitchFamily="2" charset="2"/>
              <a:buNone/>
            </a:pPr>
            <a:r>
              <a:rPr lang="en-US" altLang="zh-CN" b="1" dirty="0">
                <a:cs typeface="Times New Roman" panose="02020603050405020304" pitchFamily="18" charset="0"/>
              </a:rPr>
              <a:t>       </a:t>
            </a:r>
            <a:r>
              <a:rPr lang="zh-CN" altLang="en-US" dirty="0">
                <a:cs typeface="Times New Roman" panose="02020603050405020304" pitchFamily="18" charset="0"/>
              </a:rPr>
              <a:t>不需要进行</a:t>
            </a:r>
            <a:r>
              <a:rPr lang="en-US" altLang="zh-CN" dirty="0">
                <a:cs typeface="Times New Roman" panose="02020603050405020304" pitchFamily="18" charset="0"/>
              </a:rPr>
              <a:t>IPSec</a:t>
            </a:r>
            <a:r>
              <a:rPr lang="zh-CN" altLang="en-US" dirty="0">
                <a:cs typeface="Times New Roman" panose="02020603050405020304" pitchFamily="18" charset="0"/>
              </a:rPr>
              <a:t>安全保护处理，可直接通过 </a:t>
            </a:r>
          </a:p>
          <a:p>
            <a:pPr eaLnBrk="1" hangingPunct="1">
              <a:lnSpc>
                <a:spcPct val="130000"/>
              </a:lnSpc>
              <a:buFont typeface="Wingdings" panose="05000000000000000000" pitchFamily="2" charset="2"/>
              <a:buNone/>
            </a:pPr>
            <a:r>
              <a:rPr lang="zh-CN" altLang="en-US" b="1" dirty="0">
                <a:solidFill>
                  <a:schemeClr val="hlink"/>
                </a:solidFill>
                <a:cs typeface="Times New Roman" panose="02020603050405020304" pitchFamily="18" charset="0"/>
              </a:rPr>
              <a:t>     </a:t>
            </a:r>
            <a:r>
              <a:rPr lang="en-US" altLang="zh-CN" b="1" dirty="0">
                <a:solidFill>
                  <a:schemeClr val="hlink"/>
                </a:solidFill>
                <a:cs typeface="Times New Roman" panose="02020603050405020304" pitchFamily="18" charset="0"/>
              </a:rPr>
              <a:t>3) </a:t>
            </a:r>
            <a:r>
              <a:rPr lang="zh-CN" altLang="en-US" b="1" dirty="0">
                <a:solidFill>
                  <a:schemeClr val="hlink"/>
                </a:solidFill>
                <a:cs typeface="Times New Roman" panose="02020603050405020304" pitchFamily="18" charset="0"/>
              </a:rPr>
              <a:t>采用</a:t>
            </a:r>
            <a:r>
              <a:rPr lang="en-US" altLang="zh-CN" b="1" dirty="0">
                <a:solidFill>
                  <a:schemeClr val="hlink"/>
                </a:solidFill>
                <a:cs typeface="Times New Roman" panose="02020603050405020304" pitchFamily="18" charset="0"/>
              </a:rPr>
              <a:t>IPSec</a:t>
            </a:r>
          </a:p>
          <a:p>
            <a:pPr eaLnBrk="1" hangingPunct="1">
              <a:lnSpc>
                <a:spcPct val="130000"/>
              </a:lnSpc>
              <a:buFont typeface="Wingdings" panose="05000000000000000000" pitchFamily="2" charset="2"/>
              <a:buNone/>
            </a:pPr>
            <a:r>
              <a:rPr lang="en-US" altLang="zh-CN" dirty="0">
                <a:cs typeface="Times New Roman" panose="02020603050405020304" pitchFamily="18" charset="0"/>
              </a:rPr>
              <a:t>       </a:t>
            </a:r>
            <a:r>
              <a:rPr lang="zh-CN" altLang="en-US" dirty="0">
                <a:cs typeface="Times New Roman" panose="02020603050405020304" pitchFamily="18" charset="0"/>
              </a:rPr>
              <a:t>需要进行</a:t>
            </a:r>
            <a:r>
              <a:rPr lang="en-US" altLang="zh-CN" dirty="0">
                <a:cs typeface="Times New Roman" panose="02020603050405020304" pitchFamily="18" charset="0"/>
              </a:rPr>
              <a:t>IPSec</a:t>
            </a:r>
            <a:r>
              <a:rPr lang="zh-CN" altLang="en-US" dirty="0">
                <a:cs typeface="Times New Roman" panose="02020603050405020304" pitchFamily="18" charset="0"/>
              </a:rPr>
              <a:t>安全保护处理。对于这种业务流，</a:t>
            </a:r>
            <a:r>
              <a:rPr lang="en-US" altLang="zh-CN" dirty="0">
                <a:cs typeface="Times New Roman" panose="02020603050405020304" pitchFamily="18" charset="0"/>
              </a:rPr>
              <a:t>SPD</a:t>
            </a:r>
            <a:r>
              <a:rPr lang="zh-CN" altLang="en-US" dirty="0">
                <a:cs typeface="Times New Roman" panose="02020603050405020304" pitchFamily="18" charset="0"/>
              </a:rPr>
              <a:t>还必须指明所需提供的安全服务，采用的协议类型以及使用何种算法等</a:t>
            </a:r>
            <a:endParaRPr lang="zh-CN" altLang="en-US" dirty="0"/>
          </a:p>
        </p:txBody>
      </p:sp>
    </p:spTree>
    <p:extLst>
      <p:ext uri="{BB962C8B-B14F-4D97-AF65-F5344CB8AC3E}">
        <p14:creationId xmlns:p14="http://schemas.microsoft.com/office/powerpoint/2010/main" val="49446451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0" y="-30160"/>
            <a:ext cx="7793038" cy="69164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5234" name="Rectangle 3"/>
          <p:cNvSpPr>
            <a:spLocks noGrp="1" noChangeArrowheads="1"/>
          </p:cNvSpPr>
          <p:nvPr>
            <p:ph idx="1"/>
          </p:nvPr>
        </p:nvSpPr>
        <p:spPr>
          <a:xfrm>
            <a:off x="679314" y="2172510"/>
            <a:ext cx="7315200" cy="3048000"/>
          </a:xfrm>
        </p:spPr>
        <p:txBody>
          <a:bodyPr/>
          <a:lstStyle/>
          <a:p>
            <a:pPr eaLnBrk="1" hangingPunct="1">
              <a:lnSpc>
                <a:spcPct val="130000"/>
              </a:lnSpc>
              <a:buFont typeface="Wingdings" panose="05000000000000000000" pitchFamily="2" charset="2"/>
              <a:buNone/>
            </a:pPr>
            <a:r>
              <a:rPr lang="en-US" altLang="zh-CN" dirty="0"/>
              <a:t>  </a:t>
            </a:r>
            <a:r>
              <a:rPr lang="zh-CN" altLang="en-US" dirty="0"/>
              <a:t>以下参数可用来确定</a:t>
            </a:r>
            <a:r>
              <a:rPr lang="en-US" altLang="zh-CN" dirty="0"/>
              <a:t>SPD</a:t>
            </a:r>
            <a:r>
              <a:rPr lang="zh-CN" altLang="en-US" dirty="0"/>
              <a:t>入口</a:t>
            </a:r>
            <a:r>
              <a:rPr lang="en-US" altLang="zh-CN" dirty="0"/>
              <a:t>(</a:t>
            </a:r>
            <a:r>
              <a:rPr lang="zh-CN" altLang="en-US" dirty="0"/>
              <a:t>又称为选择符</a:t>
            </a:r>
            <a:r>
              <a:rPr lang="en-US" altLang="zh-CN" dirty="0"/>
              <a:t>)</a:t>
            </a:r>
            <a:r>
              <a:rPr lang="zh-CN" altLang="en-US" dirty="0"/>
              <a:t>：</a:t>
            </a:r>
          </a:p>
          <a:p>
            <a:pPr marL="447675" lvl="2" indent="-273050" eaLnBrk="1" hangingPunct="1">
              <a:lnSpc>
                <a:spcPct val="130000"/>
              </a:lnSpc>
              <a:buFont typeface="Wingdings" panose="05000000000000000000" pitchFamily="2" charset="2"/>
              <a:buChar char="n"/>
            </a:pPr>
            <a:r>
              <a:rPr lang="zh-CN" altLang="en-US" dirty="0"/>
              <a:t>目的</a:t>
            </a:r>
            <a:r>
              <a:rPr lang="en-US" altLang="zh-CN" dirty="0"/>
              <a:t>IP</a:t>
            </a:r>
            <a:r>
              <a:rPr lang="zh-CN" altLang="en-US" dirty="0"/>
              <a:t>地址：可以是单地址或多地址</a:t>
            </a:r>
          </a:p>
          <a:p>
            <a:pPr marL="447675" lvl="2" indent="-273050" eaLnBrk="1" hangingPunct="1">
              <a:lnSpc>
                <a:spcPct val="130000"/>
              </a:lnSpc>
              <a:buFont typeface="Wingdings" panose="05000000000000000000" pitchFamily="2" charset="2"/>
              <a:buChar char="n"/>
            </a:pPr>
            <a:r>
              <a:rPr lang="zh-CN" altLang="en-US" dirty="0"/>
              <a:t>源地址：单地址或多地址</a:t>
            </a:r>
          </a:p>
          <a:p>
            <a:pPr marL="447675" lvl="2" indent="-273050" eaLnBrk="1" hangingPunct="1">
              <a:lnSpc>
                <a:spcPct val="130000"/>
              </a:lnSpc>
              <a:buFont typeface="Wingdings" panose="05000000000000000000" pitchFamily="2" charset="2"/>
              <a:buChar char="n"/>
            </a:pPr>
            <a:r>
              <a:rPr lang="en-US" altLang="zh-CN" dirty="0" err="1"/>
              <a:t>UserID</a:t>
            </a:r>
            <a:r>
              <a:rPr lang="en-US" altLang="zh-CN" dirty="0"/>
              <a:t>: </a:t>
            </a:r>
            <a:r>
              <a:rPr lang="zh-CN" altLang="zh-CN" dirty="0"/>
              <a:t>操作系统中的</a:t>
            </a:r>
            <a:r>
              <a:rPr lang="zh-CN" altLang="en-US" dirty="0"/>
              <a:t>用户标识。</a:t>
            </a:r>
          </a:p>
          <a:p>
            <a:pPr marL="447675" lvl="2" indent="-273050" eaLnBrk="1" hangingPunct="1">
              <a:lnSpc>
                <a:spcPct val="130000"/>
              </a:lnSpc>
              <a:buFont typeface="Wingdings" panose="05000000000000000000" pitchFamily="2" charset="2"/>
              <a:buChar char="n"/>
            </a:pPr>
            <a:r>
              <a:rPr lang="zh-CN" altLang="en-US" dirty="0"/>
              <a:t>数据敏感级别：</a:t>
            </a:r>
          </a:p>
          <a:p>
            <a:pPr marL="447675" lvl="2" indent="-273050" eaLnBrk="1" hangingPunct="1">
              <a:lnSpc>
                <a:spcPct val="130000"/>
              </a:lnSpc>
              <a:buFont typeface="Wingdings" panose="05000000000000000000" pitchFamily="2" charset="2"/>
              <a:buChar char="n"/>
            </a:pPr>
            <a:r>
              <a:rPr lang="zh-CN" altLang="en-US" dirty="0"/>
              <a:t>传输层协议：</a:t>
            </a:r>
          </a:p>
          <a:p>
            <a:pPr marL="447675" lvl="2" indent="-273050" eaLnBrk="1" hangingPunct="1">
              <a:lnSpc>
                <a:spcPct val="130000"/>
              </a:lnSpc>
              <a:buFont typeface="Wingdings" panose="05000000000000000000" pitchFamily="2" charset="2"/>
              <a:buChar char="n"/>
            </a:pPr>
            <a:r>
              <a:rPr lang="en-US" altLang="zh-CN" dirty="0"/>
              <a:t>IPSec</a:t>
            </a:r>
            <a:r>
              <a:rPr lang="zh-CN" altLang="zh-CN" dirty="0"/>
              <a:t>协议（</a:t>
            </a:r>
            <a:r>
              <a:rPr lang="en-US" altLang="zh-CN" dirty="0"/>
              <a:t>AH, ESP, AH/ESP)</a:t>
            </a:r>
          </a:p>
          <a:p>
            <a:pPr marL="447675" lvl="2" indent="-273050" eaLnBrk="1" hangingPunct="1">
              <a:lnSpc>
                <a:spcPct val="130000"/>
              </a:lnSpc>
              <a:buFont typeface="Wingdings" panose="05000000000000000000" pitchFamily="2" charset="2"/>
              <a:buChar char="n"/>
            </a:pPr>
            <a:r>
              <a:rPr lang="zh-CN" altLang="en-US" dirty="0"/>
              <a:t>源</a:t>
            </a:r>
            <a:r>
              <a:rPr lang="en-US" altLang="zh-CN" dirty="0"/>
              <a:t>/</a:t>
            </a:r>
            <a:r>
              <a:rPr lang="zh-CN" altLang="en-US" dirty="0"/>
              <a:t>目的端口</a:t>
            </a:r>
          </a:p>
          <a:p>
            <a:pPr marL="447675" lvl="2" indent="-273050" eaLnBrk="1" hangingPunct="1">
              <a:lnSpc>
                <a:spcPct val="130000"/>
              </a:lnSpc>
              <a:buFont typeface="Wingdings" panose="05000000000000000000" pitchFamily="2" charset="2"/>
              <a:buChar char="n"/>
            </a:pPr>
            <a:r>
              <a:rPr lang="zh-CN" altLang="en-US" dirty="0"/>
              <a:t>服务类型</a:t>
            </a:r>
            <a:r>
              <a:rPr lang="en-US" altLang="zh-CN" dirty="0"/>
              <a:t>(TOS)</a:t>
            </a:r>
          </a:p>
        </p:txBody>
      </p:sp>
      <p:grpSp>
        <p:nvGrpSpPr>
          <p:cNvPr id="95235" name="Group 7"/>
          <p:cNvGrpSpPr>
            <a:grpSpLocks/>
          </p:cNvGrpSpPr>
          <p:nvPr/>
        </p:nvGrpSpPr>
        <p:grpSpPr bwMode="auto">
          <a:xfrm>
            <a:off x="1517514" y="1334310"/>
            <a:ext cx="3657600" cy="457200"/>
            <a:chOff x="720" y="1296"/>
            <a:chExt cx="2304" cy="288"/>
          </a:xfrm>
        </p:grpSpPr>
        <p:sp>
          <p:nvSpPr>
            <p:cNvPr id="95238" name="Rectangle 4"/>
            <p:cNvSpPr>
              <a:spLocks noChangeArrowheads="1"/>
            </p:cNvSpPr>
            <p:nvPr/>
          </p:nvSpPr>
          <p:spPr bwMode="auto">
            <a:xfrm>
              <a:off x="2064" y="1296"/>
              <a:ext cx="960" cy="288"/>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策略</a:t>
              </a:r>
            </a:p>
          </p:txBody>
        </p:sp>
        <p:sp>
          <p:nvSpPr>
            <p:cNvPr id="95239" name="Rectangle 5"/>
            <p:cNvSpPr>
              <a:spLocks noChangeArrowheads="1"/>
            </p:cNvSpPr>
            <p:nvPr/>
          </p:nvSpPr>
          <p:spPr bwMode="auto">
            <a:xfrm>
              <a:off x="720" y="1296"/>
              <a:ext cx="1344" cy="288"/>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策略入口</a:t>
              </a:r>
            </a:p>
          </p:txBody>
        </p:sp>
      </p:grpSp>
      <p:sp>
        <p:nvSpPr>
          <p:cNvPr id="95236" name="Rectangle 6"/>
          <p:cNvSpPr>
            <a:spLocks noChangeArrowheads="1"/>
          </p:cNvSpPr>
          <p:nvPr/>
        </p:nvSpPr>
        <p:spPr bwMode="auto">
          <a:xfrm>
            <a:off x="907915" y="937436"/>
            <a:ext cx="1470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en-US" altLang="zh-CN" b="1">
                <a:solidFill>
                  <a:schemeClr val="hlink"/>
                </a:solidFill>
              </a:rPr>
              <a:t>SPD</a:t>
            </a:r>
            <a:r>
              <a:rPr lang="zh-CN" altLang="en-US" b="1">
                <a:solidFill>
                  <a:schemeClr val="hlink"/>
                </a:solidFill>
              </a:rPr>
              <a:t>的结构</a:t>
            </a:r>
          </a:p>
        </p:txBody>
      </p:sp>
      <p:sp>
        <p:nvSpPr>
          <p:cNvPr id="95237" name="Rectangle 9"/>
          <p:cNvSpPr>
            <a:spLocks noChangeArrowheads="1"/>
          </p:cNvSpPr>
          <p:nvPr/>
        </p:nvSpPr>
        <p:spPr bwMode="auto">
          <a:xfrm>
            <a:off x="6491152" y="1245410"/>
            <a:ext cx="2438400" cy="1137556"/>
          </a:xfrm>
          <a:prstGeom prst="rect">
            <a:avLst/>
          </a:prstGeom>
          <a:solidFill>
            <a:schemeClr val="bg1">
              <a:lumMod val="95000"/>
            </a:schemeClr>
          </a:solidFill>
          <a:ln w="9525">
            <a:solidFill>
              <a:schemeClr val="tx1"/>
            </a:solidFill>
            <a:prstDash val="lgDash"/>
            <a:miter lim="800000"/>
            <a:headEnd/>
            <a:tailEnd/>
          </a:ln>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pPr>
            <a:r>
              <a:rPr lang="zh-CN" altLang="en-US" sz="1800" dirty="0">
                <a:latin typeface="微软雅黑" panose="020B0503020204020204" pitchFamily="34" charset="-122"/>
                <a:ea typeface="微软雅黑" panose="020B0503020204020204" pitchFamily="34" charset="-122"/>
              </a:rPr>
              <a:t>若策略为采用</a:t>
            </a:r>
            <a:r>
              <a:rPr lang="en-US" altLang="zh-CN" sz="1800" dirty="0">
                <a:latin typeface="微软雅黑" panose="020B0503020204020204" pitchFamily="34" charset="-122"/>
                <a:ea typeface="微软雅黑" panose="020B0503020204020204" pitchFamily="34" charset="-122"/>
              </a:rPr>
              <a:t>IPSec</a:t>
            </a:r>
            <a:r>
              <a:rPr lang="zh-CN" altLang="en-US" sz="1800" dirty="0">
                <a:latin typeface="微软雅黑" panose="020B0503020204020204" pitchFamily="34" charset="-122"/>
                <a:ea typeface="微软雅黑" panose="020B0503020204020204" pitchFamily="34" charset="-122"/>
              </a:rPr>
              <a:t>，则有指向</a:t>
            </a:r>
            <a:r>
              <a:rPr lang="en-US" altLang="zh-CN" sz="1800" dirty="0">
                <a:latin typeface="微软雅黑" panose="020B0503020204020204" pitchFamily="34" charset="-122"/>
                <a:ea typeface="微软雅黑" panose="020B0503020204020204" pitchFamily="34" charset="-122"/>
              </a:rPr>
              <a:t>SAD</a:t>
            </a:r>
            <a:r>
              <a:rPr lang="zh-CN" altLang="en-US" sz="1800" dirty="0">
                <a:latin typeface="微软雅黑" panose="020B0503020204020204" pitchFamily="34" charset="-122"/>
                <a:ea typeface="微软雅黑" panose="020B0503020204020204" pitchFamily="34" charset="-122"/>
              </a:rPr>
              <a:t>数据库某条</a:t>
            </a:r>
            <a:r>
              <a:rPr lang="en-US" altLang="zh-CN" sz="1800" dirty="0">
                <a:latin typeface="微软雅黑" panose="020B0503020204020204" pitchFamily="34" charset="-122"/>
                <a:ea typeface="微软雅黑" panose="020B0503020204020204" pitchFamily="34" charset="-122"/>
              </a:rPr>
              <a:t>SA</a:t>
            </a:r>
            <a:r>
              <a:rPr lang="zh-CN" altLang="en-US" sz="1800" dirty="0">
                <a:latin typeface="微软雅黑" panose="020B0503020204020204" pitchFamily="34" charset="-122"/>
                <a:ea typeface="微软雅黑" panose="020B0503020204020204" pitchFamily="34" charset="-122"/>
              </a:rPr>
              <a:t>的指针</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8261633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6258" name="Rectangle 3"/>
          <p:cNvSpPr>
            <a:spLocks noGrp="1" noChangeArrowheads="1"/>
          </p:cNvSpPr>
          <p:nvPr>
            <p:ph idx="1"/>
          </p:nvPr>
        </p:nvSpPr>
        <p:spPr>
          <a:xfrm>
            <a:off x="184387" y="831985"/>
            <a:ext cx="8229600" cy="4114800"/>
          </a:xfrm>
        </p:spPr>
        <p:txBody>
          <a:bodyPr/>
          <a:lstStyle/>
          <a:p>
            <a:pPr eaLnBrk="1" hangingPunct="1">
              <a:lnSpc>
                <a:spcPct val="130000"/>
              </a:lnSpc>
              <a:buFont typeface="Wingdings" panose="05000000000000000000" pitchFamily="2" charset="2"/>
              <a:buNone/>
            </a:pPr>
            <a:r>
              <a:rPr lang="en-US" altLang="zh-CN" b="1" dirty="0">
                <a:solidFill>
                  <a:schemeClr val="hlink"/>
                </a:solidFill>
              </a:rPr>
              <a:t>(5) </a:t>
            </a:r>
            <a:r>
              <a:rPr lang="zh-CN" altLang="en-US" b="1" dirty="0">
                <a:solidFill>
                  <a:schemeClr val="hlink"/>
                </a:solidFill>
              </a:rPr>
              <a:t>报文与</a:t>
            </a:r>
            <a:r>
              <a:rPr lang="en-US" altLang="zh-CN" b="1" dirty="0">
                <a:solidFill>
                  <a:schemeClr val="hlink"/>
                </a:solidFill>
              </a:rPr>
              <a:t>SA</a:t>
            </a:r>
            <a:r>
              <a:rPr lang="zh-CN" altLang="en-US" b="1" dirty="0">
                <a:solidFill>
                  <a:schemeClr val="hlink"/>
                </a:solidFill>
              </a:rPr>
              <a:t>的关系</a:t>
            </a:r>
          </a:p>
          <a:p>
            <a:pPr eaLnBrk="1" hangingPunct="1">
              <a:lnSpc>
                <a:spcPct val="130000"/>
              </a:lnSpc>
              <a:buFont typeface="Wingdings" panose="05000000000000000000" pitchFamily="2" charset="2"/>
              <a:buNone/>
            </a:pPr>
            <a:r>
              <a:rPr lang="zh-CN" altLang="en-US" b="1" dirty="0">
                <a:solidFill>
                  <a:schemeClr val="hlink"/>
                </a:solidFill>
              </a:rPr>
              <a:t>    </a:t>
            </a:r>
            <a:r>
              <a:rPr lang="en-US" altLang="zh-CN" b="1" dirty="0">
                <a:solidFill>
                  <a:schemeClr val="hlink"/>
                </a:solidFill>
              </a:rPr>
              <a:t>1) </a:t>
            </a:r>
            <a:r>
              <a:rPr lang="zh-CN" altLang="en-US" b="1" dirty="0">
                <a:solidFill>
                  <a:schemeClr val="hlink"/>
                </a:solidFill>
              </a:rPr>
              <a:t>对输出报文</a:t>
            </a:r>
          </a:p>
          <a:p>
            <a:pPr eaLnBrk="1" hangingPunct="1">
              <a:lnSpc>
                <a:spcPct val="130000"/>
              </a:lnSpc>
              <a:buFont typeface="Wingdings" panose="05000000000000000000" pitchFamily="2" charset="2"/>
              <a:buNone/>
            </a:pPr>
            <a:r>
              <a:rPr lang="zh-CN" altLang="en-US" dirty="0"/>
              <a:t>     对于输出数据报文，</a:t>
            </a:r>
            <a:r>
              <a:rPr lang="en-US" altLang="zh-CN" dirty="0"/>
              <a:t>IPSec </a:t>
            </a:r>
            <a:r>
              <a:rPr lang="zh-CN" altLang="en-US" dirty="0"/>
              <a:t>协议要先查询</a:t>
            </a:r>
            <a:r>
              <a:rPr lang="en-US" altLang="zh-CN" dirty="0"/>
              <a:t>SPD</a:t>
            </a:r>
            <a:r>
              <a:rPr lang="zh-CN" altLang="en-US" dirty="0"/>
              <a:t>，确定为数据报文应使用的安全策略。如果检索到的数据策略是应用</a:t>
            </a:r>
            <a:r>
              <a:rPr lang="en-US" altLang="zh-CN" dirty="0"/>
              <a:t>IPSec</a:t>
            </a:r>
            <a:r>
              <a:rPr lang="zh-CN" altLang="en-US" dirty="0"/>
              <a:t>，再查询</a:t>
            </a:r>
            <a:r>
              <a:rPr lang="en-US" altLang="zh-CN" dirty="0"/>
              <a:t>SAD</a:t>
            </a:r>
            <a:r>
              <a:rPr lang="zh-CN" altLang="en-US" dirty="0"/>
              <a:t>，确定是否存在有效的</a:t>
            </a:r>
            <a:r>
              <a:rPr lang="en-US" altLang="zh-CN" dirty="0"/>
              <a:t>SA</a:t>
            </a:r>
          </a:p>
          <a:p>
            <a:pPr eaLnBrk="1" hangingPunct="1">
              <a:lnSpc>
                <a:spcPct val="130000"/>
              </a:lnSpc>
              <a:buFont typeface="Wingdings" panose="05000000000000000000" pitchFamily="2" charset="2"/>
              <a:buNone/>
            </a:pPr>
            <a:r>
              <a:rPr lang="en-US" altLang="zh-CN" dirty="0"/>
              <a:t>     </a:t>
            </a:r>
            <a:r>
              <a:rPr lang="zh-CN" altLang="en-US" b="1" u="sng" dirty="0">
                <a:solidFill>
                  <a:schemeClr val="hlink"/>
                </a:solidFill>
              </a:rPr>
              <a:t>若存在有效的</a:t>
            </a:r>
            <a:r>
              <a:rPr lang="en-US" altLang="zh-CN" b="1" u="sng" dirty="0">
                <a:solidFill>
                  <a:schemeClr val="hlink"/>
                </a:solidFill>
              </a:rPr>
              <a:t>SA</a:t>
            </a:r>
            <a:r>
              <a:rPr lang="zh-CN" altLang="en-US" dirty="0"/>
              <a:t>，则取出相应的参数，将数据包封装</a:t>
            </a:r>
            <a:r>
              <a:rPr lang="en-US" altLang="zh-CN" dirty="0"/>
              <a:t>(</a:t>
            </a:r>
            <a:r>
              <a:rPr lang="zh-CN" altLang="en-US" dirty="0"/>
              <a:t>包括加密、验证，添加</a:t>
            </a:r>
            <a:r>
              <a:rPr lang="en-US" altLang="zh-CN" dirty="0"/>
              <a:t>IPSec</a:t>
            </a:r>
            <a:r>
              <a:rPr lang="zh-CN" altLang="en-US" dirty="0"/>
              <a:t>头和</a:t>
            </a:r>
            <a:r>
              <a:rPr lang="en-US" altLang="zh-CN" dirty="0"/>
              <a:t>IP</a:t>
            </a:r>
            <a:r>
              <a:rPr lang="zh-CN" altLang="en-US" dirty="0"/>
              <a:t>头等</a:t>
            </a:r>
            <a:r>
              <a:rPr lang="en-US" altLang="zh-CN" dirty="0"/>
              <a:t>),</a:t>
            </a:r>
            <a:r>
              <a:rPr lang="zh-CN" altLang="en-US" dirty="0"/>
              <a:t>然后发送</a:t>
            </a:r>
          </a:p>
          <a:p>
            <a:pPr eaLnBrk="1" hangingPunct="1">
              <a:lnSpc>
                <a:spcPct val="130000"/>
              </a:lnSpc>
              <a:buFont typeface="Wingdings" panose="05000000000000000000" pitchFamily="2" charset="2"/>
              <a:buNone/>
            </a:pPr>
            <a:r>
              <a:rPr lang="zh-CN" altLang="en-US" dirty="0"/>
              <a:t>     </a:t>
            </a:r>
            <a:r>
              <a:rPr lang="zh-CN" altLang="en-US" b="1" u="sng" dirty="0">
                <a:solidFill>
                  <a:schemeClr val="hlink"/>
                </a:solidFill>
              </a:rPr>
              <a:t>若尚未建立</a:t>
            </a:r>
            <a:r>
              <a:rPr lang="en-US" altLang="zh-CN" b="1" u="sng" dirty="0">
                <a:solidFill>
                  <a:schemeClr val="hlink"/>
                </a:solidFill>
              </a:rPr>
              <a:t>SA</a:t>
            </a:r>
            <a:r>
              <a:rPr lang="zh-CN" altLang="en-US" dirty="0"/>
              <a:t>，则启动或触发</a:t>
            </a:r>
            <a:r>
              <a:rPr lang="en-US" altLang="zh-CN" dirty="0"/>
              <a:t>IKE </a:t>
            </a:r>
            <a:r>
              <a:rPr lang="zh-CN" altLang="en-US" dirty="0"/>
              <a:t>协商，协商成功后按前一步骤处理，不成功则应将数据包丢弃，并记录出错信息</a:t>
            </a:r>
          </a:p>
          <a:p>
            <a:pPr eaLnBrk="1" hangingPunct="1">
              <a:lnSpc>
                <a:spcPct val="130000"/>
              </a:lnSpc>
              <a:buFont typeface="Wingdings" panose="05000000000000000000" pitchFamily="2" charset="2"/>
              <a:buNone/>
            </a:pPr>
            <a:r>
              <a:rPr lang="zh-CN" altLang="en-US" dirty="0"/>
              <a:t>     </a:t>
            </a:r>
            <a:r>
              <a:rPr lang="zh-CN" altLang="en-US" b="1" u="sng" dirty="0">
                <a:solidFill>
                  <a:schemeClr val="hlink"/>
                </a:solidFill>
              </a:rPr>
              <a:t>存在</a:t>
            </a:r>
            <a:r>
              <a:rPr lang="en-US" altLang="zh-CN" b="1" u="sng" dirty="0">
                <a:solidFill>
                  <a:schemeClr val="hlink"/>
                </a:solidFill>
              </a:rPr>
              <a:t>SA</a:t>
            </a:r>
            <a:r>
              <a:rPr lang="zh-CN" altLang="en-US" b="1" u="sng" dirty="0">
                <a:solidFill>
                  <a:schemeClr val="hlink"/>
                </a:solidFill>
              </a:rPr>
              <a:t>但无效</a:t>
            </a:r>
            <a:r>
              <a:rPr lang="zh-CN" altLang="en-US" dirty="0"/>
              <a:t>，将此信息向</a:t>
            </a:r>
            <a:r>
              <a:rPr lang="en-US" altLang="zh-CN" dirty="0"/>
              <a:t>IKE </a:t>
            </a:r>
            <a:r>
              <a:rPr lang="zh-CN" altLang="en-US" dirty="0"/>
              <a:t>通告，请求协商新的</a:t>
            </a:r>
            <a:r>
              <a:rPr lang="en-US" altLang="zh-CN" dirty="0"/>
              <a:t>SA</a:t>
            </a:r>
            <a:r>
              <a:rPr lang="zh-CN" altLang="en-US" dirty="0"/>
              <a:t>，协商成功后按</a:t>
            </a:r>
            <a:r>
              <a:rPr lang="en-US" altLang="zh-CN" dirty="0"/>
              <a:t>1</a:t>
            </a:r>
            <a:r>
              <a:rPr lang="zh-CN" altLang="en-US" dirty="0"/>
              <a:t>）中的步骤处理，不成功则应将数据包丢弃，并记录出错信息</a:t>
            </a:r>
          </a:p>
        </p:txBody>
      </p:sp>
    </p:spTree>
    <p:extLst>
      <p:ext uri="{BB962C8B-B14F-4D97-AF65-F5344CB8AC3E}">
        <p14:creationId xmlns:p14="http://schemas.microsoft.com/office/powerpoint/2010/main" val="292332604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51753"/>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7282" name="Rectangle 3"/>
          <p:cNvSpPr>
            <a:spLocks noGrp="1" noChangeArrowheads="1"/>
          </p:cNvSpPr>
          <p:nvPr>
            <p:ph idx="1"/>
          </p:nvPr>
        </p:nvSpPr>
        <p:spPr>
          <a:xfrm>
            <a:off x="314308" y="788481"/>
            <a:ext cx="8654593" cy="4114800"/>
          </a:xfrm>
        </p:spPr>
        <p:txBody>
          <a:bodyPr/>
          <a:lstStyle/>
          <a:p>
            <a:pPr eaLnBrk="1" hangingPunct="1">
              <a:buFont typeface="Wingdings" panose="05000000000000000000" pitchFamily="2" charset="2"/>
              <a:buNone/>
            </a:pPr>
            <a:r>
              <a:rPr lang="en-US" altLang="zh-CN" b="1" dirty="0">
                <a:solidFill>
                  <a:schemeClr val="hlink"/>
                </a:solidFill>
              </a:rPr>
              <a:t>2) </a:t>
            </a:r>
            <a:r>
              <a:rPr lang="zh-CN" altLang="en-US" b="1" dirty="0">
                <a:solidFill>
                  <a:schemeClr val="hlink"/>
                </a:solidFill>
              </a:rPr>
              <a:t>对输入报文</a:t>
            </a:r>
          </a:p>
          <a:p>
            <a:pPr marL="342900" indent="-342900" eaLnBrk="1" hangingPunct="1">
              <a:buFont typeface="+mj-ea"/>
              <a:buAutoNum type="circleNumDbPlain"/>
            </a:pPr>
            <a:r>
              <a:rPr lang="en-US" altLang="zh-CN" smtClean="0"/>
              <a:t>IPSec</a:t>
            </a:r>
            <a:r>
              <a:rPr lang="zh-CN" altLang="en-US" dirty="0"/>
              <a:t>协议先查询</a:t>
            </a:r>
            <a:r>
              <a:rPr lang="en-US" altLang="zh-CN" dirty="0"/>
              <a:t>SAD</a:t>
            </a:r>
            <a:r>
              <a:rPr lang="zh-CN" altLang="en-US" dirty="0"/>
              <a:t>。如得到有效的</a:t>
            </a:r>
            <a:r>
              <a:rPr lang="en-US" altLang="zh-CN" dirty="0"/>
              <a:t>SA</a:t>
            </a:r>
            <a:r>
              <a:rPr lang="zh-CN" altLang="en-US" dirty="0"/>
              <a:t>，则对数据包进行解封</a:t>
            </a:r>
            <a:r>
              <a:rPr lang="en-US" altLang="zh-CN" dirty="0"/>
              <a:t>(</a:t>
            </a:r>
            <a:r>
              <a:rPr lang="zh-CN" altLang="en-US"/>
              <a:t>还原</a:t>
            </a:r>
            <a:r>
              <a:rPr lang="en-US" altLang="zh-CN" smtClean="0"/>
              <a:t>)</a:t>
            </a:r>
            <a:endParaRPr lang="en-US" altLang="zh-CN" dirty="0"/>
          </a:p>
          <a:p>
            <a:pPr marL="342900" indent="-342900" eaLnBrk="1" hangingPunct="1">
              <a:buFont typeface="+mj-ea"/>
              <a:buAutoNum type="circleNumDbPlain"/>
            </a:pPr>
            <a:r>
              <a:rPr lang="zh-CN" altLang="en-US" smtClean="0"/>
              <a:t>再</a:t>
            </a:r>
            <a:r>
              <a:rPr lang="zh-CN" altLang="en-US" dirty="0"/>
              <a:t>查询</a:t>
            </a:r>
            <a:r>
              <a:rPr lang="en-US" altLang="zh-CN" dirty="0"/>
              <a:t>SPD</a:t>
            </a:r>
            <a:r>
              <a:rPr lang="zh-CN" altLang="en-US" dirty="0"/>
              <a:t>，验证为该数据包提供的安全保护是否与策略配置的相符。</a:t>
            </a:r>
          </a:p>
          <a:p>
            <a:pPr marL="342900" indent="-342900" eaLnBrk="1" hangingPunct="1">
              <a:buFont typeface="+mj-ea"/>
              <a:buAutoNum type="circleNumDbPlain"/>
            </a:pPr>
            <a:r>
              <a:rPr lang="zh-CN" altLang="en-US" smtClean="0"/>
              <a:t>如</a:t>
            </a:r>
            <a:r>
              <a:rPr lang="zh-CN" altLang="en-US" dirty="0"/>
              <a:t>相符，则将还原后的数据包交给</a:t>
            </a:r>
            <a:r>
              <a:rPr lang="en-US" altLang="zh-CN" dirty="0"/>
              <a:t>TCP</a:t>
            </a:r>
            <a:r>
              <a:rPr lang="zh-CN" altLang="en-US" dirty="0"/>
              <a:t>层或转发。</a:t>
            </a:r>
          </a:p>
          <a:p>
            <a:pPr marL="342900" indent="-342900" eaLnBrk="1" hangingPunct="1">
              <a:buFont typeface="+mj-ea"/>
              <a:buAutoNum type="circleNumDbPlain"/>
            </a:pPr>
            <a:r>
              <a:rPr lang="zh-CN" altLang="en-US" smtClean="0"/>
              <a:t>如</a:t>
            </a:r>
            <a:r>
              <a:rPr lang="zh-CN" altLang="en-US" dirty="0"/>
              <a:t>不相符，或要求应用</a:t>
            </a:r>
            <a:r>
              <a:rPr lang="en-US" altLang="zh-CN"/>
              <a:t>IPSec </a:t>
            </a:r>
            <a:endParaRPr lang="en-US" altLang="zh-CN" smtClean="0"/>
          </a:p>
          <a:p>
            <a:pPr marL="342900" indent="-342900" eaLnBrk="1" hangingPunct="1">
              <a:buFont typeface="+mj-ea"/>
              <a:buAutoNum type="circleNumDbPlain"/>
            </a:pPr>
            <a:r>
              <a:rPr lang="zh-CN" altLang="en-US" smtClean="0"/>
              <a:t>但</a:t>
            </a:r>
            <a:r>
              <a:rPr lang="zh-CN" altLang="en-US" dirty="0"/>
              <a:t>未建立</a:t>
            </a:r>
            <a:r>
              <a:rPr lang="en-US" altLang="zh-CN" dirty="0"/>
              <a:t>SA</a:t>
            </a:r>
            <a:r>
              <a:rPr lang="zh-CN" altLang="en-US" dirty="0"/>
              <a:t>，或</a:t>
            </a:r>
            <a:r>
              <a:rPr lang="en-US" altLang="zh-CN" dirty="0"/>
              <a:t>SA</a:t>
            </a:r>
            <a:r>
              <a:rPr lang="zh-CN" altLang="en-US"/>
              <a:t>无效</a:t>
            </a:r>
            <a:r>
              <a:rPr lang="zh-CN" altLang="en-US" smtClean="0"/>
              <a:t>，则</a:t>
            </a:r>
            <a:r>
              <a:rPr lang="zh-CN" altLang="en-US" dirty="0"/>
              <a:t>将数据包丢弃，并记录出错信息</a:t>
            </a:r>
          </a:p>
        </p:txBody>
      </p:sp>
    </p:spTree>
    <p:extLst>
      <p:ext uri="{BB962C8B-B14F-4D97-AF65-F5344CB8AC3E}">
        <p14:creationId xmlns:p14="http://schemas.microsoft.com/office/powerpoint/2010/main" val="11342241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Line 1193"/>
          <p:cNvSpPr>
            <a:spLocks noChangeShapeType="1"/>
          </p:cNvSpPr>
          <p:nvPr/>
        </p:nvSpPr>
        <p:spPr bwMode="auto">
          <a:xfrm>
            <a:off x="2133600" y="6400800"/>
            <a:ext cx="44196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6" name="Line 49"/>
          <p:cNvSpPr>
            <a:spLocks noChangeShapeType="1"/>
          </p:cNvSpPr>
          <p:nvPr/>
        </p:nvSpPr>
        <p:spPr bwMode="auto">
          <a:xfrm>
            <a:off x="2438400" y="3581400"/>
            <a:ext cx="44640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a:lstStyle/>
          <a:p>
            <a:endParaRPr lang="zh-CN" altLang="en-US"/>
          </a:p>
        </p:txBody>
      </p:sp>
      <p:sp>
        <p:nvSpPr>
          <p:cNvPr id="67587" name="Line 51"/>
          <p:cNvSpPr>
            <a:spLocks noChangeShapeType="1"/>
          </p:cNvSpPr>
          <p:nvPr/>
        </p:nvSpPr>
        <p:spPr bwMode="auto">
          <a:xfrm>
            <a:off x="2438400" y="3581400"/>
            <a:ext cx="0" cy="2492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a:lstStyle/>
          <a:p>
            <a:endParaRPr lang="zh-CN" altLang="en-US"/>
          </a:p>
        </p:txBody>
      </p:sp>
      <p:sp>
        <p:nvSpPr>
          <p:cNvPr id="67588" name="Line 52"/>
          <p:cNvSpPr>
            <a:spLocks noChangeShapeType="1"/>
          </p:cNvSpPr>
          <p:nvPr/>
        </p:nvSpPr>
        <p:spPr bwMode="auto">
          <a:xfrm>
            <a:off x="6902450" y="3581400"/>
            <a:ext cx="0" cy="2492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a:lstStyle/>
          <a:p>
            <a:endParaRPr lang="zh-CN" altLang="en-US"/>
          </a:p>
        </p:txBody>
      </p:sp>
      <p:sp>
        <p:nvSpPr>
          <p:cNvPr id="67589" name="Line 94"/>
          <p:cNvSpPr>
            <a:spLocks noChangeShapeType="1"/>
          </p:cNvSpPr>
          <p:nvPr/>
        </p:nvSpPr>
        <p:spPr bwMode="auto">
          <a:xfrm>
            <a:off x="2362200" y="4267200"/>
            <a:ext cx="0" cy="2492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a:lstStyle/>
          <a:p>
            <a:endParaRPr lang="zh-CN" altLang="en-US"/>
          </a:p>
        </p:txBody>
      </p:sp>
      <p:sp>
        <p:nvSpPr>
          <p:cNvPr id="67590" name="Line 95"/>
          <p:cNvSpPr>
            <a:spLocks noChangeShapeType="1"/>
          </p:cNvSpPr>
          <p:nvPr/>
        </p:nvSpPr>
        <p:spPr bwMode="auto">
          <a:xfrm>
            <a:off x="6672263" y="4267200"/>
            <a:ext cx="0" cy="2492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a:lstStyle/>
          <a:p>
            <a:endParaRPr lang="zh-CN" altLang="en-US"/>
          </a:p>
        </p:txBody>
      </p:sp>
      <p:grpSp>
        <p:nvGrpSpPr>
          <p:cNvPr id="67591" name="Group 1183"/>
          <p:cNvGrpSpPr>
            <a:grpSpLocks/>
          </p:cNvGrpSpPr>
          <p:nvPr/>
        </p:nvGrpSpPr>
        <p:grpSpPr bwMode="auto">
          <a:xfrm>
            <a:off x="6553200" y="6019800"/>
            <a:ext cx="1752600" cy="609600"/>
            <a:chOff x="3360" y="3744"/>
            <a:chExt cx="1104" cy="384"/>
          </a:xfrm>
        </p:grpSpPr>
        <p:pic>
          <p:nvPicPr>
            <p:cNvPr id="67592" name="Picture 15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 y="3744"/>
              <a:ext cx="11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7593" name="Text Box 159"/>
            <p:cNvSpPr txBox="1">
              <a:spLocks noChangeArrowheads="1"/>
            </p:cNvSpPr>
            <p:nvPr/>
          </p:nvSpPr>
          <p:spPr bwMode="auto">
            <a:xfrm>
              <a:off x="3600" y="3840"/>
              <a:ext cx="8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buFontTx/>
                <a:buNone/>
              </a:pPr>
              <a:r>
                <a:rPr lang="en-US" altLang="zh-CN" sz="1600"/>
                <a:t>Internet</a:t>
              </a:r>
            </a:p>
          </p:txBody>
        </p:sp>
      </p:grpSp>
      <p:pic>
        <p:nvPicPr>
          <p:cNvPr id="67594" name="Object 1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5715001"/>
            <a:ext cx="8382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5" name="Object 1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5715001"/>
            <a:ext cx="8382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6" name="Text Box 179"/>
          <p:cNvSpPr txBox="1">
            <a:spLocks noChangeArrowheads="1"/>
          </p:cNvSpPr>
          <p:nvPr/>
        </p:nvSpPr>
        <p:spPr bwMode="auto">
          <a:xfrm>
            <a:off x="9574214" y="6096000"/>
            <a:ext cx="10937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p>
            <a:pPr algn="ctr" eaLnBrk="0" hangingPunct="0"/>
            <a:r>
              <a:rPr lang="en-US" altLang="zh-CN" sz="1400"/>
              <a:t>VPN</a:t>
            </a:r>
            <a:r>
              <a:rPr lang="zh-CN" altLang="en-US" sz="1400"/>
              <a:t>网关</a:t>
            </a:r>
            <a:r>
              <a:rPr lang="en-US" altLang="zh-CN" sz="1400"/>
              <a:t>B</a:t>
            </a:r>
          </a:p>
        </p:txBody>
      </p:sp>
      <p:grpSp>
        <p:nvGrpSpPr>
          <p:cNvPr id="67597" name="Group 180"/>
          <p:cNvGrpSpPr>
            <a:grpSpLocks/>
          </p:cNvGrpSpPr>
          <p:nvPr/>
        </p:nvGrpSpPr>
        <p:grpSpPr bwMode="auto">
          <a:xfrm>
            <a:off x="1752600" y="914400"/>
            <a:ext cx="1295400" cy="1219200"/>
            <a:chOff x="1152" y="1824"/>
            <a:chExt cx="1200" cy="1104"/>
          </a:xfrm>
        </p:grpSpPr>
        <p:sp>
          <p:nvSpPr>
            <p:cNvPr id="67598" name="Oval 181"/>
            <p:cNvSpPr>
              <a:spLocks noChangeArrowheads="1"/>
            </p:cNvSpPr>
            <p:nvPr/>
          </p:nvSpPr>
          <p:spPr bwMode="auto">
            <a:xfrm>
              <a:off x="1152" y="1824"/>
              <a:ext cx="1200" cy="1104"/>
            </a:xfrm>
            <a:prstGeom prst="ellipse">
              <a:avLst/>
            </a:prstGeom>
            <a:noFill/>
            <a:ln w="38100" cmpd="dbl">
              <a:solidFill>
                <a:srgbClr val="FFCC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p>
          </p:txBody>
        </p:sp>
        <p:sp>
          <p:nvSpPr>
            <p:cNvPr id="67599" name="Line 182"/>
            <p:cNvSpPr>
              <a:spLocks noChangeShapeType="1"/>
            </p:cNvSpPr>
            <p:nvPr/>
          </p:nvSpPr>
          <p:spPr bwMode="auto">
            <a:xfrm>
              <a:off x="1400" y="2343"/>
              <a:ext cx="0" cy="8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0" name="Line 183"/>
            <p:cNvSpPr>
              <a:spLocks noChangeShapeType="1"/>
            </p:cNvSpPr>
            <p:nvPr/>
          </p:nvSpPr>
          <p:spPr bwMode="auto">
            <a:xfrm>
              <a:off x="1579" y="2321"/>
              <a:ext cx="0" cy="11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1" name="Line 184"/>
            <p:cNvSpPr>
              <a:spLocks noChangeShapeType="1"/>
            </p:cNvSpPr>
            <p:nvPr/>
          </p:nvSpPr>
          <p:spPr bwMode="auto">
            <a:xfrm>
              <a:off x="1776" y="2321"/>
              <a:ext cx="0" cy="11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2" name="Line 185"/>
            <p:cNvSpPr>
              <a:spLocks noChangeShapeType="1"/>
            </p:cNvSpPr>
            <p:nvPr/>
          </p:nvSpPr>
          <p:spPr bwMode="auto">
            <a:xfrm>
              <a:off x="2024" y="2360"/>
              <a:ext cx="0" cy="8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7603" name="Picture 18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17" y="2191"/>
              <a:ext cx="152"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7604" name="Object 18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5" name="Picture 18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9" y="2191"/>
              <a:ext cx="153"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7606" name="Picture 18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05" y="2208"/>
              <a:ext cx="265"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7" name="Picture 190"/>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04" y="2496"/>
              <a:ext cx="11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7608" name="Rectangle 191"/>
            <p:cNvSpPr>
              <a:spLocks noChangeArrowheads="1"/>
            </p:cNvSpPr>
            <p:nvPr/>
          </p:nvSpPr>
          <p:spPr bwMode="auto">
            <a:xfrm>
              <a:off x="1553" y="2016"/>
              <a:ext cx="50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spcBef>
                  <a:spcPct val="0"/>
                </a:spcBef>
                <a:buFontTx/>
                <a:buNone/>
              </a:pPr>
              <a:r>
                <a:rPr lang="zh-CN" altLang="en-US" sz="1200"/>
                <a:t>公司</a:t>
              </a:r>
              <a:r>
                <a:rPr lang="en-US" altLang="zh-CN" sz="1200"/>
                <a:t>A</a:t>
              </a:r>
            </a:p>
          </p:txBody>
        </p:sp>
        <p:sp>
          <p:nvSpPr>
            <p:cNvPr id="67609" name="Line 192"/>
            <p:cNvSpPr>
              <a:spLocks noChangeShapeType="1"/>
            </p:cNvSpPr>
            <p:nvPr/>
          </p:nvSpPr>
          <p:spPr bwMode="auto">
            <a:xfrm>
              <a:off x="1662" y="2431"/>
              <a:ext cx="0" cy="6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10" name="Line 193"/>
            <p:cNvSpPr>
              <a:spLocks noChangeShapeType="1"/>
            </p:cNvSpPr>
            <p:nvPr/>
          </p:nvSpPr>
          <p:spPr bwMode="auto">
            <a:xfrm>
              <a:off x="1303" y="2448"/>
              <a:ext cx="802"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7611" name="Object 19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12" name="Line 195"/>
            <p:cNvSpPr>
              <a:spLocks noChangeShapeType="1"/>
            </p:cNvSpPr>
            <p:nvPr/>
          </p:nvSpPr>
          <p:spPr bwMode="auto">
            <a:xfrm>
              <a:off x="1920" y="2448"/>
              <a:ext cx="0" cy="96"/>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497" name="Line 197"/>
          <p:cNvSpPr>
            <a:spLocks noChangeShapeType="1"/>
          </p:cNvSpPr>
          <p:nvPr/>
        </p:nvSpPr>
        <p:spPr bwMode="auto">
          <a:xfrm>
            <a:off x="2286000" y="6400800"/>
            <a:ext cx="4267200" cy="0"/>
          </a:xfrm>
          <a:prstGeom prst="line">
            <a:avLst/>
          </a:prstGeom>
          <a:noFill/>
          <a:ln w="76200">
            <a:pattFill prst="sphere">
              <a:fgClr>
                <a:srgbClr val="6666FF"/>
              </a:fgClr>
              <a:bgClr>
                <a:schemeClr val="hlink"/>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1198"/>
          <p:cNvGrpSpPr>
            <a:grpSpLocks/>
          </p:cNvGrpSpPr>
          <p:nvPr/>
        </p:nvGrpSpPr>
        <p:grpSpPr bwMode="auto">
          <a:xfrm>
            <a:off x="3962400" y="2209800"/>
            <a:ext cx="3124200" cy="1143000"/>
            <a:chOff x="1536" y="1344"/>
            <a:chExt cx="1968" cy="807"/>
          </a:xfrm>
        </p:grpSpPr>
        <p:sp>
          <p:nvSpPr>
            <p:cNvPr id="67615" name="Rectangle 544"/>
            <p:cNvSpPr>
              <a:spLocks noChangeArrowheads="1"/>
            </p:cNvSpPr>
            <p:nvPr/>
          </p:nvSpPr>
          <p:spPr bwMode="auto">
            <a:xfrm>
              <a:off x="2694" y="1837"/>
              <a:ext cx="810" cy="157"/>
            </a:xfrm>
            <a:prstGeom prst="rect">
              <a:avLst/>
            </a:prstGeom>
            <a:gradFill rotWithShape="0">
              <a:gsLst>
                <a:gs pos="0">
                  <a:schemeClr val="bg1"/>
                </a:gs>
                <a:gs pos="100000">
                  <a:schemeClr val="accent2"/>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AH</a:t>
              </a:r>
            </a:p>
          </p:txBody>
        </p:sp>
        <p:sp>
          <p:nvSpPr>
            <p:cNvPr id="67616" name="Rectangle 542"/>
            <p:cNvSpPr>
              <a:spLocks noChangeArrowheads="1"/>
            </p:cNvSpPr>
            <p:nvPr/>
          </p:nvSpPr>
          <p:spPr bwMode="auto">
            <a:xfrm>
              <a:off x="1796" y="1837"/>
              <a:ext cx="898" cy="157"/>
            </a:xfrm>
            <a:prstGeom prst="rect">
              <a:avLst/>
            </a:prstGeom>
            <a:gradFill rotWithShape="0">
              <a:gsLst>
                <a:gs pos="0">
                  <a:schemeClr val="bg1"/>
                </a:gs>
                <a:gs pos="100000">
                  <a:schemeClr val="accent2"/>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192.168.2.34</a:t>
              </a:r>
            </a:p>
          </p:txBody>
        </p:sp>
        <p:sp>
          <p:nvSpPr>
            <p:cNvPr id="67617" name="Rectangle 540"/>
            <p:cNvSpPr>
              <a:spLocks noChangeArrowheads="1"/>
            </p:cNvSpPr>
            <p:nvPr/>
          </p:nvSpPr>
          <p:spPr bwMode="auto">
            <a:xfrm>
              <a:off x="1536" y="1837"/>
              <a:ext cx="260" cy="157"/>
            </a:xfrm>
            <a:prstGeom prst="rect">
              <a:avLst/>
            </a:prstGeom>
            <a:gradFill rotWithShape="0">
              <a:gsLst>
                <a:gs pos="0">
                  <a:schemeClr val="bg1"/>
                </a:gs>
                <a:gs pos="100000">
                  <a:schemeClr val="accent2"/>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258</a:t>
              </a:r>
            </a:p>
          </p:txBody>
        </p:sp>
        <p:sp>
          <p:nvSpPr>
            <p:cNvPr id="67618" name="Rectangle 538"/>
            <p:cNvSpPr>
              <a:spLocks noChangeArrowheads="1"/>
            </p:cNvSpPr>
            <p:nvPr/>
          </p:nvSpPr>
          <p:spPr bwMode="auto">
            <a:xfrm>
              <a:off x="2694" y="1994"/>
              <a:ext cx="810" cy="157"/>
            </a:xfrm>
            <a:prstGeom prst="rect">
              <a:avLst/>
            </a:prstGeom>
            <a:gradFill rotWithShape="0">
              <a:gsLst>
                <a:gs pos="0">
                  <a:schemeClr val="bg1"/>
                </a:gs>
                <a:gs pos="100000">
                  <a:schemeClr val="accent2"/>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ESP</a:t>
              </a:r>
            </a:p>
          </p:txBody>
        </p:sp>
        <p:sp>
          <p:nvSpPr>
            <p:cNvPr id="67619" name="Rectangle 536"/>
            <p:cNvSpPr>
              <a:spLocks noChangeArrowheads="1"/>
            </p:cNvSpPr>
            <p:nvPr/>
          </p:nvSpPr>
          <p:spPr bwMode="auto">
            <a:xfrm>
              <a:off x="1796" y="1994"/>
              <a:ext cx="898" cy="157"/>
            </a:xfrm>
            <a:prstGeom prst="rect">
              <a:avLst/>
            </a:prstGeom>
            <a:gradFill rotWithShape="0">
              <a:gsLst>
                <a:gs pos="0">
                  <a:schemeClr val="bg1"/>
                </a:gs>
                <a:gs pos="100000">
                  <a:schemeClr val="accent2"/>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192.168.2.34</a:t>
              </a:r>
            </a:p>
          </p:txBody>
        </p:sp>
        <p:sp>
          <p:nvSpPr>
            <p:cNvPr id="67620" name="Rectangle 534"/>
            <p:cNvSpPr>
              <a:spLocks noChangeArrowheads="1"/>
            </p:cNvSpPr>
            <p:nvPr/>
          </p:nvSpPr>
          <p:spPr bwMode="auto">
            <a:xfrm>
              <a:off x="1536" y="1994"/>
              <a:ext cx="260" cy="157"/>
            </a:xfrm>
            <a:prstGeom prst="rect">
              <a:avLst/>
            </a:prstGeom>
            <a:gradFill rotWithShape="0">
              <a:gsLst>
                <a:gs pos="0">
                  <a:schemeClr val="bg1"/>
                </a:gs>
                <a:gs pos="100000">
                  <a:schemeClr val="accent2"/>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259</a:t>
              </a:r>
            </a:p>
          </p:txBody>
        </p:sp>
        <p:sp>
          <p:nvSpPr>
            <p:cNvPr id="67621" name="Rectangle 249"/>
            <p:cNvSpPr>
              <a:spLocks noChangeArrowheads="1"/>
            </p:cNvSpPr>
            <p:nvPr/>
          </p:nvSpPr>
          <p:spPr bwMode="auto">
            <a:xfrm>
              <a:off x="2694" y="1680"/>
              <a:ext cx="810" cy="157"/>
            </a:xfrm>
            <a:prstGeom prst="rect">
              <a:avLst/>
            </a:prstGeom>
            <a:gradFill rotWithShape="0">
              <a:gsLst>
                <a:gs pos="0">
                  <a:srgbClr val="FFCCFF"/>
                </a:gs>
                <a:gs pos="100000">
                  <a:schemeClr val="hlink"/>
                </a:gs>
              </a:gsLst>
              <a:lin ang="189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ESP</a:t>
              </a:r>
            </a:p>
          </p:txBody>
        </p:sp>
        <p:sp>
          <p:nvSpPr>
            <p:cNvPr id="67622" name="Rectangle 248"/>
            <p:cNvSpPr>
              <a:spLocks noChangeArrowheads="1"/>
            </p:cNvSpPr>
            <p:nvPr/>
          </p:nvSpPr>
          <p:spPr bwMode="auto">
            <a:xfrm>
              <a:off x="1796" y="1680"/>
              <a:ext cx="898" cy="157"/>
            </a:xfrm>
            <a:prstGeom prst="rect">
              <a:avLst/>
            </a:prstGeom>
            <a:gradFill rotWithShape="0">
              <a:gsLst>
                <a:gs pos="0">
                  <a:srgbClr val="FFCCFF"/>
                </a:gs>
                <a:gs pos="100000">
                  <a:schemeClr val="hlink"/>
                </a:gs>
              </a:gsLst>
              <a:lin ang="189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192.168.1.25</a:t>
              </a:r>
            </a:p>
          </p:txBody>
        </p:sp>
        <p:sp>
          <p:nvSpPr>
            <p:cNvPr id="67623" name="Rectangle 247"/>
            <p:cNvSpPr>
              <a:spLocks noChangeArrowheads="1"/>
            </p:cNvSpPr>
            <p:nvPr/>
          </p:nvSpPr>
          <p:spPr bwMode="auto">
            <a:xfrm>
              <a:off x="1536" y="1680"/>
              <a:ext cx="260" cy="157"/>
            </a:xfrm>
            <a:prstGeom prst="rect">
              <a:avLst/>
            </a:prstGeom>
            <a:gradFill rotWithShape="0">
              <a:gsLst>
                <a:gs pos="0">
                  <a:srgbClr val="FFCCFF"/>
                </a:gs>
                <a:gs pos="100000">
                  <a:schemeClr val="hlink"/>
                </a:gs>
              </a:gsLst>
              <a:lin ang="189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257</a:t>
              </a:r>
            </a:p>
          </p:txBody>
        </p:sp>
        <p:sp>
          <p:nvSpPr>
            <p:cNvPr id="67624" name="Rectangle 246"/>
            <p:cNvSpPr>
              <a:spLocks noChangeArrowheads="1"/>
            </p:cNvSpPr>
            <p:nvPr/>
          </p:nvSpPr>
          <p:spPr bwMode="auto">
            <a:xfrm>
              <a:off x="2694" y="1501"/>
              <a:ext cx="810" cy="179"/>
            </a:xfrm>
            <a:prstGeom prst="rect">
              <a:avLst/>
            </a:prstGeom>
            <a:gradFill rotWithShape="0">
              <a:gsLst>
                <a:gs pos="0">
                  <a:srgbClr val="FFCCFF"/>
                </a:gs>
                <a:gs pos="100000">
                  <a:schemeClr val="hlink"/>
                </a:gs>
              </a:gsLst>
              <a:lin ang="189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AH</a:t>
              </a:r>
            </a:p>
          </p:txBody>
        </p:sp>
        <p:sp>
          <p:nvSpPr>
            <p:cNvPr id="67625" name="Rectangle 245"/>
            <p:cNvSpPr>
              <a:spLocks noChangeArrowheads="1"/>
            </p:cNvSpPr>
            <p:nvPr/>
          </p:nvSpPr>
          <p:spPr bwMode="auto">
            <a:xfrm>
              <a:off x="1796" y="1501"/>
              <a:ext cx="898" cy="179"/>
            </a:xfrm>
            <a:prstGeom prst="rect">
              <a:avLst/>
            </a:prstGeom>
            <a:gradFill rotWithShape="0">
              <a:gsLst>
                <a:gs pos="0">
                  <a:srgbClr val="FFCCFF"/>
                </a:gs>
                <a:gs pos="100000">
                  <a:schemeClr val="hlink"/>
                </a:gs>
              </a:gsLst>
              <a:lin ang="189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192.168.1.25</a:t>
              </a:r>
            </a:p>
          </p:txBody>
        </p:sp>
        <p:sp>
          <p:nvSpPr>
            <p:cNvPr id="67626" name="Rectangle 244"/>
            <p:cNvSpPr>
              <a:spLocks noChangeArrowheads="1"/>
            </p:cNvSpPr>
            <p:nvPr/>
          </p:nvSpPr>
          <p:spPr bwMode="auto">
            <a:xfrm>
              <a:off x="1536" y="1501"/>
              <a:ext cx="260" cy="179"/>
            </a:xfrm>
            <a:prstGeom prst="rect">
              <a:avLst/>
            </a:prstGeom>
            <a:gradFill rotWithShape="0">
              <a:gsLst>
                <a:gs pos="0">
                  <a:srgbClr val="FFCCFF"/>
                </a:gs>
                <a:gs pos="100000">
                  <a:schemeClr val="hlink"/>
                </a:gs>
              </a:gsLst>
              <a:lin ang="189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256</a:t>
              </a:r>
            </a:p>
          </p:txBody>
        </p:sp>
        <p:sp>
          <p:nvSpPr>
            <p:cNvPr id="67627" name="Rectangle 243"/>
            <p:cNvSpPr>
              <a:spLocks noChangeArrowheads="1"/>
            </p:cNvSpPr>
            <p:nvPr/>
          </p:nvSpPr>
          <p:spPr bwMode="auto">
            <a:xfrm>
              <a:off x="2694" y="1344"/>
              <a:ext cx="810" cy="157"/>
            </a:xfrm>
            <a:prstGeom prst="rect">
              <a:avLst/>
            </a:prstGeom>
            <a:solidFill>
              <a:srgbClr val="FF9933"/>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gn="l">
                <a:lnSpc>
                  <a:spcPct val="87000"/>
                </a:lnSpc>
                <a:spcBef>
                  <a:spcPct val="34000"/>
                </a:spcBef>
                <a:buClr>
                  <a:srgbClr val="A50021"/>
                </a:buClr>
                <a:buSzPct val="114000"/>
                <a:buFontTx/>
                <a:buNone/>
              </a:pPr>
              <a:r>
                <a:rPr lang="en-US" altLang="zh-CN" sz="1200"/>
                <a:t>Security Protocol</a:t>
              </a:r>
            </a:p>
          </p:txBody>
        </p:sp>
        <p:sp>
          <p:nvSpPr>
            <p:cNvPr id="67628" name="Rectangle 242"/>
            <p:cNvSpPr>
              <a:spLocks noChangeArrowheads="1"/>
            </p:cNvSpPr>
            <p:nvPr/>
          </p:nvSpPr>
          <p:spPr bwMode="auto">
            <a:xfrm>
              <a:off x="1796" y="1344"/>
              <a:ext cx="898" cy="157"/>
            </a:xfrm>
            <a:prstGeom prst="rect">
              <a:avLst/>
            </a:prstGeom>
            <a:solidFill>
              <a:srgbClr val="FF9933"/>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gn="l">
                <a:lnSpc>
                  <a:spcPct val="87000"/>
                </a:lnSpc>
                <a:spcBef>
                  <a:spcPct val="34000"/>
                </a:spcBef>
                <a:buClr>
                  <a:srgbClr val="A50021"/>
                </a:buClr>
                <a:buSzPct val="114000"/>
                <a:buFontTx/>
                <a:buNone/>
              </a:pPr>
              <a:r>
                <a:rPr lang="en-US" altLang="zh-CN" sz="1200"/>
                <a:t>Destination Address</a:t>
              </a:r>
            </a:p>
          </p:txBody>
        </p:sp>
        <p:sp>
          <p:nvSpPr>
            <p:cNvPr id="67629" name="Rectangle 241"/>
            <p:cNvSpPr>
              <a:spLocks noChangeArrowheads="1"/>
            </p:cNvSpPr>
            <p:nvPr/>
          </p:nvSpPr>
          <p:spPr bwMode="auto">
            <a:xfrm>
              <a:off x="1536" y="1344"/>
              <a:ext cx="260" cy="157"/>
            </a:xfrm>
            <a:prstGeom prst="rect">
              <a:avLst/>
            </a:prstGeom>
            <a:solidFill>
              <a:srgbClr val="FF9933"/>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SPI</a:t>
              </a:r>
            </a:p>
          </p:txBody>
        </p:sp>
        <p:sp>
          <p:nvSpPr>
            <p:cNvPr id="67630" name="Line 250"/>
            <p:cNvSpPr>
              <a:spLocks noChangeShapeType="1"/>
            </p:cNvSpPr>
            <p:nvPr/>
          </p:nvSpPr>
          <p:spPr bwMode="auto">
            <a:xfrm>
              <a:off x="1536" y="1344"/>
              <a:ext cx="1968" cy="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1" name="Line 253"/>
            <p:cNvSpPr>
              <a:spLocks noChangeShapeType="1"/>
            </p:cNvSpPr>
            <p:nvPr/>
          </p:nvSpPr>
          <p:spPr bwMode="auto">
            <a:xfrm>
              <a:off x="1536" y="2151"/>
              <a:ext cx="1968" cy="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2" name="Line 573"/>
            <p:cNvSpPr>
              <a:spLocks noChangeShapeType="1"/>
            </p:cNvSpPr>
            <p:nvPr/>
          </p:nvSpPr>
          <p:spPr bwMode="auto">
            <a:xfrm>
              <a:off x="1536" y="1344"/>
              <a:ext cx="0" cy="807"/>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3" name="Line 574"/>
            <p:cNvSpPr>
              <a:spLocks noChangeShapeType="1"/>
            </p:cNvSpPr>
            <p:nvPr/>
          </p:nvSpPr>
          <p:spPr bwMode="auto">
            <a:xfrm>
              <a:off x="3504" y="1344"/>
              <a:ext cx="0" cy="807"/>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4" name="Line 644"/>
            <p:cNvSpPr>
              <a:spLocks noChangeShapeType="1"/>
            </p:cNvSpPr>
            <p:nvPr/>
          </p:nvSpPr>
          <p:spPr bwMode="auto">
            <a:xfrm>
              <a:off x="1796" y="1344"/>
              <a:ext cx="0" cy="807"/>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5" name="Line 645"/>
            <p:cNvSpPr>
              <a:spLocks noChangeShapeType="1"/>
            </p:cNvSpPr>
            <p:nvPr/>
          </p:nvSpPr>
          <p:spPr bwMode="auto">
            <a:xfrm>
              <a:off x="2694" y="1344"/>
              <a:ext cx="0" cy="807"/>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6" name="Line 646"/>
            <p:cNvSpPr>
              <a:spLocks noChangeShapeType="1"/>
            </p:cNvSpPr>
            <p:nvPr/>
          </p:nvSpPr>
          <p:spPr bwMode="auto">
            <a:xfrm>
              <a:off x="1536" y="1501"/>
              <a:ext cx="1968"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7" name="Line 651"/>
            <p:cNvSpPr>
              <a:spLocks noChangeShapeType="1"/>
            </p:cNvSpPr>
            <p:nvPr/>
          </p:nvSpPr>
          <p:spPr bwMode="auto">
            <a:xfrm>
              <a:off x="1536" y="1680"/>
              <a:ext cx="1968"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8" name="Line 656"/>
            <p:cNvSpPr>
              <a:spLocks noChangeShapeType="1"/>
            </p:cNvSpPr>
            <p:nvPr/>
          </p:nvSpPr>
          <p:spPr bwMode="auto">
            <a:xfrm>
              <a:off x="1536" y="1837"/>
              <a:ext cx="1968"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9" name="Line 661"/>
            <p:cNvSpPr>
              <a:spLocks noChangeShapeType="1"/>
            </p:cNvSpPr>
            <p:nvPr/>
          </p:nvSpPr>
          <p:spPr bwMode="auto">
            <a:xfrm>
              <a:off x="1536" y="1994"/>
              <a:ext cx="1968"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7640" name="Text Box 731"/>
          <p:cNvSpPr txBox="1">
            <a:spLocks noChangeArrowheads="1"/>
          </p:cNvSpPr>
          <p:nvPr/>
        </p:nvSpPr>
        <p:spPr bwMode="auto">
          <a:xfrm>
            <a:off x="1915604" y="732121"/>
            <a:ext cx="120859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p>
            <a:pPr algn="ctr" eaLnBrk="0" hangingPunct="0"/>
            <a:r>
              <a:rPr lang="zh-CN" altLang="en-US" sz="1200"/>
              <a:t>192.168.1.25</a:t>
            </a:r>
          </a:p>
        </p:txBody>
      </p:sp>
      <p:grpSp>
        <p:nvGrpSpPr>
          <p:cNvPr id="67641" name="Group 880"/>
          <p:cNvGrpSpPr>
            <a:grpSpLocks/>
          </p:cNvGrpSpPr>
          <p:nvPr/>
        </p:nvGrpSpPr>
        <p:grpSpPr bwMode="auto">
          <a:xfrm>
            <a:off x="9220200" y="838200"/>
            <a:ext cx="1295400" cy="1219200"/>
            <a:chOff x="1152" y="1824"/>
            <a:chExt cx="1200" cy="1104"/>
          </a:xfrm>
        </p:grpSpPr>
        <p:sp>
          <p:nvSpPr>
            <p:cNvPr id="67642" name="Oval 881"/>
            <p:cNvSpPr>
              <a:spLocks noChangeArrowheads="1"/>
            </p:cNvSpPr>
            <p:nvPr/>
          </p:nvSpPr>
          <p:spPr bwMode="auto">
            <a:xfrm>
              <a:off x="1152" y="1824"/>
              <a:ext cx="1200" cy="1104"/>
            </a:xfrm>
            <a:prstGeom prst="ellipse">
              <a:avLst/>
            </a:prstGeom>
            <a:noFill/>
            <a:ln w="38100" cmpd="dbl">
              <a:solidFill>
                <a:srgbClr val="FFCC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p>
          </p:txBody>
        </p:sp>
        <p:sp>
          <p:nvSpPr>
            <p:cNvPr id="67643" name="Line 882"/>
            <p:cNvSpPr>
              <a:spLocks noChangeShapeType="1"/>
            </p:cNvSpPr>
            <p:nvPr/>
          </p:nvSpPr>
          <p:spPr bwMode="auto">
            <a:xfrm>
              <a:off x="1400" y="2343"/>
              <a:ext cx="0" cy="8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44" name="Line 883"/>
            <p:cNvSpPr>
              <a:spLocks noChangeShapeType="1"/>
            </p:cNvSpPr>
            <p:nvPr/>
          </p:nvSpPr>
          <p:spPr bwMode="auto">
            <a:xfrm>
              <a:off x="1579" y="2321"/>
              <a:ext cx="0" cy="11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45" name="Line 884"/>
            <p:cNvSpPr>
              <a:spLocks noChangeShapeType="1"/>
            </p:cNvSpPr>
            <p:nvPr/>
          </p:nvSpPr>
          <p:spPr bwMode="auto">
            <a:xfrm>
              <a:off x="1776" y="2321"/>
              <a:ext cx="0" cy="11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46" name="Line 885"/>
            <p:cNvSpPr>
              <a:spLocks noChangeShapeType="1"/>
            </p:cNvSpPr>
            <p:nvPr/>
          </p:nvSpPr>
          <p:spPr bwMode="auto">
            <a:xfrm>
              <a:off x="2024" y="2360"/>
              <a:ext cx="0" cy="8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7647" name="Picture 88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17" y="2191"/>
              <a:ext cx="152"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7648" name="Object 88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21" y="2060"/>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49" name="Picture 88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9" y="2191"/>
              <a:ext cx="153"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7650" name="Picture 88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05" y="2208"/>
              <a:ext cx="265"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51" name="Picture 890"/>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04" y="2496"/>
              <a:ext cx="11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7652" name="Rectangle 891"/>
            <p:cNvSpPr>
              <a:spLocks noChangeArrowheads="1"/>
            </p:cNvSpPr>
            <p:nvPr/>
          </p:nvSpPr>
          <p:spPr bwMode="auto">
            <a:xfrm>
              <a:off x="1553" y="2016"/>
              <a:ext cx="50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spcBef>
                  <a:spcPct val="0"/>
                </a:spcBef>
                <a:buFontTx/>
                <a:buNone/>
              </a:pPr>
              <a:r>
                <a:rPr lang="zh-CN" altLang="en-US" sz="1200"/>
                <a:t>公司</a:t>
              </a:r>
              <a:r>
                <a:rPr lang="en-US" altLang="zh-CN" sz="1200"/>
                <a:t>B</a:t>
              </a:r>
            </a:p>
          </p:txBody>
        </p:sp>
        <p:sp>
          <p:nvSpPr>
            <p:cNvPr id="67653" name="Line 892"/>
            <p:cNvSpPr>
              <a:spLocks noChangeShapeType="1"/>
            </p:cNvSpPr>
            <p:nvPr/>
          </p:nvSpPr>
          <p:spPr bwMode="auto">
            <a:xfrm>
              <a:off x="1662" y="2431"/>
              <a:ext cx="0" cy="6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54" name="Line 893"/>
            <p:cNvSpPr>
              <a:spLocks noChangeShapeType="1"/>
            </p:cNvSpPr>
            <p:nvPr/>
          </p:nvSpPr>
          <p:spPr bwMode="auto">
            <a:xfrm>
              <a:off x="1303" y="2448"/>
              <a:ext cx="802"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7655" name="Object 894"/>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776" y="2544"/>
              <a:ext cx="28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56" name="Line 895"/>
            <p:cNvSpPr>
              <a:spLocks noChangeShapeType="1"/>
            </p:cNvSpPr>
            <p:nvPr/>
          </p:nvSpPr>
          <p:spPr bwMode="auto">
            <a:xfrm>
              <a:off x="1920" y="2448"/>
              <a:ext cx="0" cy="96"/>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200"/>
          <p:cNvGrpSpPr>
            <a:grpSpLocks/>
          </p:cNvGrpSpPr>
          <p:nvPr/>
        </p:nvGrpSpPr>
        <p:grpSpPr bwMode="auto">
          <a:xfrm>
            <a:off x="3962400" y="990600"/>
            <a:ext cx="4419600" cy="990600"/>
            <a:chOff x="1536" y="624"/>
            <a:chExt cx="2742" cy="650"/>
          </a:xfrm>
        </p:grpSpPr>
        <p:sp>
          <p:nvSpPr>
            <p:cNvPr id="67658" name="Rectangle 1016"/>
            <p:cNvSpPr>
              <a:spLocks noChangeArrowheads="1"/>
            </p:cNvSpPr>
            <p:nvPr/>
          </p:nvSpPr>
          <p:spPr bwMode="auto">
            <a:xfrm>
              <a:off x="1536" y="1117"/>
              <a:ext cx="2742" cy="157"/>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SPD</a:t>
              </a:r>
              <a:r>
                <a:rPr lang="zh-CN" altLang="en-US" sz="1200"/>
                <a:t>中的数据项类似于防火墙的配置规则</a:t>
              </a:r>
              <a:endParaRPr lang="en-US" altLang="zh-CN" sz="1200"/>
            </a:p>
          </p:txBody>
        </p:sp>
        <p:sp>
          <p:nvSpPr>
            <p:cNvPr id="67659" name="Rectangle 1017"/>
            <p:cNvSpPr>
              <a:spLocks noChangeArrowheads="1"/>
            </p:cNvSpPr>
            <p:nvPr/>
          </p:nvSpPr>
          <p:spPr bwMode="auto">
            <a:xfrm>
              <a:off x="1536" y="960"/>
              <a:ext cx="721" cy="157"/>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192.158.1.34</a:t>
              </a:r>
              <a:endParaRPr lang="en-US" altLang="zh-CN" sz="1200"/>
            </a:p>
          </p:txBody>
        </p:sp>
        <p:sp>
          <p:nvSpPr>
            <p:cNvPr id="67660" name="Rectangle 1018"/>
            <p:cNvSpPr>
              <a:spLocks noChangeArrowheads="1"/>
            </p:cNvSpPr>
            <p:nvPr/>
          </p:nvSpPr>
          <p:spPr bwMode="auto">
            <a:xfrm>
              <a:off x="1536" y="781"/>
              <a:ext cx="721" cy="179"/>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192.168.1.25</a:t>
              </a:r>
            </a:p>
          </p:txBody>
        </p:sp>
        <p:sp>
          <p:nvSpPr>
            <p:cNvPr id="67661" name="Rectangle 1019"/>
            <p:cNvSpPr>
              <a:spLocks noChangeArrowheads="1"/>
            </p:cNvSpPr>
            <p:nvPr/>
          </p:nvSpPr>
          <p:spPr bwMode="auto">
            <a:xfrm>
              <a:off x="1536" y="624"/>
              <a:ext cx="721" cy="157"/>
            </a:xfrm>
            <a:prstGeom prst="rect">
              <a:avLst/>
            </a:prstGeom>
            <a:solidFill>
              <a:srgbClr val="CC99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Source Address</a:t>
              </a:r>
            </a:p>
          </p:txBody>
        </p:sp>
        <p:sp>
          <p:nvSpPr>
            <p:cNvPr id="67662" name="Rectangle 1020"/>
            <p:cNvSpPr>
              <a:spLocks noChangeArrowheads="1"/>
            </p:cNvSpPr>
            <p:nvPr/>
          </p:nvSpPr>
          <p:spPr bwMode="auto">
            <a:xfrm>
              <a:off x="3870" y="960"/>
              <a:ext cx="408" cy="157"/>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b="1"/>
                <a:t>……</a:t>
              </a:r>
            </a:p>
          </p:txBody>
        </p:sp>
        <p:sp>
          <p:nvSpPr>
            <p:cNvPr id="67663" name="Rectangle 1021"/>
            <p:cNvSpPr>
              <a:spLocks noChangeArrowheads="1"/>
            </p:cNvSpPr>
            <p:nvPr/>
          </p:nvSpPr>
          <p:spPr bwMode="auto">
            <a:xfrm>
              <a:off x="3870" y="781"/>
              <a:ext cx="408" cy="179"/>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b="1"/>
                <a:t>……</a:t>
              </a:r>
            </a:p>
          </p:txBody>
        </p:sp>
        <p:sp>
          <p:nvSpPr>
            <p:cNvPr id="67664" name="Rectangle 1022"/>
            <p:cNvSpPr>
              <a:spLocks noChangeArrowheads="1"/>
            </p:cNvSpPr>
            <p:nvPr/>
          </p:nvSpPr>
          <p:spPr bwMode="auto">
            <a:xfrm>
              <a:off x="3870" y="624"/>
              <a:ext cx="408" cy="157"/>
            </a:xfrm>
            <a:prstGeom prst="rect">
              <a:avLst/>
            </a:prstGeom>
            <a:solidFill>
              <a:srgbClr val="CC99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Others </a:t>
              </a:r>
            </a:p>
          </p:txBody>
        </p:sp>
        <p:sp>
          <p:nvSpPr>
            <p:cNvPr id="67665" name="Rectangle 1023"/>
            <p:cNvSpPr>
              <a:spLocks noChangeArrowheads="1"/>
            </p:cNvSpPr>
            <p:nvPr/>
          </p:nvSpPr>
          <p:spPr bwMode="auto">
            <a:xfrm>
              <a:off x="3179" y="960"/>
              <a:ext cx="691" cy="157"/>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绕过、丢弃</a:t>
              </a:r>
            </a:p>
          </p:txBody>
        </p:sp>
        <p:sp>
          <p:nvSpPr>
            <p:cNvPr id="67666" name="Rectangle 1024"/>
            <p:cNvSpPr>
              <a:spLocks noChangeArrowheads="1"/>
            </p:cNvSpPr>
            <p:nvPr/>
          </p:nvSpPr>
          <p:spPr bwMode="auto">
            <a:xfrm>
              <a:off x="3179" y="781"/>
              <a:ext cx="691" cy="179"/>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安全</a:t>
              </a:r>
            </a:p>
          </p:txBody>
        </p:sp>
        <p:sp>
          <p:nvSpPr>
            <p:cNvPr id="67667" name="Rectangle 1025"/>
            <p:cNvSpPr>
              <a:spLocks noChangeArrowheads="1"/>
            </p:cNvSpPr>
            <p:nvPr/>
          </p:nvSpPr>
          <p:spPr bwMode="auto">
            <a:xfrm>
              <a:off x="3179" y="624"/>
              <a:ext cx="691" cy="157"/>
            </a:xfrm>
            <a:prstGeom prst="rect">
              <a:avLst/>
            </a:prstGeom>
            <a:solidFill>
              <a:srgbClr val="CC99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Secure Service</a:t>
              </a:r>
            </a:p>
          </p:txBody>
        </p:sp>
        <p:sp>
          <p:nvSpPr>
            <p:cNvPr id="67668" name="Rectangle 1026"/>
            <p:cNvSpPr>
              <a:spLocks noChangeArrowheads="1"/>
            </p:cNvSpPr>
            <p:nvPr/>
          </p:nvSpPr>
          <p:spPr bwMode="auto">
            <a:xfrm>
              <a:off x="2257" y="960"/>
              <a:ext cx="922" cy="157"/>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192.168.1.25</a:t>
              </a:r>
            </a:p>
          </p:txBody>
        </p:sp>
        <p:sp>
          <p:nvSpPr>
            <p:cNvPr id="67669" name="Rectangle 1027"/>
            <p:cNvSpPr>
              <a:spLocks noChangeArrowheads="1"/>
            </p:cNvSpPr>
            <p:nvPr/>
          </p:nvSpPr>
          <p:spPr bwMode="auto">
            <a:xfrm>
              <a:off x="2257" y="781"/>
              <a:ext cx="922" cy="179"/>
            </a:xfrm>
            <a:prstGeom prst="rect">
              <a:avLst/>
            </a:prstGeom>
            <a:gradFill rotWithShape="0">
              <a:gsLst>
                <a:gs pos="0">
                  <a:srgbClr val="FFCCFF"/>
                </a:gs>
                <a:gs pos="100000">
                  <a:srgbClr val="99FF66"/>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192.158.1.34</a:t>
              </a:r>
              <a:endParaRPr lang="en-US" altLang="zh-CN" sz="1200"/>
            </a:p>
          </p:txBody>
        </p:sp>
        <p:sp>
          <p:nvSpPr>
            <p:cNvPr id="67670" name="Rectangle 1028"/>
            <p:cNvSpPr>
              <a:spLocks noChangeArrowheads="1"/>
            </p:cNvSpPr>
            <p:nvPr/>
          </p:nvSpPr>
          <p:spPr bwMode="auto">
            <a:xfrm>
              <a:off x="2257" y="624"/>
              <a:ext cx="922" cy="157"/>
            </a:xfrm>
            <a:prstGeom prst="rect">
              <a:avLst/>
            </a:prstGeom>
            <a:solidFill>
              <a:srgbClr val="CC99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Destination Address </a:t>
              </a:r>
            </a:p>
          </p:txBody>
        </p:sp>
        <p:sp>
          <p:nvSpPr>
            <p:cNvPr id="67671" name="Line 1029"/>
            <p:cNvSpPr>
              <a:spLocks noChangeShapeType="1"/>
            </p:cNvSpPr>
            <p:nvPr/>
          </p:nvSpPr>
          <p:spPr bwMode="auto">
            <a:xfrm>
              <a:off x="1536" y="624"/>
              <a:ext cx="2742" cy="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2" name="Line 1030"/>
            <p:cNvSpPr>
              <a:spLocks noChangeShapeType="1"/>
            </p:cNvSpPr>
            <p:nvPr/>
          </p:nvSpPr>
          <p:spPr bwMode="auto">
            <a:xfrm>
              <a:off x="1536" y="1274"/>
              <a:ext cx="2742" cy="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3" name="Line 1031"/>
            <p:cNvSpPr>
              <a:spLocks noChangeShapeType="1"/>
            </p:cNvSpPr>
            <p:nvPr/>
          </p:nvSpPr>
          <p:spPr bwMode="auto">
            <a:xfrm>
              <a:off x="1536" y="624"/>
              <a:ext cx="0" cy="65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4" name="Line 1032"/>
            <p:cNvSpPr>
              <a:spLocks noChangeShapeType="1"/>
            </p:cNvSpPr>
            <p:nvPr/>
          </p:nvSpPr>
          <p:spPr bwMode="auto">
            <a:xfrm>
              <a:off x="4278" y="624"/>
              <a:ext cx="0" cy="65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5" name="Line 1033"/>
            <p:cNvSpPr>
              <a:spLocks noChangeShapeType="1"/>
            </p:cNvSpPr>
            <p:nvPr/>
          </p:nvSpPr>
          <p:spPr bwMode="auto">
            <a:xfrm>
              <a:off x="3179" y="624"/>
              <a:ext cx="0" cy="493"/>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6" name="Line 1034"/>
            <p:cNvSpPr>
              <a:spLocks noChangeShapeType="1"/>
            </p:cNvSpPr>
            <p:nvPr/>
          </p:nvSpPr>
          <p:spPr bwMode="auto">
            <a:xfrm>
              <a:off x="1536" y="781"/>
              <a:ext cx="274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7" name="Line 1035"/>
            <p:cNvSpPr>
              <a:spLocks noChangeShapeType="1"/>
            </p:cNvSpPr>
            <p:nvPr/>
          </p:nvSpPr>
          <p:spPr bwMode="auto">
            <a:xfrm>
              <a:off x="1536" y="960"/>
              <a:ext cx="274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8" name="Line 1036"/>
            <p:cNvSpPr>
              <a:spLocks noChangeShapeType="1"/>
            </p:cNvSpPr>
            <p:nvPr/>
          </p:nvSpPr>
          <p:spPr bwMode="auto">
            <a:xfrm>
              <a:off x="3870" y="624"/>
              <a:ext cx="0" cy="493"/>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9" name="Line 1037"/>
            <p:cNvSpPr>
              <a:spLocks noChangeShapeType="1"/>
            </p:cNvSpPr>
            <p:nvPr/>
          </p:nvSpPr>
          <p:spPr bwMode="auto">
            <a:xfrm>
              <a:off x="2257" y="624"/>
              <a:ext cx="0" cy="493"/>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0" name="Line 1038"/>
            <p:cNvSpPr>
              <a:spLocks noChangeShapeType="1"/>
            </p:cNvSpPr>
            <p:nvPr/>
          </p:nvSpPr>
          <p:spPr bwMode="auto">
            <a:xfrm>
              <a:off x="1536" y="1117"/>
              <a:ext cx="274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502" name="Line 1039"/>
          <p:cNvSpPr>
            <a:spLocks noChangeShapeType="1"/>
          </p:cNvSpPr>
          <p:nvPr/>
        </p:nvSpPr>
        <p:spPr bwMode="auto">
          <a:xfrm>
            <a:off x="2743200" y="5943600"/>
            <a:ext cx="6248400" cy="0"/>
          </a:xfrm>
          <a:prstGeom prst="line">
            <a:avLst/>
          </a:prstGeom>
          <a:noFill/>
          <a:ln w="762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056" name="Text Box 1040"/>
          <p:cNvSpPr txBox="1">
            <a:spLocks noChangeArrowheads="1"/>
          </p:cNvSpPr>
          <p:nvPr/>
        </p:nvSpPr>
        <p:spPr bwMode="auto">
          <a:xfrm>
            <a:off x="2971800" y="5638800"/>
            <a:ext cx="5638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p>
            <a:pPr algn="ctr" eaLnBrk="0" hangingPunct="0"/>
            <a:r>
              <a:rPr lang="zh-CN" altLang="en-US" sz="1200"/>
              <a:t>双方使用</a:t>
            </a:r>
            <a:r>
              <a:rPr lang="en-US" altLang="zh-CN" sz="1200"/>
              <a:t>ISAKMP/Oakley</a:t>
            </a:r>
            <a:r>
              <a:rPr lang="zh-CN" altLang="en-US" sz="1200"/>
              <a:t>密钥交换协议建立安全关联，产生或者刷新密钥</a:t>
            </a:r>
          </a:p>
        </p:txBody>
      </p:sp>
      <p:sp>
        <p:nvSpPr>
          <p:cNvPr id="20504" name="Line 1041"/>
          <p:cNvSpPr>
            <a:spLocks noChangeShapeType="1"/>
          </p:cNvSpPr>
          <p:nvPr/>
        </p:nvSpPr>
        <p:spPr bwMode="auto">
          <a:xfrm flipV="1">
            <a:off x="8305800" y="2819400"/>
            <a:ext cx="0" cy="312420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5" name="Line 1112"/>
          <p:cNvSpPr>
            <a:spLocks noChangeShapeType="1"/>
          </p:cNvSpPr>
          <p:nvPr/>
        </p:nvSpPr>
        <p:spPr bwMode="auto">
          <a:xfrm flipH="1">
            <a:off x="7086600" y="3124200"/>
            <a:ext cx="457200" cy="0"/>
          </a:xfrm>
          <a:prstGeom prst="line">
            <a:avLst/>
          </a:prstGeom>
          <a:noFill/>
          <a:ln w="7620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0506" name="Line 1113"/>
          <p:cNvSpPr>
            <a:spLocks noChangeShapeType="1"/>
          </p:cNvSpPr>
          <p:nvPr/>
        </p:nvSpPr>
        <p:spPr bwMode="auto">
          <a:xfrm flipH="1">
            <a:off x="7086600" y="2819400"/>
            <a:ext cx="1219200" cy="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7" name="Line 1115"/>
          <p:cNvSpPr>
            <a:spLocks noChangeShapeType="1"/>
          </p:cNvSpPr>
          <p:nvPr/>
        </p:nvSpPr>
        <p:spPr bwMode="auto">
          <a:xfrm>
            <a:off x="2209800" y="2133600"/>
            <a:ext cx="0" cy="35052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 name="Group 1116"/>
          <p:cNvGrpSpPr>
            <a:grpSpLocks/>
          </p:cNvGrpSpPr>
          <p:nvPr/>
        </p:nvGrpSpPr>
        <p:grpSpPr bwMode="auto">
          <a:xfrm>
            <a:off x="2819401" y="6096000"/>
            <a:ext cx="3527425" cy="249238"/>
            <a:chOff x="2736" y="1488"/>
            <a:chExt cx="2222" cy="157"/>
          </a:xfrm>
        </p:grpSpPr>
        <p:sp>
          <p:nvSpPr>
            <p:cNvPr id="67688" name="Rectangle 1117"/>
            <p:cNvSpPr>
              <a:spLocks noChangeArrowheads="1"/>
            </p:cNvSpPr>
            <p:nvPr/>
          </p:nvSpPr>
          <p:spPr bwMode="auto">
            <a:xfrm>
              <a:off x="3856" y="1488"/>
              <a:ext cx="393" cy="157"/>
            </a:xfrm>
            <a:prstGeom prst="rect">
              <a:avLst/>
            </a:prstGeom>
            <a:solidFill>
              <a:srgbClr val="FF99CC"/>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solidFill>
                    <a:srgbClr val="FF3300"/>
                  </a:solidFill>
                </a:rPr>
                <a:t>内</a:t>
              </a:r>
              <a:r>
                <a:rPr lang="en-US" altLang="zh-CN" sz="1200">
                  <a:solidFill>
                    <a:srgbClr val="FF3300"/>
                  </a:solidFill>
                </a:rPr>
                <a:t>IP</a:t>
              </a:r>
              <a:r>
                <a:rPr lang="zh-CN" altLang="en-US" sz="1200">
                  <a:solidFill>
                    <a:srgbClr val="FF3300"/>
                  </a:solidFill>
                </a:rPr>
                <a:t>头</a:t>
              </a:r>
            </a:p>
          </p:txBody>
        </p:sp>
        <p:sp>
          <p:nvSpPr>
            <p:cNvPr id="67689" name="Rectangle 1118"/>
            <p:cNvSpPr>
              <a:spLocks noChangeArrowheads="1"/>
            </p:cNvSpPr>
            <p:nvPr/>
          </p:nvSpPr>
          <p:spPr bwMode="auto">
            <a:xfrm>
              <a:off x="4581" y="1488"/>
              <a:ext cx="377" cy="157"/>
            </a:xfrm>
            <a:prstGeom prst="rect">
              <a:avLst/>
            </a:prstGeom>
            <a:solidFill>
              <a:srgbClr val="FF9933"/>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solidFill>
                    <a:schemeClr val="tx2"/>
                  </a:solidFill>
                </a:rPr>
                <a:t>ESP</a:t>
              </a:r>
              <a:r>
                <a:rPr lang="zh-CN" altLang="en-US" sz="1200">
                  <a:solidFill>
                    <a:schemeClr val="tx2"/>
                  </a:solidFill>
                </a:rPr>
                <a:t>尾</a:t>
              </a:r>
            </a:p>
          </p:txBody>
        </p:sp>
        <p:sp>
          <p:nvSpPr>
            <p:cNvPr id="67690" name="Rectangle 1119"/>
            <p:cNvSpPr>
              <a:spLocks noChangeArrowheads="1"/>
            </p:cNvSpPr>
            <p:nvPr/>
          </p:nvSpPr>
          <p:spPr bwMode="auto">
            <a:xfrm>
              <a:off x="4249" y="1488"/>
              <a:ext cx="332" cy="157"/>
            </a:xfrm>
            <a:prstGeom prst="rect">
              <a:avLst/>
            </a:prstGeom>
            <a:solidFill>
              <a:srgbClr val="009999"/>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solidFill>
                    <a:schemeClr val="hlink"/>
                  </a:solidFill>
                </a:rPr>
                <a:t>负 载</a:t>
              </a:r>
            </a:p>
          </p:txBody>
        </p:sp>
        <p:sp>
          <p:nvSpPr>
            <p:cNvPr id="67691" name="Rectangle 1120"/>
            <p:cNvSpPr>
              <a:spLocks noChangeArrowheads="1"/>
            </p:cNvSpPr>
            <p:nvPr/>
          </p:nvSpPr>
          <p:spPr bwMode="auto">
            <a:xfrm>
              <a:off x="3479" y="1488"/>
              <a:ext cx="377" cy="157"/>
            </a:xfrm>
            <a:prstGeom prst="rect">
              <a:avLst/>
            </a:prstGeom>
            <a:solidFill>
              <a:srgbClr val="006699"/>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solidFill>
                    <a:srgbClr val="FF3300"/>
                  </a:solidFill>
                </a:rPr>
                <a:t>ESP</a:t>
              </a:r>
              <a:r>
                <a:rPr lang="zh-CN" altLang="en-US" sz="1200">
                  <a:solidFill>
                    <a:srgbClr val="FF3300"/>
                  </a:solidFill>
                </a:rPr>
                <a:t>头</a:t>
              </a:r>
            </a:p>
          </p:txBody>
        </p:sp>
        <p:sp>
          <p:nvSpPr>
            <p:cNvPr id="67692" name="Rectangle 1121"/>
            <p:cNvSpPr>
              <a:spLocks noChangeArrowheads="1"/>
            </p:cNvSpPr>
            <p:nvPr/>
          </p:nvSpPr>
          <p:spPr bwMode="auto">
            <a:xfrm>
              <a:off x="3129" y="1488"/>
              <a:ext cx="350" cy="157"/>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solidFill>
                    <a:srgbClr val="FF3300"/>
                  </a:solidFill>
                </a:rPr>
                <a:t>AH</a:t>
              </a:r>
              <a:r>
                <a:rPr lang="zh-CN" altLang="en-US" sz="1200">
                  <a:solidFill>
                    <a:srgbClr val="FF3300"/>
                  </a:solidFill>
                </a:rPr>
                <a:t>头</a:t>
              </a:r>
            </a:p>
          </p:txBody>
        </p:sp>
        <p:sp>
          <p:nvSpPr>
            <p:cNvPr id="67693" name="Rectangle 1122"/>
            <p:cNvSpPr>
              <a:spLocks noChangeArrowheads="1"/>
            </p:cNvSpPr>
            <p:nvPr/>
          </p:nvSpPr>
          <p:spPr bwMode="auto">
            <a:xfrm>
              <a:off x="2736" y="1488"/>
              <a:ext cx="393" cy="157"/>
            </a:xfrm>
            <a:prstGeom prst="rect">
              <a:avLst/>
            </a:prstGeom>
            <a:solidFill>
              <a:srgbClr val="FF0000"/>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外</a:t>
              </a:r>
              <a:r>
                <a:rPr lang="en-US" altLang="zh-CN" sz="1200"/>
                <a:t>IP</a:t>
              </a:r>
              <a:r>
                <a:rPr lang="zh-CN" altLang="en-US" sz="1200"/>
                <a:t>头</a:t>
              </a:r>
            </a:p>
          </p:txBody>
        </p:sp>
      </p:grpSp>
      <p:grpSp>
        <p:nvGrpSpPr>
          <p:cNvPr id="8" name="Group 1123"/>
          <p:cNvGrpSpPr>
            <a:grpSpLocks/>
          </p:cNvGrpSpPr>
          <p:nvPr/>
        </p:nvGrpSpPr>
        <p:grpSpPr bwMode="auto">
          <a:xfrm rot="16200000">
            <a:off x="1212851" y="3130551"/>
            <a:ext cx="1616075" cy="228600"/>
            <a:chOff x="1200" y="3696"/>
            <a:chExt cx="1161" cy="157"/>
          </a:xfrm>
        </p:grpSpPr>
        <p:sp>
          <p:nvSpPr>
            <p:cNvPr id="67695" name="Rectangle 1124"/>
            <p:cNvSpPr>
              <a:spLocks noChangeArrowheads="1"/>
            </p:cNvSpPr>
            <p:nvPr/>
          </p:nvSpPr>
          <p:spPr bwMode="auto">
            <a:xfrm>
              <a:off x="1593" y="3696"/>
              <a:ext cx="768" cy="157"/>
            </a:xfrm>
            <a:prstGeom prst="rect">
              <a:avLst/>
            </a:prstGeom>
            <a:solidFill>
              <a:srgbClr val="008080"/>
            </a:solidFill>
            <a:ln>
              <a:noFill/>
            </a:ln>
            <a:extLst>
              <a:ext uri="{91240B29-F687-4F45-9708-019B960494DF}">
                <a14:hiddenLine xmlns:a14="http://schemas.microsoft.com/office/drawing/2010/main" w="762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solidFill>
                    <a:srgbClr val="FF3300"/>
                  </a:solidFill>
                </a:rPr>
                <a:t>负    载</a:t>
              </a:r>
            </a:p>
          </p:txBody>
        </p:sp>
        <p:sp>
          <p:nvSpPr>
            <p:cNvPr id="67696" name="Rectangle 1125"/>
            <p:cNvSpPr>
              <a:spLocks noChangeArrowheads="1"/>
            </p:cNvSpPr>
            <p:nvPr/>
          </p:nvSpPr>
          <p:spPr bwMode="auto">
            <a:xfrm>
              <a:off x="1200" y="3696"/>
              <a:ext cx="393" cy="157"/>
            </a:xfrm>
            <a:prstGeom prst="rect">
              <a:avLst/>
            </a:prstGeom>
            <a:solidFill>
              <a:srgbClr val="DC94F6"/>
            </a:solidFill>
            <a:ln>
              <a:noFill/>
            </a:ln>
            <a:extLst>
              <a:ext uri="{91240B29-F687-4F45-9708-019B960494DF}">
                <a14:hiddenLine xmlns:a14="http://schemas.microsoft.com/office/drawing/2010/main" w="762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IP </a:t>
              </a:r>
              <a:r>
                <a:rPr lang="zh-CN" altLang="en-US" sz="1200"/>
                <a:t>头</a:t>
              </a:r>
            </a:p>
          </p:txBody>
        </p:sp>
      </p:grpSp>
      <p:sp>
        <p:nvSpPr>
          <p:cNvPr id="20510" name="Line 1126"/>
          <p:cNvSpPr>
            <a:spLocks noChangeShapeType="1"/>
          </p:cNvSpPr>
          <p:nvPr/>
        </p:nvSpPr>
        <p:spPr bwMode="auto">
          <a:xfrm flipV="1">
            <a:off x="2438400" y="2286000"/>
            <a:ext cx="0" cy="34290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1" name="Line 1127"/>
          <p:cNvSpPr>
            <a:spLocks noChangeShapeType="1"/>
          </p:cNvSpPr>
          <p:nvPr/>
        </p:nvSpPr>
        <p:spPr bwMode="auto">
          <a:xfrm>
            <a:off x="2438400" y="2286000"/>
            <a:ext cx="762000" cy="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99" name="Text Box 730"/>
          <p:cNvSpPr txBox="1">
            <a:spLocks noChangeArrowheads="1"/>
          </p:cNvSpPr>
          <p:nvPr/>
        </p:nvSpPr>
        <p:spPr bwMode="auto">
          <a:xfrm>
            <a:off x="9144000" y="762000"/>
            <a:ext cx="123831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p>
            <a:pPr algn="ctr" eaLnBrk="0" hangingPunct="0"/>
            <a:r>
              <a:rPr lang="zh-CN" altLang="en-US" sz="1200"/>
              <a:t>192.168.2.34</a:t>
            </a:r>
          </a:p>
        </p:txBody>
      </p:sp>
      <p:sp>
        <p:nvSpPr>
          <p:cNvPr id="20513" name="Line 1129"/>
          <p:cNvSpPr>
            <a:spLocks noChangeShapeType="1"/>
          </p:cNvSpPr>
          <p:nvPr/>
        </p:nvSpPr>
        <p:spPr bwMode="auto">
          <a:xfrm flipV="1">
            <a:off x="3200400" y="1371600"/>
            <a:ext cx="0" cy="9144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4" name="Line 1130"/>
          <p:cNvSpPr>
            <a:spLocks noChangeShapeType="1"/>
          </p:cNvSpPr>
          <p:nvPr/>
        </p:nvSpPr>
        <p:spPr bwMode="auto">
          <a:xfrm>
            <a:off x="3200400" y="1371600"/>
            <a:ext cx="762000" cy="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 name="Group 1199"/>
          <p:cNvGrpSpPr>
            <a:grpSpLocks/>
          </p:cNvGrpSpPr>
          <p:nvPr/>
        </p:nvGrpSpPr>
        <p:grpSpPr bwMode="auto">
          <a:xfrm>
            <a:off x="3962400" y="3581400"/>
            <a:ext cx="3733800" cy="1524000"/>
            <a:chOff x="1536" y="2256"/>
            <a:chExt cx="2352" cy="999"/>
          </a:xfrm>
        </p:grpSpPr>
        <p:sp>
          <p:nvSpPr>
            <p:cNvPr id="67703" name="Line 1042"/>
            <p:cNvSpPr>
              <a:spLocks noChangeShapeType="1"/>
            </p:cNvSpPr>
            <p:nvPr/>
          </p:nvSpPr>
          <p:spPr bwMode="auto">
            <a:xfrm flipH="1">
              <a:off x="3504" y="3072"/>
              <a:ext cx="336" cy="0"/>
            </a:xfrm>
            <a:prstGeom prst="line">
              <a:avLst/>
            </a:prstGeom>
            <a:noFill/>
            <a:ln w="76200">
              <a:pattFill prst="smCheck">
                <a:fgClr>
                  <a:schemeClr val="bg2"/>
                </a:fgClr>
                <a:bgClr>
                  <a:srgbClr val="FFFFFF"/>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704" name="Rectangle 1132"/>
            <p:cNvSpPr>
              <a:spLocks noChangeArrowheads="1"/>
            </p:cNvSpPr>
            <p:nvPr/>
          </p:nvSpPr>
          <p:spPr bwMode="auto">
            <a:xfrm>
              <a:off x="1536" y="3098"/>
              <a:ext cx="2352"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SAD</a:t>
              </a:r>
              <a:r>
                <a:rPr lang="zh-CN" altLang="en-US" sz="1200"/>
                <a:t>中包含每一个</a:t>
              </a:r>
              <a:r>
                <a:rPr lang="en-US" altLang="zh-CN" sz="1200"/>
                <a:t>SA</a:t>
              </a:r>
              <a:r>
                <a:rPr lang="zh-CN" altLang="en-US" sz="1200"/>
                <a:t>的参数信息，如算法、密钥等</a:t>
              </a:r>
            </a:p>
          </p:txBody>
        </p:sp>
        <p:sp>
          <p:nvSpPr>
            <p:cNvPr id="67705" name="Rectangle 1133"/>
            <p:cNvSpPr>
              <a:spLocks noChangeArrowheads="1"/>
            </p:cNvSpPr>
            <p:nvPr/>
          </p:nvSpPr>
          <p:spPr bwMode="auto">
            <a:xfrm>
              <a:off x="1796" y="2941"/>
              <a:ext cx="787"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ESP</a:t>
              </a:r>
            </a:p>
          </p:txBody>
        </p:sp>
        <p:sp>
          <p:nvSpPr>
            <p:cNvPr id="67706" name="Rectangle 1134"/>
            <p:cNvSpPr>
              <a:spLocks noChangeArrowheads="1"/>
            </p:cNvSpPr>
            <p:nvPr/>
          </p:nvSpPr>
          <p:spPr bwMode="auto">
            <a:xfrm>
              <a:off x="1796" y="2784"/>
              <a:ext cx="787"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AH</a:t>
              </a:r>
            </a:p>
          </p:txBody>
        </p:sp>
        <p:sp>
          <p:nvSpPr>
            <p:cNvPr id="67707" name="Rectangle 1135"/>
            <p:cNvSpPr>
              <a:spLocks noChangeArrowheads="1"/>
            </p:cNvSpPr>
            <p:nvPr/>
          </p:nvSpPr>
          <p:spPr bwMode="auto">
            <a:xfrm>
              <a:off x="1796" y="2627"/>
              <a:ext cx="787"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ESP</a:t>
              </a:r>
            </a:p>
          </p:txBody>
        </p:sp>
        <p:sp>
          <p:nvSpPr>
            <p:cNvPr id="67708" name="Rectangle 1136"/>
            <p:cNvSpPr>
              <a:spLocks noChangeArrowheads="1"/>
            </p:cNvSpPr>
            <p:nvPr/>
          </p:nvSpPr>
          <p:spPr bwMode="auto">
            <a:xfrm>
              <a:off x="1796" y="2448"/>
              <a:ext cx="787" cy="179"/>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AH</a:t>
              </a:r>
            </a:p>
          </p:txBody>
        </p:sp>
        <p:sp>
          <p:nvSpPr>
            <p:cNvPr id="67709" name="Rectangle 1137"/>
            <p:cNvSpPr>
              <a:spLocks noChangeArrowheads="1"/>
            </p:cNvSpPr>
            <p:nvPr/>
          </p:nvSpPr>
          <p:spPr bwMode="auto">
            <a:xfrm>
              <a:off x="1796" y="2256"/>
              <a:ext cx="787" cy="192"/>
            </a:xfrm>
            <a:prstGeom prst="rect">
              <a:avLst/>
            </a:prstGeom>
            <a:solidFill>
              <a:srgbClr val="99CC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Security Protocol</a:t>
              </a:r>
            </a:p>
          </p:txBody>
        </p:sp>
        <p:sp>
          <p:nvSpPr>
            <p:cNvPr id="67710" name="Rectangle 1138"/>
            <p:cNvSpPr>
              <a:spLocks noChangeArrowheads="1"/>
            </p:cNvSpPr>
            <p:nvPr/>
          </p:nvSpPr>
          <p:spPr bwMode="auto">
            <a:xfrm>
              <a:off x="3468" y="2941"/>
              <a:ext cx="420"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b="1"/>
                <a:t>……</a:t>
              </a:r>
            </a:p>
          </p:txBody>
        </p:sp>
        <p:sp>
          <p:nvSpPr>
            <p:cNvPr id="67711" name="Rectangle 1139"/>
            <p:cNvSpPr>
              <a:spLocks noChangeArrowheads="1"/>
            </p:cNvSpPr>
            <p:nvPr/>
          </p:nvSpPr>
          <p:spPr bwMode="auto">
            <a:xfrm>
              <a:off x="3468" y="2784"/>
              <a:ext cx="420"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b="1"/>
                <a:t>……</a:t>
              </a:r>
            </a:p>
          </p:txBody>
        </p:sp>
        <p:sp>
          <p:nvSpPr>
            <p:cNvPr id="67712" name="Rectangle 1140"/>
            <p:cNvSpPr>
              <a:spLocks noChangeArrowheads="1"/>
            </p:cNvSpPr>
            <p:nvPr/>
          </p:nvSpPr>
          <p:spPr bwMode="auto">
            <a:xfrm>
              <a:off x="3468" y="2627"/>
              <a:ext cx="420"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b="1"/>
                <a:t>……</a:t>
              </a:r>
            </a:p>
          </p:txBody>
        </p:sp>
        <p:sp>
          <p:nvSpPr>
            <p:cNvPr id="67713" name="Rectangle 1141"/>
            <p:cNvSpPr>
              <a:spLocks noChangeArrowheads="1"/>
            </p:cNvSpPr>
            <p:nvPr/>
          </p:nvSpPr>
          <p:spPr bwMode="auto">
            <a:xfrm>
              <a:off x="3468" y="2448"/>
              <a:ext cx="420" cy="179"/>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b="1"/>
                <a:t>……</a:t>
              </a:r>
            </a:p>
          </p:txBody>
        </p:sp>
        <p:sp>
          <p:nvSpPr>
            <p:cNvPr id="67714" name="Rectangle 1142"/>
            <p:cNvSpPr>
              <a:spLocks noChangeArrowheads="1"/>
            </p:cNvSpPr>
            <p:nvPr/>
          </p:nvSpPr>
          <p:spPr bwMode="auto">
            <a:xfrm>
              <a:off x="3468" y="2256"/>
              <a:ext cx="420" cy="192"/>
            </a:xfrm>
            <a:prstGeom prst="rect">
              <a:avLst/>
            </a:prstGeom>
            <a:solidFill>
              <a:srgbClr val="99CC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Others </a:t>
              </a:r>
            </a:p>
          </p:txBody>
        </p:sp>
        <p:sp>
          <p:nvSpPr>
            <p:cNvPr id="67715" name="Rectangle 1143"/>
            <p:cNvSpPr>
              <a:spLocks noChangeArrowheads="1"/>
            </p:cNvSpPr>
            <p:nvPr/>
          </p:nvSpPr>
          <p:spPr bwMode="auto">
            <a:xfrm>
              <a:off x="3168" y="2941"/>
              <a:ext cx="300"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110</a:t>
              </a:r>
            </a:p>
          </p:txBody>
        </p:sp>
        <p:sp>
          <p:nvSpPr>
            <p:cNvPr id="67716" name="Rectangle 1144"/>
            <p:cNvSpPr>
              <a:spLocks noChangeArrowheads="1"/>
            </p:cNvSpPr>
            <p:nvPr/>
          </p:nvSpPr>
          <p:spPr bwMode="auto">
            <a:xfrm>
              <a:off x="3168" y="2784"/>
              <a:ext cx="300"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001</a:t>
              </a:r>
            </a:p>
          </p:txBody>
        </p:sp>
        <p:sp>
          <p:nvSpPr>
            <p:cNvPr id="67717" name="Rectangle 1145"/>
            <p:cNvSpPr>
              <a:spLocks noChangeArrowheads="1"/>
            </p:cNvSpPr>
            <p:nvPr/>
          </p:nvSpPr>
          <p:spPr bwMode="auto">
            <a:xfrm>
              <a:off x="3168" y="2627"/>
              <a:ext cx="300"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101</a:t>
              </a:r>
            </a:p>
          </p:txBody>
        </p:sp>
        <p:sp>
          <p:nvSpPr>
            <p:cNvPr id="67718" name="Rectangle 1146"/>
            <p:cNvSpPr>
              <a:spLocks noChangeArrowheads="1"/>
            </p:cNvSpPr>
            <p:nvPr/>
          </p:nvSpPr>
          <p:spPr bwMode="auto">
            <a:xfrm>
              <a:off x="3168" y="2448"/>
              <a:ext cx="300" cy="179"/>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010</a:t>
              </a:r>
            </a:p>
          </p:txBody>
        </p:sp>
        <p:sp>
          <p:nvSpPr>
            <p:cNvPr id="67719" name="Rectangle 1147"/>
            <p:cNvSpPr>
              <a:spLocks noChangeArrowheads="1"/>
            </p:cNvSpPr>
            <p:nvPr/>
          </p:nvSpPr>
          <p:spPr bwMode="auto">
            <a:xfrm>
              <a:off x="3168" y="2256"/>
              <a:ext cx="300" cy="192"/>
            </a:xfrm>
            <a:prstGeom prst="rect">
              <a:avLst/>
            </a:prstGeom>
            <a:solidFill>
              <a:srgbClr val="99CC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Key </a:t>
              </a:r>
            </a:p>
          </p:txBody>
        </p:sp>
        <p:sp>
          <p:nvSpPr>
            <p:cNvPr id="67720" name="Rectangle 1148"/>
            <p:cNvSpPr>
              <a:spLocks noChangeArrowheads="1"/>
            </p:cNvSpPr>
            <p:nvPr/>
          </p:nvSpPr>
          <p:spPr bwMode="auto">
            <a:xfrm>
              <a:off x="2583" y="2784"/>
              <a:ext cx="585"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加密</a:t>
              </a:r>
              <a:r>
                <a:rPr lang="en-US" altLang="zh-CN" sz="1200"/>
                <a:t>SHA-1</a:t>
              </a:r>
            </a:p>
          </p:txBody>
        </p:sp>
        <p:sp>
          <p:nvSpPr>
            <p:cNvPr id="67721" name="Rectangle 1149"/>
            <p:cNvSpPr>
              <a:spLocks noChangeArrowheads="1"/>
            </p:cNvSpPr>
            <p:nvPr/>
          </p:nvSpPr>
          <p:spPr bwMode="auto">
            <a:xfrm>
              <a:off x="1536" y="2784"/>
              <a:ext cx="260"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258</a:t>
              </a:r>
            </a:p>
          </p:txBody>
        </p:sp>
        <p:sp>
          <p:nvSpPr>
            <p:cNvPr id="67722" name="Rectangle 1150"/>
            <p:cNvSpPr>
              <a:spLocks noChangeArrowheads="1"/>
            </p:cNvSpPr>
            <p:nvPr/>
          </p:nvSpPr>
          <p:spPr bwMode="auto">
            <a:xfrm>
              <a:off x="2583" y="2941"/>
              <a:ext cx="585"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3DES CBC</a:t>
              </a:r>
            </a:p>
          </p:txBody>
        </p:sp>
        <p:sp>
          <p:nvSpPr>
            <p:cNvPr id="67723" name="Rectangle 1151"/>
            <p:cNvSpPr>
              <a:spLocks noChangeArrowheads="1"/>
            </p:cNvSpPr>
            <p:nvPr/>
          </p:nvSpPr>
          <p:spPr bwMode="auto">
            <a:xfrm>
              <a:off x="1536" y="2941"/>
              <a:ext cx="260" cy="157"/>
            </a:xfrm>
            <a:prstGeom prst="rect">
              <a:avLst/>
            </a:prstGeom>
            <a:gradFill rotWithShape="0">
              <a:gsLst>
                <a:gs pos="0">
                  <a:schemeClr val="bg1"/>
                </a:gs>
                <a:gs pos="100000">
                  <a:srgbClr val="FF9933"/>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259</a:t>
              </a:r>
            </a:p>
          </p:txBody>
        </p:sp>
        <p:sp>
          <p:nvSpPr>
            <p:cNvPr id="67724" name="Rectangle 1152"/>
            <p:cNvSpPr>
              <a:spLocks noChangeArrowheads="1"/>
            </p:cNvSpPr>
            <p:nvPr/>
          </p:nvSpPr>
          <p:spPr bwMode="auto">
            <a:xfrm>
              <a:off x="2583" y="2627"/>
              <a:ext cx="585"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DES CBC 4</a:t>
              </a:r>
            </a:p>
          </p:txBody>
        </p:sp>
        <p:sp>
          <p:nvSpPr>
            <p:cNvPr id="67725" name="Rectangle 1153"/>
            <p:cNvSpPr>
              <a:spLocks noChangeArrowheads="1"/>
            </p:cNvSpPr>
            <p:nvPr/>
          </p:nvSpPr>
          <p:spPr bwMode="auto">
            <a:xfrm>
              <a:off x="1536" y="2627"/>
              <a:ext cx="260" cy="157"/>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257</a:t>
              </a:r>
            </a:p>
          </p:txBody>
        </p:sp>
        <p:sp>
          <p:nvSpPr>
            <p:cNvPr id="67726" name="Rectangle 1154"/>
            <p:cNvSpPr>
              <a:spLocks noChangeArrowheads="1"/>
            </p:cNvSpPr>
            <p:nvPr/>
          </p:nvSpPr>
          <p:spPr bwMode="auto">
            <a:xfrm>
              <a:off x="2583" y="2448"/>
              <a:ext cx="585" cy="179"/>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加密</a:t>
              </a:r>
              <a:r>
                <a:rPr lang="en-US" altLang="zh-CN" sz="1200"/>
                <a:t>MD5</a:t>
              </a:r>
            </a:p>
          </p:txBody>
        </p:sp>
        <p:sp>
          <p:nvSpPr>
            <p:cNvPr id="67727" name="Rectangle 1155"/>
            <p:cNvSpPr>
              <a:spLocks noChangeArrowheads="1"/>
            </p:cNvSpPr>
            <p:nvPr/>
          </p:nvSpPr>
          <p:spPr bwMode="auto">
            <a:xfrm>
              <a:off x="1536" y="2448"/>
              <a:ext cx="260" cy="179"/>
            </a:xfrm>
            <a:prstGeom prst="rect">
              <a:avLst/>
            </a:prstGeom>
            <a:gradFill rotWithShape="0">
              <a:gsLst>
                <a:gs pos="0">
                  <a:srgbClr val="FF9933"/>
                </a:gs>
                <a:gs pos="100000">
                  <a:schemeClr val="bg1"/>
                </a:gs>
              </a:gsLst>
              <a:lin ang="2700000" scaled="1"/>
            </a:gra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t>256</a:t>
              </a:r>
            </a:p>
          </p:txBody>
        </p:sp>
        <p:sp>
          <p:nvSpPr>
            <p:cNvPr id="67728" name="Rectangle 1156"/>
            <p:cNvSpPr>
              <a:spLocks noChangeArrowheads="1"/>
            </p:cNvSpPr>
            <p:nvPr/>
          </p:nvSpPr>
          <p:spPr bwMode="auto">
            <a:xfrm>
              <a:off x="2583" y="2256"/>
              <a:ext cx="585" cy="192"/>
            </a:xfrm>
            <a:prstGeom prst="rect">
              <a:avLst/>
            </a:prstGeom>
            <a:solidFill>
              <a:srgbClr val="99CC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Algorithm </a:t>
              </a:r>
            </a:p>
          </p:txBody>
        </p:sp>
        <p:sp>
          <p:nvSpPr>
            <p:cNvPr id="67729" name="Rectangle 1157"/>
            <p:cNvSpPr>
              <a:spLocks noChangeArrowheads="1"/>
            </p:cNvSpPr>
            <p:nvPr/>
          </p:nvSpPr>
          <p:spPr bwMode="auto">
            <a:xfrm>
              <a:off x="1536" y="2256"/>
              <a:ext cx="260" cy="192"/>
            </a:xfrm>
            <a:prstGeom prst="rect">
              <a:avLst/>
            </a:prstGeom>
            <a:solidFill>
              <a:srgbClr val="99CC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SPI</a:t>
              </a:r>
            </a:p>
          </p:txBody>
        </p:sp>
        <p:sp>
          <p:nvSpPr>
            <p:cNvPr id="67730" name="Line 1158"/>
            <p:cNvSpPr>
              <a:spLocks noChangeShapeType="1"/>
            </p:cNvSpPr>
            <p:nvPr/>
          </p:nvSpPr>
          <p:spPr bwMode="auto">
            <a:xfrm>
              <a:off x="1536" y="2256"/>
              <a:ext cx="2352" cy="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1" name="Line 1159"/>
            <p:cNvSpPr>
              <a:spLocks noChangeShapeType="1"/>
            </p:cNvSpPr>
            <p:nvPr/>
          </p:nvSpPr>
          <p:spPr bwMode="auto">
            <a:xfrm>
              <a:off x="1536" y="3255"/>
              <a:ext cx="2352" cy="0"/>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2" name="Line 1160"/>
            <p:cNvSpPr>
              <a:spLocks noChangeShapeType="1"/>
            </p:cNvSpPr>
            <p:nvPr/>
          </p:nvSpPr>
          <p:spPr bwMode="auto">
            <a:xfrm>
              <a:off x="1536" y="2256"/>
              <a:ext cx="0" cy="999"/>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3" name="Line 1161"/>
            <p:cNvSpPr>
              <a:spLocks noChangeShapeType="1"/>
            </p:cNvSpPr>
            <p:nvPr/>
          </p:nvSpPr>
          <p:spPr bwMode="auto">
            <a:xfrm>
              <a:off x="3888" y="2256"/>
              <a:ext cx="0" cy="999"/>
            </a:xfrm>
            <a:prstGeom prst="line">
              <a:avLst/>
            </a:prstGeom>
            <a:noFill/>
            <a:ln w="12700" cap="sq">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4" name="Line 1162"/>
            <p:cNvSpPr>
              <a:spLocks noChangeShapeType="1"/>
            </p:cNvSpPr>
            <p:nvPr/>
          </p:nvSpPr>
          <p:spPr bwMode="auto">
            <a:xfrm>
              <a:off x="1796" y="2256"/>
              <a:ext cx="0" cy="842"/>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5" name="Line 1163"/>
            <p:cNvSpPr>
              <a:spLocks noChangeShapeType="1"/>
            </p:cNvSpPr>
            <p:nvPr/>
          </p:nvSpPr>
          <p:spPr bwMode="auto">
            <a:xfrm>
              <a:off x="3168" y="2256"/>
              <a:ext cx="0" cy="842"/>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6" name="Line 1164"/>
            <p:cNvSpPr>
              <a:spLocks noChangeShapeType="1"/>
            </p:cNvSpPr>
            <p:nvPr/>
          </p:nvSpPr>
          <p:spPr bwMode="auto">
            <a:xfrm>
              <a:off x="1536" y="2448"/>
              <a:ext cx="235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7" name="Line 1165"/>
            <p:cNvSpPr>
              <a:spLocks noChangeShapeType="1"/>
            </p:cNvSpPr>
            <p:nvPr/>
          </p:nvSpPr>
          <p:spPr bwMode="auto">
            <a:xfrm>
              <a:off x="1536" y="2627"/>
              <a:ext cx="235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8" name="Line 1166"/>
            <p:cNvSpPr>
              <a:spLocks noChangeShapeType="1"/>
            </p:cNvSpPr>
            <p:nvPr/>
          </p:nvSpPr>
          <p:spPr bwMode="auto">
            <a:xfrm>
              <a:off x="1536" y="2784"/>
              <a:ext cx="235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9" name="Line 1167"/>
            <p:cNvSpPr>
              <a:spLocks noChangeShapeType="1"/>
            </p:cNvSpPr>
            <p:nvPr/>
          </p:nvSpPr>
          <p:spPr bwMode="auto">
            <a:xfrm>
              <a:off x="1536" y="2941"/>
              <a:ext cx="235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0" name="Line 1168"/>
            <p:cNvSpPr>
              <a:spLocks noChangeShapeType="1"/>
            </p:cNvSpPr>
            <p:nvPr/>
          </p:nvSpPr>
          <p:spPr bwMode="auto">
            <a:xfrm>
              <a:off x="3468" y="2256"/>
              <a:ext cx="0" cy="842"/>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1" name="Line 1169"/>
            <p:cNvSpPr>
              <a:spLocks noChangeShapeType="1"/>
            </p:cNvSpPr>
            <p:nvPr/>
          </p:nvSpPr>
          <p:spPr bwMode="auto">
            <a:xfrm>
              <a:off x="2583" y="2256"/>
              <a:ext cx="0" cy="842"/>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2" name="Line 1170"/>
            <p:cNvSpPr>
              <a:spLocks noChangeShapeType="1"/>
            </p:cNvSpPr>
            <p:nvPr/>
          </p:nvSpPr>
          <p:spPr bwMode="auto">
            <a:xfrm>
              <a:off x="1536" y="3098"/>
              <a:ext cx="2352" cy="0"/>
            </a:xfrm>
            <a:prstGeom prst="line">
              <a:avLst/>
            </a:prstGeom>
            <a:noFill/>
            <a:ln w="12700">
              <a:solidFill>
                <a:srgbClr val="99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516" name="Line 1172"/>
          <p:cNvSpPr>
            <a:spLocks noChangeShapeType="1"/>
          </p:cNvSpPr>
          <p:nvPr/>
        </p:nvSpPr>
        <p:spPr bwMode="auto">
          <a:xfrm>
            <a:off x="7543800" y="3124200"/>
            <a:ext cx="0" cy="45720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7" name="Line 1175"/>
          <p:cNvSpPr>
            <a:spLocks noChangeShapeType="1"/>
          </p:cNvSpPr>
          <p:nvPr/>
        </p:nvSpPr>
        <p:spPr bwMode="auto">
          <a:xfrm flipH="1">
            <a:off x="8382000" y="1371600"/>
            <a:ext cx="381000" cy="0"/>
          </a:xfrm>
          <a:prstGeom prst="line">
            <a:avLst/>
          </a:prstGeom>
          <a:noFill/>
          <a:ln w="38100">
            <a:pattFill prst="lgConfetti">
              <a:fgClr>
                <a:schemeClr val="bg2"/>
              </a:fgClr>
              <a:bgClr>
                <a:srgbClr val="FF9933"/>
              </a:bgClr>
            </a:patt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0518" name="Line 1176"/>
          <p:cNvSpPr>
            <a:spLocks noChangeShapeType="1"/>
          </p:cNvSpPr>
          <p:nvPr/>
        </p:nvSpPr>
        <p:spPr bwMode="auto">
          <a:xfrm>
            <a:off x="8763000" y="1371600"/>
            <a:ext cx="0" cy="44958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9" name="Line 1178"/>
          <p:cNvSpPr>
            <a:spLocks noChangeShapeType="1"/>
          </p:cNvSpPr>
          <p:nvPr/>
        </p:nvSpPr>
        <p:spPr bwMode="auto">
          <a:xfrm flipH="1">
            <a:off x="3581400" y="2590800"/>
            <a:ext cx="381000" cy="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0" name="Line 1179"/>
          <p:cNvSpPr>
            <a:spLocks noChangeShapeType="1"/>
          </p:cNvSpPr>
          <p:nvPr/>
        </p:nvSpPr>
        <p:spPr bwMode="auto">
          <a:xfrm>
            <a:off x="3581400" y="2590800"/>
            <a:ext cx="0" cy="15240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1" name="Line 1180"/>
          <p:cNvSpPr>
            <a:spLocks noChangeShapeType="1"/>
          </p:cNvSpPr>
          <p:nvPr/>
        </p:nvSpPr>
        <p:spPr bwMode="auto">
          <a:xfrm>
            <a:off x="3581400" y="4114800"/>
            <a:ext cx="381000" cy="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2" name="Line 1181"/>
          <p:cNvSpPr>
            <a:spLocks noChangeShapeType="1"/>
          </p:cNvSpPr>
          <p:nvPr/>
        </p:nvSpPr>
        <p:spPr bwMode="auto">
          <a:xfrm flipH="1">
            <a:off x="2590800" y="4953000"/>
            <a:ext cx="1371600" cy="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3" name="Line 1182"/>
          <p:cNvSpPr>
            <a:spLocks noChangeShapeType="1"/>
          </p:cNvSpPr>
          <p:nvPr/>
        </p:nvSpPr>
        <p:spPr bwMode="auto">
          <a:xfrm>
            <a:off x="2590800" y="4953000"/>
            <a:ext cx="0" cy="7620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4" name="Line 1184"/>
          <p:cNvSpPr>
            <a:spLocks noChangeShapeType="1"/>
          </p:cNvSpPr>
          <p:nvPr/>
        </p:nvSpPr>
        <p:spPr bwMode="auto">
          <a:xfrm>
            <a:off x="2286000" y="6019800"/>
            <a:ext cx="0" cy="381000"/>
          </a:xfrm>
          <a:prstGeom prst="line">
            <a:avLst/>
          </a:prstGeom>
          <a:noFill/>
          <a:ln w="76200">
            <a:pattFill prst="sphere">
              <a:fgClr>
                <a:srgbClr val="6666FF"/>
              </a:fgClr>
              <a:bgClr>
                <a:schemeClr val="hlink"/>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5" name="Line 1185"/>
          <p:cNvSpPr>
            <a:spLocks noChangeShapeType="1"/>
          </p:cNvSpPr>
          <p:nvPr/>
        </p:nvSpPr>
        <p:spPr bwMode="auto">
          <a:xfrm>
            <a:off x="8305800" y="6477000"/>
            <a:ext cx="1371600" cy="0"/>
          </a:xfrm>
          <a:prstGeom prst="line">
            <a:avLst/>
          </a:prstGeom>
          <a:noFill/>
          <a:ln w="76200">
            <a:pattFill prst="sphere">
              <a:fgClr>
                <a:srgbClr val="6666FF"/>
              </a:fgClr>
              <a:bgClr>
                <a:schemeClr val="hlink"/>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6" name="Line 1186"/>
          <p:cNvSpPr>
            <a:spLocks noChangeShapeType="1"/>
          </p:cNvSpPr>
          <p:nvPr/>
        </p:nvSpPr>
        <p:spPr bwMode="auto">
          <a:xfrm flipV="1">
            <a:off x="9677400" y="6096000"/>
            <a:ext cx="0" cy="381000"/>
          </a:xfrm>
          <a:prstGeom prst="line">
            <a:avLst/>
          </a:prstGeom>
          <a:noFill/>
          <a:ln w="76200">
            <a:pattFill prst="sphere">
              <a:fgClr>
                <a:srgbClr val="6666FF"/>
              </a:fgClr>
              <a:bgClr>
                <a:schemeClr val="hlink"/>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 name="Group 1188"/>
          <p:cNvGrpSpPr>
            <a:grpSpLocks/>
          </p:cNvGrpSpPr>
          <p:nvPr/>
        </p:nvGrpSpPr>
        <p:grpSpPr bwMode="auto">
          <a:xfrm rot="16200000">
            <a:off x="9135270" y="3510757"/>
            <a:ext cx="1614487" cy="228600"/>
            <a:chOff x="1200" y="3696"/>
            <a:chExt cx="1161" cy="157"/>
          </a:xfrm>
        </p:grpSpPr>
        <p:sp>
          <p:nvSpPr>
            <p:cNvPr id="67755" name="Rectangle 1189"/>
            <p:cNvSpPr>
              <a:spLocks noChangeArrowheads="1"/>
            </p:cNvSpPr>
            <p:nvPr/>
          </p:nvSpPr>
          <p:spPr bwMode="auto">
            <a:xfrm>
              <a:off x="1593" y="3696"/>
              <a:ext cx="768" cy="157"/>
            </a:xfrm>
            <a:prstGeom prst="rect">
              <a:avLst/>
            </a:prstGeom>
            <a:solidFill>
              <a:srgbClr val="008080"/>
            </a:solidFill>
            <a:ln>
              <a:noFill/>
            </a:ln>
            <a:extLst>
              <a:ext uri="{91240B29-F687-4F45-9708-019B960494DF}">
                <a14:hiddenLine xmlns:a14="http://schemas.microsoft.com/office/drawing/2010/main" w="762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zh-CN" altLang="en-US" sz="1200">
                  <a:solidFill>
                    <a:srgbClr val="FF3300"/>
                  </a:solidFill>
                </a:rPr>
                <a:t>负    载</a:t>
              </a:r>
            </a:p>
          </p:txBody>
        </p:sp>
        <p:sp>
          <p:nvSpPr>
            <p:cNvPr id="67756" name="Rectangle 1190"/>
            <p:cNvSpPr>
              <a:spLocks noChangeArrowheads="1"/>
            </p:cNvSpPr>
            <p:nvPr/>
          </p:nvSpPr>
          <p:spPr bwMode="auto">
            <a:xfrm>
              <a:off x="1200" y="3696"/>
              <a:ext cx="393" cy="157"/>
            </a:xfrm>
            <a:prstGeom prst="rect">
              <a:avLst/>
            </a:prstGeom>
            <a:solidFill>
              <a:srgbClr val="DC94F6"/>
            </a:solidFill>
            <a:ln>
              <a:noFill/>
            </a:ln>
            <a:extLst>
              <a:ext uri="{91240B29-F687-4F45-9708-019B960494DF}">
                <a14:hiddenLine xmlns:a14="http://schemas.microsoft.com/office/drawing/2010/main" w="76200">
                  <a:solidFill>
                    <a:srgbClr val="000000"/>
                  </a:solidFill>
                  <a:miter lim="800000"/>
                  <a:headEnd/>
                  <a:tailEnd/>
                </a14:hiddenLine>
              </a:ext>
            </a:extLst>
          </p:spPr>
          <p:txBody>
            <a:bodyPr/>
            <a:lstStyle>
              <a:lvl1pPr algn="ctr" defTabSz="1030288" eaLnBrk="0" hangingPunct="0">
                <a:defRPr sz="2000">
                  <a:solidFill>
                    <a:schemeClr val="tx1"/>
                  </a:solidFill>
                  <a:latin typeface="Times New Roman" panose="02020603050405020304" pitchFamily="18" charset="0"/>
                  <a:ea typeface="宋体" panose="02010600030101010101" pitchFamily="2" charset="-122"/>
                </a:defRPr>
              </a:lvl1pPr>
              <a:lvl2pPr algn="ctr" defTabSz="1030288" eaLnBrk="0" hangingPunct="0">
                <a:defRPr sz="2000">
                  <a:solidFill>
                    <a:schemeClr val="tx1"/>
                  </a:solidFill>
                  <a:latin typeface="Times New Roman" panose="02020603050405020304" pitchFamily="18" charset="0"/>
                  <a:ea typeface="宋体" panose="02010600030101010101" pitchFamily="2" charset="-122"/>
                </a:defRPr>
              </a:lvl2pPr>
              <a:lvl3pPr algn="ctr" defTabSz="1030288" eaLnBrk="0" hangingPunct="0">
                <a:defRPr sz="2000">
                  <a:solidFill>
                    <a:schemeClr val="tx1"/>
                  </a:solidFill>
                  <a:latin typeface="Times New Roman" panose="02020603050405020304" pitchFamily="18" charset="0"/>
                  <a:ea typeface="宋体" panose="02010600030101010101" pitchFamily="2" charset="-122"/>
                </a:defRPr>
              </a:lvl3pPr>
              <a:lvl4pPr algn="ctr" defTabSz="1030288" eaLnBrk="0" hangingPunct="0">
                <a:defRPr sz="2000">
                  <a:solidFill>
                    <a:schemeClr val="tx1"/>
                  </a:solidFill>
                  <a:latin typeface="Times New Roman" panose="02020603050405020304" pitchFamily="18" charset="0"/>
                  <a:ea typeface="宋体" panose="02010600030101010101" pitchFamily="2" charset="-122"/>
                </a:defRPr>
              </a:lvl4pPr>
              <a:lvl5pPr algn="ctr" defTabSz="1030288" eaLnBrk="0" hangingPunct="0">
                <a:defRPr sz="2000">
                  <a:solidFill>
                    <a:schemeClr val="tx1"/>
                  </a:solidFill>
                  <a:latin typeface="Times New Roman" panose="02020603050405020304" pitchFamily="18" charset="0"/>
                  <a:ea typeface="宋体" panose="02010600030101010101" pitchFamily="2" charset="-122"/>
                </a:defRPr>
              </a:lvl5pPr>
              <a:lvl6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6pPr>
              <a:lvl7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7pPr>
              <a:lvl8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8pPr>
              <a:lvl9pPr algn="ctr" defTabSz="1030288" eaLnBrk="0" fontAlgn="base" hangingPunct="0">
                <a:spcBef>
                  <a:spcPct val="50000"/>
                </a:spcBef>
                <a:spcAft>
                  <a:spcPct val="0"/>
                </a:spcAft>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9pPr>
            </a:lstStyle>
            <a:p>
              <a:pPr>
                <a:lnSpc>
                  <a:spcPct val="87000"/>
                </a:lnSpc>
                <a:spcBef>
                  <a:spcPct val="34000"/>
                </a:spcBef>
                <a:buClr>
                  <a:srgbClr val="A50021"/>
                </a:buClr>
                <a:buSzPct val="114000"/>
                <a:buFontTx/>
                <a:buNone/>
              </a:pPr>
              <a:r>
                <a:rPr lang="en-US" altLang="zh-CN" sz="1200"/>
                <a:t>IP </a:t>
              </a:r>
              <a:r>
                <a:rPr lang="zh-CN" altLang="en-US" sz="1200"/>
                <a:t>头</a:t>
              </a:r>
            </a:p>
          </p:txBody>
        </p:sp>
      </p:grpSp>
      <p:sp>
        <p:nvSpPr>
          <p:cNvPr id="67757" name="Line 1191"/>
          <p:cNvSpPr>
            <a:spLocks noChangeShapeType="1"/>
          </p:cNvSpPr>
          <p:nvPr/>
        </p:nvSpPr>
        <p:spPr bwMode="auto">
          <a:xfrm>
            <a:off x="2286000" y="2133600"/>
            <a:ext cx="0" cy="358140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58" name="Line 1192"/>
          <p:cNvSpPr>
            <a:spLocks noChangeShapeType="1"/>
          </p:cNvSpPr>
          <p:nvPr/>
        </p:nvSpPr>
        <p:spPr bwMode="auto">
          <a:xfrm>
            <a:off x="2133600" y="6096000"/>
            <a:ext cx="0" cy="30480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59" name="Line 1194"/>
          <p:cNvSpPr>
            <a:spLocks noChangeShapeType="1"/>
          </p:cNvSpPr>
          <p:nvPr/>
        </p:nvSpPr>
        <p:spPr bwMode="auto">
          <a:xfrm>
            <a:off x="8229600" y="6477000"/>
            <a:ext cx="1447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60" name="Line 1195"/>
          <p:cNvSpPr>
            <a:spLocks noChangeShapeType="1"/>
          </p:cNvSpPr>
          <p:nvPr/>
        </p:nvSpPr>
        <p:spPr bwMode="auto">
          <a:xfrm flipV="1">
            <a:off x="9677400" y="6019800"/>
            <a:ext cx="0" cy="45720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61" name="Line 1196"/>
          <p:cNvSpPr>
            <a:spLocks noChangeShapeType="1"/>
          </p:cNvSpPr>
          <p:nvPr/>
        </p:nvSpPr>
        <p:spPr bwMode="auto">
          <a:xfrm flipV="1">
            <a:off x="9753600" y="1828800"/>
            <a:ext cx="0" cy="388620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3" name="Line 1187"/>
          <p:cNvSpPr>
            <a:spLocks noChangeShapeType="1"/>
          </p:cNvSpPr>
          <p:nvPr/>
        </p:nvSpPr>
        <p:spPr bwMode="auto">
          <a:xfrm flipV="1">
            <a:off x="9753600" y="1828800"/>
            <a:ext cx="0" cy="3886200"/>
          </a:xfrm>
          <a:prstGeom prst="line">
            <a:avLst/>
          </a:prstGeom>
          <a:noFill/>
          <a:ln w="38100">
            <a:pattFill prst="lgConfetti">
              <a:fgClr>
                <a:schemeClr val="bg2"/>
              </a:fgClr>
              <a:bgClr>
                <a:srgbClr val="FF9933"/>
              </a:bgClr>
            </a:patt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763" name="Text Box 178"/>
          <p:cNvSpPr txBox="1">
            <a:spLocks noChangeArrowheads="1"/>
          </p:cNvSpPr>
          <p:nvPr/>
        </p:nvSpPr>
        <p:spPr bwMode="auto">
          <a:xfrm>
            <a:off x="1524000" y="5410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p>
            <a:pPr algn="ctr" eaLnBrk="0" hangingPunct="0"/>
            <a:r>
              <a:rPr lang="en-US" altLang="zh-CN" sz="1400"/>
              <a:t>VPN</a:t>
            </a:r>
            <a:r>
              <a:rPr lang="zh-CN" altLang="en-US" sz="1400"/>
              <a:t>网关</a:t>
            </a:r>
            <a:r>
              <a:rPr lang="en-US" altLang="zh-CN" sz="1400"/>
              <a:t>A</a:t>
            </a:r>
          </a:p>
        </p:txBody>
      </p:sp>
      <p:sp>
        <p:nvSpPr>
          <p:cNvPr id="471217" name="Text Box 1201"/>
          <p:cNvSpPr txBox="1">
            <a:spLocks noChangeArrowheads="1"/>
          </p:cNvSpPr>
          <p:nvPr/>
        </p:nvSpPr>
        <p:spPr bwMode="auto">
          <a:xfrm>
            <a:off x="2433677" y="2362200"/>
            <a:ext cx="553998"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vert="eaVert">
            <a:spAutoFit/>
          </a:bodyPr>
          <a:lstStyle/>
          <a:p>
            <a:pPr algn="ctr" eaLnBrk="0" hangingPunct="0"/>
            <a:r>
              <a:rPr lang="zh-CN" altLang="en-US" sz="1200"/>
              <a:t>查找</a:t>
            </a:r>
            <a:r>
              <a:rPr lang="en-US" altLang="zh-CN" sz="1200"/>
              <a:t>SPD</a:t>
            </a:r>
            <a:r>
              <a:rPr lang="zh-CN" altLang="en-US" sz="1200"/>
              <a:t>数据库决定为流入的</a:t>
            </a:r>
            <a:r>
              <a:rPr lang="en-US" altLang="zh-CN" sz="1200"/>
              <a:t>IP</a:t>
            </a:r>
            <a:r>
              <a:rPr lang="zh-CN" altLang="en-US" sz="1200"/>
              <a:t>数据提供那些安全服务</a:t>
            </a:r>
          </a:p>
        </p:txBody>
      </p:sp>
      <p:sp>
        <p:nvSpPr>
          <p:cNvPr id="471218" name="Text Box 1202"/>
          <p:cNvSpPr txBox="1">
            <a:spLocks noChangeArrowheads="1"/>
          </p:cNvSpPr>
          <p:nvPr/>
        </p:nvSpPr>
        <p:spPr bwMode="auto">
          <a:xfrm>
            <a:off x="3273981" y="2514600"/>
            <a:ext cx="36933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vert="eaVert">
            <a:spAutoFit/>
          </a:bodyPr>
          <a:lstStyle/>
          <a:p>
            <a:pPr algn="ctr" eaLnBrk="0" hangingPunct="0"/>
            <a:r>
              <a:rPr lang="zh-CN" altLang="en-US" sz="1200"/>
              <a:t>查找对应</a:t>
            </a:r>
            <a:r>
              <a:rPr lang="en-US" altLang="zh-CN" sz="1200"/>
              <a:t>SA</a:t>
            </a:r>
            <a:r>
              <a:rPr lang="zh-CN" altLang="en-US" sz="1200"/>
              <a:t>的参数</a:t>
            </a:r>
          </a:p>
        </p:txBody>
      </p:sp>
      <p:sp>
        <p:nvSpPr>
          <p:cNvPr id="471219" name="Text Box 1203"/>
          <p:cNvSpPr txBox="1">
            <a:spLocks noChangeArrowheads="1"/>
          </p:cNvSpPr>
          <p:nvPr/>
        </p:nvSpPr>
        <p:spPr bwMode="auto">
          <a:xfrm>
            <a:off x="8760381" y="2438400"/>
            <a:ext cx="369332"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vert="eaVert">
            <a:spAutoFit/>
          </a:bodyPr>
          <a:lstStyle/>
          <a:p>
            <a:pPr algn="ctr" eaLnBrk="0" hangingPunct="0"/>
            <a:r>
              <a:rPr lang="zh-CN" altLang="en-US" sz="1200"/>
              <a:t>要求建立安全相应的关联</a:t>
            </a:r>
            <a:endParaRPr lang="en-US" altLang="zh-CN" sz="1200"/>
          </a:p>
        </p:txBody>
      </p:sp>
      <p:sp>
        <p:nvSpPr>
          <p:cNvPr id="471222" name="Text Box 1206"/>
          <p:cNvSpPr txBox="1">
            <a:spLocks noChangeArrowheads="1"/>
          </p:cNvSpPr>
          <p:nvPr/>
        </p:nvSpPr>
        <p:spPr bwMode="auto">
          <a:xfrm>
            <a:off x="2514600" y="44196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r>
              <a:rPr lang="zh-CN" altLang="en-US" sz="1200"/>
              <a:t>对原有数据包进行相应的安全处理</a:t>
            </a:r>
          </a:p>
        </p:txBody>
      </p:sp>
      <p:sp>
        <p:nvSpPr>
          <p:cNvPr id="471223" name="Text Box 1207"/>
          <p:cNvSpPr txBox="1">
            <a:spLocks noChangeArrowheads="1"/>
          </p:cNvSpPr>
          <p:nvPr/>
        </p:nvSpPr>
        <p:spPr bwMode="auto">
          <a:xfrm>
            <a:off x="7543800" y="3048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r>
              <a:rPr lang="zh-CN" altLang="en-US" sz="1200"/>
              <a:t>建立</a:t>
            </a:r>
            <a:r>
              <a:rPr lang="en-US" altLang="zh-CN" sz="1200"/>
              <a:t>SAD</a:t>
            </a:r>
          </a:p>
        </p:txBody>
      </p:sp>
      <p:sp>
        <p:nvSpPr>
          <p:cNvPr id="471224" name="Text Box 1208"/>
          <p:cNvSpPr txBox="1">
            <a:spLocks noChangeArrowheads="1"/>
          </p:cNvSpPr>
          <p:nvPr/>
        </p:nvSpPr>
        <p:spPr bwMode="auto">
          <a:xfrm>
            <a:off x="7315200" y="2362201"/>
            <a:ext cx="685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r>
              <a:rPr lang="zh-CN" altLang="en-US" sz="1200"/>
              <a:t>建立相应的</a:t>
            </a:r>
            <a:r>
              <a:rPr lang="en-US" altLang="zh-CN" sz="1200"/>
              <a:t>SA</a:t>
            </a:r>
          </a:p>
        </p:txBody>
      </p:sp>
      <p:sp>
        <p:nvSpPr>
          <p:cNvPr id="67770" name="Rectangle 1209"/>
          <p:cNvSpPr>
            <a:spLocks noChangeArrowheads="1"/>
          </p:cNvSpPr>
          <p:nvPr/>
        </p:nvSpPr>
        <p:spPr bwMode="auto">
          <a:xfrm>
            <a:off x="0" y="66560"/>
            <a:ext cx="51988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gn="ctr" eaLnBrk="0" hangingPunct="0"/>
            <a:r>
              <a:rPr lang="zh-CN" altLang="en-US" sz="3200" b="1" smtClean="0">
                <a:solidFill>
                  <a:schemeClr val="bg1"/>
                </a:solidFill>
                <a:latin typeface="微软雅黑" panose="020B0503020204020204" pitchFamily="34" charset="-122"/>
                <a:ea typeface="微软雅黑" panose="020B0503020204020204" pitchFamily="34" charset="-122"/>
                <a:cs typeface="+mj-cs"/>
              </a:rPr>
              <a:t>一</a:t>
            </a:r>
            <a:r>
              <a:rPr lang="zh-CN" altLang="en-US" sz="3200" b="1">
                <a:solidFill>
                  <a:schemeClr val="bg1"/>
                </a:solidFill>
                <a:latin typeface="微软雅黑" panose="020B0503020204020204" pitchFamily="34" charset="-122"/>
                <a:ea typeface="微软雅黑" panose="020B0503020204020204" pitchFamily="34" charset="-122"/>
                <a:cs typeface="+mj-cs"/>
              </a:rPr>
              <a:t>个完整的</a:t>
            </a:r>
            <a:r>
              <a:rPr lang="en-US" altLang="zh-CN" sz="3200" b="1">
                <a:solidFill>
                  <a:schemeClr val="bg1"/>
                </a:solidFill>
                <a:latin typeface="微软雅黑" panose="020B0503020204020204" pitchFamily="34" charset="-122"/>
                <a:ea typeface="微软雅黑" panose="020B0503020204020204" pitchFamily="34" charset="-122"/>
                <a:cs typeface="+mj-cs"/>
              </a:rPr>
              <a:t>VPN</a:t>
            </a:r>
            <a:r>
              <a:rPr lang="zh-CN" altLang="en-US" sz="3200" b="1">
                <a:solidFill>
                  <a:schemeClr val="bg1"/>
                </a:solidFill>
                <a:latin typeface="微软雅黑" panose="020B0503020204020204" pitchFamily="34" charset="-122"/>
                <a:ea typeface="微软雅黑" panose="020B0503020204020204" pitchFamily="34" charset="-122"/>
                <a:cs typeface="+mj-cs"/>
              </a:rPr>
              <a:t>工作原理图</a:t>
            </a:r>
          </a:p>
        </p:txBody>
      </p:sp>
    </p:spTree>
    <p:extLst>
      <p:ext uri="{BB962C8B-B14F-4D97-AF65-F5344CB8AC3E}">
        <p14:creationId xmlns:p14="http://schemas.microsoft.com/office/powerpoint/2010/main" val="34375524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507"/>
                                        </p:tgtEl>
                                        <p:attrNameLst>
                                          <p:attrName>style.visibility</p:attrName>
                                        </p:attrNameLst>
                                      </p:cBhvr>
                                      <p:to>
                                        <p:strVal val="visible"/>
                                      </p:to>
                                    </p:set>
                                    <p:animEffect transition="in" filter="wipe(up)">
                                      <p:cBhvr>
                                        <p:cTn id="7" dur="500"/>
                                        <p:tgtEl>
                                          <p:spTgt spid="20507"/>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20510"/>
                                        </p:tgtEl>
                                        <p:attrNameLst>
                                          <p:attrName>style.visibility</p:attrName>
                                        </p:attrNameLst>
                                      </p:cBhvr>
                                      <p:to>
                                        <p:strVal val="visible"/>
                                      </p:to>
                                    </p:set>
                                    <p:animEffect transition="in" filter="wipe(down)">
                                      <p:cBhvr>
                                        <p:cTn id="16" dur="500"/>
                                        <p:tgtEl>
                                          <p:spTgt spid="20510"/>
                                        </p:tgtEl>
                                      </p:cBhvr>
                                    </p:animEffect>
                                  </p:childTnLst>
                                </p:cTn>
                              </p:par>
                            </p:childTnLst>
                          </p:cTn>
                        </p:par>
                        <p:par>
                          <p:cTn id="17" fill="hold" nodeType="afterGroup">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471217"/>
                                        </p:tgtEl>
                                        <p:attrNameLst>
                                          <p:attrName>style.visibility</p:attrName>
                                        </p:attrNameLst>
                                      </p:cBhvr>
                                      <p:to>
                                        <p:strVal val="visible"/>
                                      </p:to>
                                    </p:set>
                                    <p:animEffect transition="in" filter="slide(fromBottom)">
                                      <p:cBhvr>
                                        <p:cTn id="20" dur="500"/>
                                        <p:tgtEl>
                                          <p:spTgt spid="471217"/>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0511"/>
                                        </p:tgtEl>
                                        <p:attrNameLst>
                                          <p:attrName>style.visibility</p:attrName>
                                        </p:attrNameLst>
                                      </p:cBhvr>
                                      <p:to>
                                        <p:strVal val="visible"/>
                                      </p:to>
                                    </p:set>
                                    <p:animEffect transition="in" filter="wipe(left)">
                                      <p:cBhvr>
                                        <p:cTn id="24" dur="500"/>
                                        <p:tgtEl>
                                          <p:spTgt spid="20511"/>
                                        </p:tgtEl>
                                      </p:cBhvr>
                                    </p:animEffect>
                                  </p:childTnLst>
                                </p:cTn>
                              </p:par>
                            </p:childTnLst>
                          </p:cTn>
                        </p:par>
                        <p:par>
                          <p:cTn id="25" fill="hold" nodeType="afterGroup">
                            <p:stCondLst>
                              <p:cond delay="1500"/>
                            </p:stCondLst>
                            <p:childTnLst>
                              <p:par>
                                <p:cTn id="26" presetID="22" presetClass="entr" presetSubtype="4" fill="hold" nodeType="afterEffect">
                                  <p:stCondLst>
                                    <p:cond delay="0"/>
                                  </p:stCondLst>
                                  <p:childTnLst>
                                    <p:set>
                                      <p:cBhvr>
                                        <p:cTn id="27" dur="1" fill="hold">
                                          <p:stCondLst>
                                            <p:cond delay="0"/>
                                          </p:stCondLst>
                                        </p:cTn>
                                        <p:tgtEl>
                                          <p:spTgt spid="20513"/>
                                        </p:tgtEl>
                                        <p:attrNameLst>
                                          <p:attrName>style.visibility</p:attrName>
                                        </p:attrNameLst>
                                      </p:cBhvr>
                                      <p:to>
                                        <p:strVal val="visible"/>
                                      </p:to>
                                    </p:set>
                                    <p:animEffect transition="in" filter="wipe(down)">
                                      <p:cBhvr>
                                        <p:cTn id="28" dur="500"/>
                                        <p:tgtEl>
                                          <p:spTgt spid="20513"/>
                                        </p:tgtEl>
                                      </p:cBhvr>
                                    </p:animEffect>
                                  </p:childTnLst>
                                </p:cTn>
                              </p:par>
                            </p:childTnLst>
                          </p:cTn>
                        </p:par>
                        <p:par>
                          <p:cTn id="29" fill="hold" nodeType="afterGroup">
                            <p:stCondLst>
                              <p:cond delay="2000"/>
                            </p:stCondLst>
                            <p:childTnLst>
                              <p:par>
                                <p:cTn id="30" presetID="22" presetClass="entr" presetSubtype="8" fill="hold" nodeType="afterEffect">
                                  <p:stCondLst>
                                    <p:cond delay="0"/>
                                  </p:stCondLst>
                                  <p:childTnLst>
                                    <p:set>
                                      <p:cBhvr>
                                        <p:cTn id="31" dur="1" fill="hold">
                                          <p:stCondLst>
                                            <p:cond delay="0"/>
                                          </p:stCondLst>
                                        </p:cTn>
                                        <p:tgtEl>
                                          <p:spTgt spid="20514"/>
                                        </p:tgtEl>
                                        <p:attrNameLst>
                                          <p:attrName>style.visibility</p:attrName>
                                        </p:attrNameLst>
                                      </p:cBhvr>
                                      <p:to>
                                        <p:strVal val="visible"/>
                                      </p:to>
                                    </p:set>
                                    <p:animEffect transition="in" filter="wipe(left)">
                                      <p:cBhvr>
                                        <p:cTn id="32" dur="500"/>
                                        <p:tgtEl>
                                          <p:spTgt spid="20514"/>
                                        </p:tgtEl>
                                      </p:cBhvr>
                                    </p:animEffect>
                                  </p:childTnLst>
                                </p:cTn>
                              </p:par>
                            </p:childTnLst>
                          </p:cTn>
                        </p:par>
                        <p:par>
                          <p:cTn id="33" fill="hold" nodeType="afterGroup">
                            <p:stCondLst>
                              <p:cond delay="2500"/>
                            </p:stCondLst>
                            <p:childTnLst>
                              <p:par>
                                <p:cTn id="34" presetID="12" presetClass="entr" presetSubtype="8"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slide(fromLeft)">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0517"/>
                                        </p:tgtEl>
                                        <p:attrNameLst>
                                          <p:attrName>style.visibility</p:attrName>
                                        </p:attrNameLst>
                                      </p:cBhvr>
                                      <p:to>
                                        <p:strVal val="visible"/>
                                      </p:to>
                                    </p:set>
                                    <p:animEffect transition="in" filter="wipe(left)">
                                      <p:cBhvr>
                                        <p:cTn id="41" dur="500"/>
                                        <p:tgtEl>
                                          <p:spTgt spid="20517"/>
                                        </p:tgtEl>
                                      </p:cBhvr>
                                    </p:animEffect>
                                  </p:childTnLst>
                                </p:cTn>
                              </p:par>
                            </p:childTnLst>
                          </p:cTn>
                        </p:par>
                        <p:par>
                          <p:cTn id="42" fill="hold" nodeType="afterGroup">
                            <p:stCondLst>
                              <p:cond delay="500"/>
                            </p:stCondLst>
                            <p:childTnLst>
                              <p:par>
                                <p:cTn id="43" presetID="22" presetClass="entr" presetSubtype="1" fill="hold" nodeType="afterEffect">
                                  <p:stCondLst>
                                    <p:cond delay="0"/>
                                  </p:stCondLst>
                                  <p:childTnLst>
                                    <p:set>
                                      <p:cBhvr>
                                        <p:cTn id="44" dur="1" fill="hold">
                                          <p:stCondLst>
                                            <p:cond delay="0"/>
                                          </p:stCondLst>
                                        </p:cTn>
                                        <p:tgtEl>
                                          <p:spTgt spid="20518"/>
                                        </p:tgtEl>
                                        <p:attrNameLst>
                                          <p:attrName>style.visibility</p:attrName>
                                        </p:attrNameLst>
                                      </p:cBhvr>
                                      <p:to>
                                        <p:strVal val="visible"/>
                                      </p:to>
                                    </p:set>
                                    <p:animEffect transition="in" filter="wipe(up)">
                                      <p:cBhvr>
                                        <p:cTn id="45" dur="500"/>
                                        <p:tgtEl>
                                          <p:spTgt spid="20518"/>
                                        </p:tgtEl>
                                      </p:cBhvr>
                                    </p:animEffect>
                                  </p:childTnLst>
                                </p:cTn>
                              </p:par>
                            </p:childTnLst>
                          </p:cTn>
                        </p:par>
                        <p:par>
                          <p:cTn id="46" fill="hold" nodeType="afterGroup">
                            <p:stCondLst>
                              <p:cond delay="1000"/>
                            </p:stCondLst>
                            <p:childTnLst>
                              <p:par>
                                <p:cTn id="47" presetID="12" presetClass="entr" presetSubtype="1" fill="hold" grpId="0" nodeType="afterEffect">
                                  <p:stCondLst>
                                    <p:cond delay="0"/>
                                  </p:stCondLst>
                                  <p:childTnLst>
                                    <p:set>
                                      <p:cBhvr>
                                        <p:cTn id="48" dur="1" fill="hold">
                                          <p:stCondLst>
                                            <p:cond delay="0"/>
                                          </p:stCondLst>
                                        </p:cTn>
                                        <p:tgtEl>
                                          <p:spTgt spid="471219"/>
                                        </p:tgtEl>
                                        <p:attrNameLst>
                                          <p:attrName>style.visibility</p:attrName>
                                        </p:attrNameLst>
                                      </p:cBhvr>
                                      <p:to>
                                        <p:strVal val="visible"/>
                                      </p:to>
                                    </p:set>
                                    <p:animEffect transition="in" filter="slide(fromTop)">
                                      <p:cBhvr>
                                        <p:cTn id="49" dur="500"/>
                                        <p:tgtEl>
                                          <p:spTgt spid="47121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6" presetClass="entr" presetSubtype="37" fill="hold" nodeType="clickEffect">
                                  <p:stCondLst>
                                    <p:cond delay="0"/>
                                  </p:stCondLst>
                                  <p:childTnLst>
                                    <p:set>
                                      <p:cBhvr>
                                        <p:cTn id="53" dur="1" fill="hold">
                                          <p:stCondLst>
                                            <p:cond delay="0"/>
                                          </p:stCondLst>
                                        </p:cTn>
                                        <p:tgtEl>
                                          <p:spTgt spid="20502"/>
                                        </p:tgtEl>
                                        <p:attrNameLst>
                                          <p:attrName>style.visibility</p:attrName>
                                        </p:attrNameLst>
                                      </p:cBhvr>
                                      <p:to>
                                        <p:strVal val="visible"/>
                                      </p:to>
                                    </p:set>
                                    <p:animEffect transition="in" filter="barn(outVertical)">
                                      <p:cBhvr>
                                        <p:cTn id="54" dur="500"/>
                                        <p:tgtEl>
                                          <p:spTgt spid="20502"/>
                                        </p:tgtEl>
                                      </p:cBhvr>
                                    </p:animEffect>
                                  </p:childTnLst>
                                </p:cTn>
                              </p:par>
                            </p:childTnLst>
                          </p:cTn>
                        </p:par>
                        <p:par>
                          <p:cTn id="55" fill="hold" nodeType="afterGroup">
                            <p:stCondLst>
                              <p:cond delay="500"/>
                            </p:stCondLst>
                            <p:childTnLst>
                              <p:par>
                                <p:cTn id="56" presetID="12" presetClass="entr" presetSubtype="4" fill="hold" grpId="0" nodeType="afterEffect">
                                  <p:stCondLst>
                                    <p:cond delay="0"/>
                                  </p:stCondLst>
                                  <p:childTnLst>
                                    <p:set>
                                      <p:cBhvr>
                                        <p:cTn id="57" dur="1" fill="hold">
                                          <p:stCondLst>
                                            <p:cond delay="0"/>
                                          </p:stCondLst>
                                        </p:cTn>
                                        <p:tgtEl>
                                          <p:spTgt spid="471056"/>
                                        </p:tgtEl>
                                        <p:attrNameLst>
                                          <p:attrName>style.visibility</p:attrName>
                                        </p:attrNameLst>
                                      </p:cBhvr>
                                      <p:to>
                                        <p:strVal val="visible"/>
                                      </p:to>
                                    </p:set>
                                    <p:animEffect transition="in" filter="slide(fromBottom)">
                                      <p:cBhvr>
                                        <p:cTn id="58" dur="500"/>
                                        <p:tgtEl>
                                          <p:spTgt spid="471056"/>
                                        </p:tgtEl>
                                      </p:cBhvr>
                                    </p:animEffect>
                                  </p:childTnLst>
                                </p:cTn>
                              </p:par>
                            </p:childTnLst>
                          </p:cTn>
                        </p:par>
                        <p:par>
                          <p:cTn id="59" fill="hold" nodeType="afterGroup">
                            <p:stCondLst>
                              <p:cond delay="1000"/>
                            </p:stCondLst>
                            <p:childTnLst>
                              <p:par>
                                <p:cTn id="60" presetID="22" presetClass="entr" presetSubtype="4" fill="hold" nodeType="afterEffect">
                                  <p:stCondLst>
                                    <p:cond delay="0"/>
                                  </p:stCondLst>
                                  <p:childTnLst>
                                    <p:set>
                                      <p:cBhvr>
                                        <p:cTn id="61" dur="1" fill="hold">
                                          <p:stCondLst>
                                            <p:cond delay="0"/>
                                          </p:stCondLst>
                                        </p:cTn>
                                        <p:tgtEl>
                                          <p:spTgt spid="20504"/>
                                        </p:tgtEl>
                                        <p:attrNameLst>
                                          <p:attrName>style.visibility</p:attrName>
                                        </p:attrNameLst>
                                      </p:cBhvr>
                                      <p:to>
                                        <p:strVal val="visible"/>
                                      </p:to>
                                    </p:set>
                                    <p:animEffect transition="in" filter="wipe(down)">
                                      <p:cBhvr>
                                        <p:cTn id="62" dur="500"/>
                                        <p:tgtEl>
                                          <p:spTgt spid="20504"/>
                                        </p:tgtEl>
                                      </p:cBhvr>
                                    </p:animEffect>
                                  </p:childTnLst>
                                </p:cTn>
                              </p:par>
                            </p:childTnLst>
                          </p:cTn>
                        </p:par>
                        <p:par>
                          <p:cTn id="63" fill="hold" nodeType="afterGroup">
                            <p:stCondLst>
                              <p:cond delay="1500"/>
                            </p:stCondLst>
                            <p:childTnLst>
                              <p:par>
                                <p:cTn id="64" presetID="22" presetClass="entr" presetSubtype="2" fill="hold" nodeType="afterEffect">
                                  <p:stCondLst>
                                    <p:cond delay="0"/>
                                  </p:stCondLst>
                                  <p:childTnLst>
                                    <p:set>
                                      <p:cBhvr>
                                        <p:cTn id="65" dur="1" fill="hold">
                                          <p:stCondLst>
                                            <p:cond delay="0"/>
                                          </p:stCondLst>
                                        </p:cTn>
                                        <p:tgtEl>
                                          <p:spTgt spid="20506"/>
                                        </p:tgtEl>
                                        <p:attrNameLst>
                                          <p:attrName>style.visibility</p:attrName>
                                        </p:attrNameLst>
                                      </p:cBhvr>
                                      <p:to>
                                        <p:strVal val="visible"/>
                                      </p:to>
                                    </p:set>
                                    <p:animEffect transition="in" filter="wipe(right)">
                                      <p:cBhvr>
                                        <p:cTn id="66" dur="500"/>
                                        <p:tgtEl>
                                          <p:spTgt spid="20506"/>
                                        </p:tgtEl>
                                      </p:cBhvr>
                                    </p:animEffect>
                                  </p:childTnLst>
                                </p:cTn>
                              </p:par>
                            </p:childTnLst>
                          </p:cTn>
                        </p:par>
                        <p:par>
                          <p:cTn id="67" fill="hold" nodeType="afterGroup">
                            <p:stCondLst>
                              <p:cond delay="2000"/>
                            </p:stCondLst>
                            <p:childTnLst>
                              <p:par>
                                <p:cTn id="68" presetID="12" presetClass="entr" presetSubtype="1" fill="hold" grpId="0" nodeType="afterEffect">
                                  <p:stCondLst>
                                    <p:cond delay="0"/>
                                  </p:stCondLst>
                                  <p:childTnLst>
                                    <p:set>
                                      <p:cBhvr>
                                        <p:cTn id="69" dur="1" fill="hold">
                                          <p:stCondLst>
                                            <p:cond delay="0"/>
                                          </p:stCondLst>
                                        </p:cTn>
                                        <p:tgtEl>
                                          <p:spTgt spid="471224"/>
                                        </p:tgtEl>
                                        <p:attrNameLst>
                                          <p:attrName>style.visibility</p:attrName>
                                        </p:attrNameLst>
                                      </p:cBhvr>
                                      <p:to>
                                        <p:strVal val="visible"/>
                                      </p:to>
                                    </p:set>
                                    <p:animEffect transition="in" filter="slide(fromTop)">
                                      <p:cBhvr>
                                        <p:cTn id="70" dur="500"/>
                                        <p:tgtEl>
                                          <p:spTgt spid="471224"/>
                                        </p:tgtEl>
                                      </p:cBhvr>
                                    </p:animEffect>
                                  </p:childTnLst>
                                </p:cTn>
                              </p:par>
                            </p:childTnLst>
                          </p:cTn>
                        </p:par>
                        <p:par>
                          <p:cTn id="71" fill="hold" nodeType="afterGroup">
                            <p:stCondLst>
                              <p:cond delay="2500"/>
                            </p:stCondLst>
                            <p:childTnLst>
                              <p:par>
                                <p:cTn id="72" presetID="12" presetClass="entr" presetSubtype="2" fill="hold" nodeType="after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slide(fromRight)">
                                      <p:cBhvr>
                                        <p:cTn id="74" dur="500"/>
                                        <p:tgtEl>
                                          <p:spTgt spid="4"/>
                                        </p:tgtEl>
                                      </p:cBhvr>
                                    </p:animEffect>
                                  </p:childTnLst>
                                </p:cTn>
                              </p:par>
                            </p:childTnLst>
                          </p:cTn>
                        </p:par>
                        <p:par>
                          <p:cTn id="75" fill="hold" nodeType="afterGroup">
                            <p:stCondLst>
                              <p:cond delay="3000"/>
                            </p:stCondLst>
                            <p:childTnLst>
                              <p:par>
                                <p:cTn id="76" presetID="22" presetClass="entr" presetSubtype="8" fill="hold" nodeType="afterEffect">
                                  <p:stCondLst>
                                    <p:cond delay="0"/>
                                  </p:stCondLst>
                                  <p:childTnLst>
                                    <p:set>
                                      <p:cBhvr>
                                        <p:cTn id="77" dur="1" fill="hold">
                                          <p:stCondLst>
                                            <p:cond delay="0"/>
                                          </p:stCondLst>
                                        </p:cTn>
                                        <p:tgtEl>
                                          <p:spTgt spid="20505"/>
                                        </p:tgtEl>
                                        <p:attrNameLst>
                                          <p:attrName>style.visibility</p:attrName>
                                        </p:attrNameLst>
                                      </p:cBhvr>
                                      <p:to>
                                        <p:strVal val="visible"/>
                                      </p:to>
                                    </p:set>
                                    <p:animEffect transition="in" filter="wipe(left)">
                                      <p:cBhvr>
                                        <p:cTn id="78" dur="500"/>
                                        <p:tgtEl>
                                          <p:spTgt spid="20505"/>
                                        </p:tgtEl>
                                      </p:cBhvr>
                                    </p:animEffect>
                                  </p:childTnLst>
                                </p:cTn>
                              </p:par>
                            </p:childTnLst>
                          </p:cTn>
                        </p:par>
                        <p:par>
                          <p:cTn id="79" fill="hold" nodeType="afterGroup">
                            <p:stCondLst>
                              <p:cond delay="3500"/>
                            </p:stCondLst>
                            <p:childTnLst>
                              <p:par>
                                <p:cTn id="80" presetID="22" presetClass="entr" presetSubtype="1" fill="hold" nodeType="afterEffect">
                                  <p:stCondLst>
                                    <p:cond delay="0"/>
                                  </p:stCondLst>
                                  <p:childTnLst>
                                    <p:set>
                                      <p:cBhvr>
                                        <p:cTn id="81" dur="1" fill="hold">
                                          <p:stCondLst>
                                            <p:cond delay="0"/>
                                          </p:stCondLst>
                                        </p:cTn>
                                        <p:tgtEl>
                                          <p:spTgt spid="20516"/>
                                        </p:tgtEl>
                                        <p:attrNameLst>
                                          <p:attrName>style.visibility</p:attrName>
                                        </p:attrNameLst>
                                      </p:cBhvr>
                                      <p:to>
                                        <p:strVal val="visible"/>
                                      </p:to>
                                    </p:set>
                                    <p:animEffect transition="in" filter="wipe(up)">
                                      <p:cBhvr>
                                        <p:cTn id="82" dur="500"/>
                                        <p:tgtEl>
                                          <p:spTgt spid="20516"/>
                                        </p:tgtEl>
                                      </p:cBhvr>
                                    </p:animEffect>
                                  </p:childTnLst>
                                </p:cTn>
                              </p:par>
                            </p:childTnLst>
                          </p:cTn>
                        </p:par>
                        <p:par>
                          <p:cTn id="83" fill="hold" nodeType="afterGroup">
                            <p:stCondLst>
                              <p:cond delay="4000"/>
                            </p:stCondLst>
                            <p:childTnLst>
                              <p:par>
                                <p:cTn id="84" presetID="12" presetClass="entr" presetSubtype="1" fill="hold" grpId="0" nodeType="afterEffect">
                                  <p:stCondLst>
                                    <p:cond delay="0"/>
                                  </p:stCondLst>
                                  <p:childTnLst>
                                    <p:set>
                                      <p:cBhvr>
                                        <p:cTn id="85" dur="1" fill="hold">
                                          <p:stCondLst>
                                            <p:cond delay="0"/>
                                          </p:stCondLst>
                                        </p:cTn>
                                        <p:tgtEl>
                                          <p:spTgt spid="471223"/>
                                        </p:tgtEl>
                                        <p:attrNameLst>
                                          <p:attrName>style.visibility</p:attrName>
                                        </p:attrNameLst>
                                      </p:cBhvr>
                                      <p:to>
                                        <p:strVal val="visible"/>
                                      </p:to>
                                    </p:set>
                                    <p:animEffect transition="in" filter="slide(fromTop)">
                                      <p:cBhvr>
                                        <p:cTn id="86" dur="500"/>
                                        <p:tgtEl>
                                          <p:spTgt spid="471223"/>
                                        </p:tgtEl>
                                      </p:cBhvr>
                                    </p:animEffect>
                                  </p:childTnLst>
                                </p:cTn>
                              </p:par>
                            </p:childTnLst>
                          </p:cTn>
                        </p:par>
                        <p:par>
                          <p:cTn id="87" fill="hold" nodeType="afterGroup">
                            <p:stCondLst>
                              <p:cond delay="4500"/>
                            </p:stCondLst>
                            <p:childTnLst>
                              <p:par>
                                <p:cTn id="88" presetID="12" presetClass="entr" presetSubtype="1" fill="hold" nodeType="after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slide(fromTop)">
                                      <p:cBhvr>
                                        <p:cTn id="90" dur="500"/>
                                        <p:tgtEl>
                                          <p:spTgt spid="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2" fill="hold" nodeType="clickEffect">
                                  <p:stCondLst>
                                    <p:cond delay="0"/>
                                  </p:stCondLst>
                                  <p:childTnLst>
                                    <p:set>
                                      <p:cBhvr>
                                        <p:cTn id="94" dur="1" fill="hold">
                                          <p:stCondLst>
                                            <p:cond delay="0"/>
                                          </p:stCondLst>
                                        </p:cTn>
                                        <p:tgtEl>
                                          <p:spTgt spid="20519"/>
                                        </p:tgtEl>
                                        <p:attrNameLst>
                                          <p:attrName>style.visibility</p:attrName>
                                        </p:attrNameLst>
                                      </p:cBhvr>
                                      <p:to>
                                        <p:strVal val="visible"/>
                                      </p:to>
                                    </p:set>
                                    <p:animEffect transition="in" filter="wipe(right)">
                                      <p:cBhvr>
                                        <p:cTn id="95" dur="500"/>
                                        <p:tgtEl>
                                          <p:spTgt spid="20519"/>
                                        </p:tgtEl>
                                      </p:cBhvr>
                                    </p:animEffect>
                                  </p:childTnLst>
                                </p:cTn>
                              </p:par>
                            </p:childTnLst>
                          </p:cTn>
                        </p:par>
                        <p:par>
                          <p:cTn id="96" fill="hold" nodeType="afterGroup">
                            <p:stCondLst>
                              <p:cond delay="500"/>
                            </p:stCondLst>
                            <p:childTnLst>
                              <p:par>
                                <p:cTn id="97" presetID="22" presetClass="entr" presetSubtype="1" fill="hold" nodeType="afterEffect">
                                  <p:stCondLst>
                                    <p:cond delay="0"/>
                                  </p:stCondLst>
                                  <p:childTnLst>
                                    <p:set>
                                      <p:cBhvr>
                                        <p:cTn id="98" dur="1" fill="hold">
                                          <p:stCondLst>
                                            <p:cond delay="0"/>
                                          </p:stCondLst>
                                        </p:cTn>
                                        <p:tgtEl>
                                          <p:spTgt spid="20520"/>
                                        </p:tgtEl>
                                        <p:attrNameLst>
                                          <p:attrName>style.visibility</p:attrName>
                                        </p:attrNameLst>
                                      </p:cBhvr>
                                      <p:to>
                                        <p:strVal val="visible"/>
                                      </p:to>
                                    </p:set>
                                    <p:animEffect transition="in" filter="wipe(up)">
                                      <p:cBhvr>
                                        <p:cTn id="99" dur="500"/>
                                        <p:tgtEl>
                                          <p:spTgt spid="20520"/>
                                        </p:tgtEl>
                                      </p:cBhvr>
                                    </p:animEffect>
                                  </p:childTnLst>
                                </p:cTn>
                              </p:par>
                            </p:childTnLst>
                          </p:cTn>
                        </p:par>
                        <p:par>
                          <p:cTn id="100" fill="hold" nodeType="afterGroup">
                            <p:stCondLst>
                              <p:cond delay="1000"/>
                            </p:stCondLst>
                            <p:childTnLst>
                              <p:par>
                                <p:cTn id="101" presetID="12" presetClass="entr" presetSubtype="1" fill="hold" grpId="0" nodeType="afterEffect">
                                  <p:stCondLst>
                                    <p:cond delay="0"/>
                                  </p:stCondLst>
                                  <p:childTnLst>
                                    <p:set>
                                      <p:cBhvr>
                                        <p:cTn id="102" dur="1" fill="hold">
                                          <p:stCondLst>
                                            <p:cond delay="0"/>
                                          </p:stCondLst>
                                        </p:cTn>
                                        <p:tgtEl>
                                          <p:spTgt spid="471218"/>
                                        </p:tgtEl>
                                        <p:attrNameLst>
                                          <p:attrName>style.visibility</p:attrName>
                                        </p:attrNameLst>
                                      </p:cBhvr>
                                      <p:to>
                                        <p:strVal val="visible"/>
                                      </p:to>
                                    </p:set>
                                    <p:animEffect transition="in" filter="slide(fromTop)">
                                      <p:cBhvr>
                                        <p:cTn id="103" dur="500"/>
                                        <p:tgtEl>
                                          <p:spTgt spid="471218"/>
                                        </p:tgtEl>
                                      </p:cBhvr>
                                    </p:animEffect>
                                  </p:childTnLst>
                                </p:cTn>
                              </p:par>
                            </p:childTnLst>
                          </p:cTn>
                        </p:par>
                        <p:par>
                          <p:cTn id="104" fill="hold" nodeType="afterGroup">
                            <p:stCondLst>
                              <p:cond delay="1500"/>
                            </p:stCondLst>
                            <p:childTnLst>
                              <p:par>
                                <p:cTn id="105" presetID="22" presetClass="entr" presetSubtype="8" fill="hold" nodeType="afterEffect">
                                  <p:stCondLst>
                                    <p:cond delay="0"/>
                                  </p:stCondLst>
                                  <p:childTnLst>
                                    <p:set>
                                      <p:cBhvr>
                                        <p:cTn id="106" dur="1" fill="hold">
                                          <p:stCondLst>
                                            <p:cond delay="0"/>
                                          </p:stCondLst>
                                        </p:cTn>
                                        <p:tgtEl>
                                          <p:spTgt spid="20521"/>
                                        </p:tgtEl>
                                        <p:attrNameLst>
                                          <p:attrName>style.visibility</p:attrName>
                                        </p:attrNameLst>
                                      </p:cBhvr>
                                      <p:to>
                                        <p:strVal val="visible"/>
                                      </p:to>
                                    </p:set>
                                    <p:animEffect transition="in" filter="wipe(left)">
                                      <p:cBhvr>
                                        <p:cTn id="107" dur="500"/>
                                        <p:tgtEl>
                                          <p:spTgt spid="2052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2" fill="hold" nodeType="clickEffect">
                                  <p:stCondLst>
                                    <p:cond delay="0"/>
                                  </p:stCondLst>
                                  <p:childTnLst>
                                    <p:set>
                                      <p:cBhvr>
                                        <p:cTn id="111" dur="1" fill="hold">
                                          <p:stCondLst>
                                            <p:cond delay="0"/>
                                          </p:stCondLst>
                                        </p:cTn>
                                        <p:tgtEl>
                                          <p:spTgt spid="20522"/>
                                        </p:tgtEl>
                                        <p:attrNameLst>
                                          <p:attrName>style.visibility</p:attrName>
                                        </p:attrNameLst>
                                      </p:cBhvr>
                                      <p:to>
                                        <p:strVal val="visible"/>
                                      </p:to>
                                    </p:set>
                                    <p:animEffect transition="in" filter="wipe(right)">
                                      <p:cBhvr>
                                        <p:cTn id="112" dur="500"/>
                                        <p:tgtEl>
                                          <p:spTgt spid="20522"/>
                                        </p:tgtEl>
                                      </p:cBhvr>
                                    </p:animEffect>
                                  </p:childTnLst>
                                </p:cTn>
                              </p:par>
                            </p:childTnLst>
                          </p:cTn>
                        </p:par>
                        <p:par>
                          <p:cTn id="113" fill="hold" nodeType="afterGroup">
                            <p:stCondLst>
                              <p:cond delay="500"/>
                            </p:stCondLst>
                            <p:childTnLst>
                              <p:par>
                                <p:cTn id="114" presetID="12" presetClass="entr" presetSubtype="2" fill="hold" grpId="0" nodeType="afterEffect">
                                  <p:stCondLst>
                                    <p:cond delay="0"/>
                                  </p:stCondLst>
                                  <p:childTnLst>
                                    <p:set>
                                      <p:cBhvr>
                                        <p:cTn id="115" dur="1" fill="hold">
                                          <p:stCondLst>
                                            <p:cond delay="0"/>
                                          </p:stCondLst>
                                        </p:cTn>
                                        <p:tgtEl>
                                          <p:spTgt spid="471222"/>
                                        </p:tgtEl>
                                        <p:attrNameLst>
                                          <p:attrName>style.visibility</p:attrName>
                                        </p:attrNameLst>
                                      </p:cBhvr>
                                      <p:to>
                                        <p:strVal val="visible"/>
                                      </p:to>
                                    </p:set>
                                    <p:animEffect transition="in" filter="slide(fromRight)">
                                      <p:cBhvr>
                                        <p:cTn id="116" dur="500"/>
                                        <p:tgtEl>
                                          <p:spTgt spid="471222"/>
                                        </p:tgtEl>
                                      </p:cBhvr>
                                    </p:animEffect>
                                  </p:childTnLst>
                                </p:cTn>
                              </p:par>
                            </p:childTnLst>
                          </p:cTn>
                        </p:par>
                        <p:par>
                          <p:cTn id="117" fill="hold" nodeType="afterGroup">
                            <p:stCondLst>
                              <p:cond delay="1000"/>
                            </p:stCondLst>
                            <p:childTnLst>
                              <p:par>
                                <p:cTn id="118" presetID="22" presetClass="entr" presetSubtype="1" fill="hold" nodeType="afterEffect">
                                  <p:stCondLst>
                                    <p:cond delay="0"/>
                                  </p:stCondLst>
                                  <p:childTnLst>
                                    <p:set>
                                      <p:cBhvr>
                                        <p:cTn id="119" dur="1" fill="hold">
                                          <p:stCondLst>
                                            <p:cond delay="0"/>
                                          </p:stCondLst>
                                        </p:cTn>
                                        <p:tgtEl>
                                          <p:spTgt spid="20523"/>
                                        </p:tgtEl>
                                        <p:attrNameLst>
                                          <p:attrName>style.visibility</p:attrName>
                                        </p:attrNameLst>
                                      </p:cBhvr>
                                      <p:to>
                                        <p:strVal val="visible"/>
                                      </p:to>
                                    </p:set>
                                    <p:animEffect transition="in" filter="wipe(up)">
                                      <p:cBhvr>
                                        <p:cTn id="120" dur="500"/>
                                        <p:tgtEl>
                                          <p:spTgt spid="2052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1" fill="hold" nodeType="clickEffect">
                                  <p:stCondLst>
                                    <p:cond delay="0"/>
                                  </p:stCondLst>
                                  <p:childTnLst>
                                    <p:set>
                                      <p:cBhvr>
                                        <p:cTn id="124" dur="1" fill="hold">
                                          <p:stCondLst>
                                            <p:cond delay="0"/>
                                          </p:stCondLst>
                                        </p:cTn>
                                        <p:tgtEl>
                                          <p:spTgt spid="20524"/>
                                        </p:tgtEl>
                                        <p:attrNameLst>
                                          <p:attrName>style.visibility</p:attrName>
                                        </p:attrNameLst>
                                      </p:cBhvr>
                                      <p:to>
                                        <p:strVal val="visible"/>
                                      </p:to>
                                    </p:set>
                                    <p:animEffect transition="in" filter="wipe(up)">
                                      <p:cBhvr>
                                        <p:cTn id="125" dur="500"/>
                                        <p:tgtEl>
                                          <p:spTgt spid="20524"/>
                                        </p:tgtEl>
                                      </p:cBhvr>
                                    </p:animEffect>
                                  </p:childTnLst>
                                </p:cTn>
                              </p:par>
                            </p:childTnLst>
                          </p:cTn>
                        </p:par>
                        <p:par>
                          <p:cTn id="126" fill="hold" nodeType="afterGroup">
                            <p:stCondLst>
                              <p:cond delay="500"/>
                            </p:stCondLst>
                            <p:childTnLst>
                              <p:par>
                                <p:cTn id="127" presetID="22" presetClass="entr" presetSubtype="8" fill="hold" nodeType="afterEffect">
                                  <p:stCondLst>
                                    <p:cond delay="0"/>
                                  </p:stCondLst>
                                  <p:childTnLst>
                                    <p:set>
                                      <p:cBhvr>
                                        <p:cTn id="128" dur="1" fill="hold">
                                          <p:stCondLst>
                                            <p:cond delay="0"/>
                                          </p:stCondLst>
                                        </p:cTn>
                                        <p:tgtEl>
                                          <p:spTgt spid="20497"/>
                                        </p:tgtEl>
                                        <p:attrNameLst>
                                          <p:attrName>style.visibility</p:attrName>
                                        </p:attrNameLst>
                                      </p:cBhvr>
                                      <p:to>
                                        <p:strVal val="visible"/>
                                      </p:to>
                                    </p:set>
                                    <p:animEffect transition="in" filter="wipe(left)">
                                      <p:cBhvr>
                                        <p:cTn id="129" dur="500"/>
                                        <p:tgtEl>
                                          <p:spTgt spid="20497"/>
                                        </p:tgtEl>
                                      </p:cBhvr>
                                    </p:animEffect>
                                  </p:childTnLst>
                                </p:cTn>
                              </p:par>
                            </p:childTnLst>
                          </p:cTn>
                        </p:par>
                        <p:par>
                          <p:cTn id="130" fill="hold" nodeType="afterGroup">
                            <p:stCondLst>
                              <p:cond delay="1000"/>
                            </p:stCondLst>
                            <p:childTnLst>
                              <p:par>
                                <p:cTn id="131" presetID="12" presetClass="entr" presetSubtype="8" fill="hold" nodeType="afterEffect">
                                  <p:stCondLst>
                                    <p:cond delay="0"/>
                                  </p:stCondLst>
                                  <p:childTnLst>
                                    <p:set>
                                      <p:cBhvr>
                                        <p:cTn id="132" dur="1" fill="hold">
                                          <p:stCondLst>
                                            <p:cond delay="0"/>
                                          </p:stCondLst>
                                        </p:cTn>
                                        <p:tgtEl>
                                          <p:spTgt spid="7"/>
                                        </p:tgtEl>
                                        <p:attrNameLst>
                                          <p:attrName>style.visibility</p:attrName>
                                        </p:attrNameLst>
                                      </p:cBhvr>
                                      <p:to>
                                        <p:strVal val="visible"/>
                                      </p:to>
                                    </p:set>
                                    <p:animEffect transition="in" filter="slide(fromLeft)">
                                      <p:cBhvr>
                                        <p:cTn id="133" dur="500"/>
                                        <p:tgtEl>
                                          <p:spTgt spid="7"/>
                                        </p:tgtEl>
                                      </p:cBhvr>
                                    </p:animEffect>
                                  </p:childTnLst>
                                </p:cTn>
                              </p:par>
                            </p:childTnLst>
                          </p:cTn>
                        </p:par>
                        <p:par>
                          <p:cTn id="134" fill="hold" nodeType="afterGroup">
                            <p:stCondLst>
                              <p:cond delay="1500"/>
                            </p:stCondLst>
                            <p:childTnLst>
                              <p:par>
                                <p:cTn id="135" presetID="22" presetClass="entr" presetSubtype="8" fill="hold" nodeType="afterEffect">
                                  <p:stCondLst>
                                    <p:cond delay="0"/>
                                  </p:stCondLst>
                                  <p:childTnLst>
                                    <p:set>
                                      <p:cBhvr>
                                        <p:cTn id="136" dur="1" fill="hold">
                                          <p:stCondLst>
                                            <p:cond delay="0"/>
                                          </p:stCondLst>
                                        </p:cTn>
                                        <p:tgtEl>
                                          <p:spTgt spid="20525"/>
                                        </p:tgtEl>
                                        <p:attrNameLst>
                                          <p:attrName>style.visibility</p:attrName>
                                        </p:attrNameLst>
                                      </p:cBhvr>
                                      <p:to>
                                        <p:strVal val="visible"/>
                                      </p:to>
                                    </p:set>
                                    <p:animEffect transition="in" filter="wipe(left)">
                                      <p:cBhvr>
                                        <p:cTn id="137" dur="500"/>
                                        <p:tgtEl>
                                          <p:spTgt spid="20525"/>
                                        </p:tgtEl>
                                      </p:cBhvr>
                                    </p:animEffect>
                                  </p:childTnLst>
                                </p:cTn>
                              </p:par>
                            </p:childTnLst>
                          </p:cTn>
                        </p:par>
                        <p:par>
                          <p:cTn id="138" fill="hold" nodeType="afterGroup">
                            <p:stCondLst>
                              <p:cond delay="2000"/>
                            </p:stCondLst>
                            <p:childTnLst>
                              <p:par>
                                <p:cTn id="139" presetID="22" presetClass="entr" presetSubtype="4" fill="hold" nodeType="afterEffect">
                                  <p:stCondLst>
                                    <p:cond delay="0"/>
                                  </p:stCondLst>
                                  <p:childTnLst>
                                    <p:set>
                                      <p:cBhvr>
                                        <p:cTn id="140" dur="1" fill="hold">
                                          <p:stCondLst>
                                            <p:cond delay="0"/>
                                          </p:stCondLst>
                                        </p:cTn>
                                        <p:tgtEl>
                                          <p:spTgt spid="20526"/>
                                        </p:tgtEl>
                                        <p:attrNameLst>
                                          <p:attrName>style.visibility</p:attrName>
                                        </p:attrNameLst>
                                      </p:cBhvr>
                                      <p:to>
                                        <p:strVal val="visible"/>
                                      </p:to>
                                    </p:set>
                                    <p:animEffect transition="in" filter="wipe(down)">
                                      <p:cBhvr>
                                        <p:cTn id="141" dur="500"/>
                                        <p:tgtEl>
                                          <p:spTgt spid="20526"/>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4" fill="hold" nodeType="clickEffect">
                                  <p:stCondLst>
                                    <p:cond delay="0"/>
                                  </p:stCondLst>
                                  <p:childTnLst>
                                    <p:set>
                                      <p:cBhvr>
                                        <p:cTn id="145" dur="1" fill="hold">
                                          <p:stCondLst>
                                            <p:cond delay="0"/>
                                          </p:stCondLst>
                                        </p:cTn>
                                        <p:tgtEl>
                                          <p:spTgt spid="20533"/>
                                        </p:tgtEl>
                                        <p:attrNameLst>
                                          <p:attrName>style.visibility</p:attrName>
                                        </p:attrNameLst>
                                      </p:cBhvr>
                                      <p:to>
                                        <p:strVal val="visible"/>
                                      </p:to>
                                    </p:set>
                                    <p:animEffect transition="in" filter="wipe(down)">
                                      <p:cBhvr>
                                        <p:cTn id="146" dur="500"/>
                                        <p:tgtEl>
                                          <p:spTgt spid="20533"/>
                                        </p:tgtEl>
                                      </p:cBhvr>
                                    </p:animEffect>
                                  </p:childTnLst>
                                </p:cTn>
                              </p:par>
                            </p:childTnLst>
                          </p:cTn>
                        </p:par>
                        <p:par>
                          <p:cTn id="147" fill="hold" nodeType="afterGroup">
                            <p:stCondLst>
                              <p:cond delay="500"/>
                            </p:stCondLst>
                            <p:childTnLst>
                              <p:par>
                                <p:cTn id="148" presetID="12" presetClass="entr" presetSubtype="4" fill="hold" nodeType="afterEffect">
                                  <p:stCondLst>
                                    <p:cond delay="0"/>
                                  </p:stCondLst>
                                  <p:childTnLst>
                                    <p:set>
                                      <p:cBhvr>
                                        <p:cTn id="149" dur="1" fill="hold">
                                          <p:stCondLst>
                                            <p:cond delay="0"/>
                                          </p:stCondLst>
                                        </p:cTn>
                                        <p:tgtEl>
                                          <p:spTgt spid="10"/>
                                        </p:tgtEl>
                                        <p:attrNameLst>
                                          <p:attrName>style.visibility</p:attrName>
                                        </p:attrNameLst>
                                      </p:cBhvr>
                                      <p:to>
                                        <p:strVal val="visible"/>
                                      </p:to>
                                    </p:set>
                                    <p:animEffect transition="in" filter="slide(fromBottom)">
                                      <p:cBhvr>
                                        <p:cTn id="15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56" grpId="0"/>
      <p:bldP spid="471217" grpId="0"/>
      <p:bldP spid="471218" grpId="0"/>
      <p:bldP spid="471219" grpId="0"/>
      <p:bldP spid="471222" grpId="0"/>
      <p:bldP spid="471223" grpId="0"/>
      <p:bldP spid="47122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71209"/>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99330" name="Rectangle 3"/>
          <p:cNvSpPr>
            <a:spLocks noGrp="1" noChangeArrowheads="1"/>
          </p:cNvSpPr>
          <p:nvPr>
            <p:ph idx="1"/>
          </p:nvPr>
        </p:nvSpPr>
        <p:spPr>
          <a:xfrm>
            <a:off x="511884" y="887379"/>
            <a:ext cx="10130176" cy="4920034"/>
          </a:xfrm>
        </p:spPr>
        <p:txBody>
          <a:bodyPr/>
          <a:lstStyle/>
          <a:p>
            <a:pPr eaLnBrk="1" hangingPunct="1">
              <a:lnSpc>
                <a:spcPct val="130000"/>
              </a:lnSpc>
              <a:buFont typeface="Wingdings" panose="05000000000000000000" pitchFamily="2" charset="2"/>
              <a:buNone/>
            </a:pPr>
            <a:r>
              <a:rPr lang="en-US" altLang="zh-CN" b="1" dirty="0">
                <a:solidFill>
                  <a:schemeClr val="hlink"/>
                </a:solidFill>
              </a:rPr>
              <a:t>6</a:t>
            </a:r>
            <a:r>
              <a:rPr lang="zh-CN" altLang="en-US" b="1" dirty="0">
                <a:solidFill>
                  <a:schemeClr val="hlink"/>
                </a:solidFill>
              </a:rPr>
              <a:t>、传输和隧道模式</a:t>
            </a:r>
          </a:p>
          <a:p>
            <a:pPr eaLnBrk="1" hangingPunct="1">
              <a:lnSpc>
                <a:spcPct val="130000"/>
              </a:lnSpc>
              <a:buFont typeface="Wingdings" panose="05000000000000000000" pitchFamily="2" charset="2"/>
              <a:buNone/>
            </a:pPr>
            <a:r>
              <a:rPr lang="zh-CN" altLang="en-US" dirty="0"/>
              <a:t>   </a:t>
            </a:r>
            <a:r>
              <a:rPr lang="zh-CN" altLang="en-US" dirty="0">
                <a:solidFill>
                  <a:schemeClr val="hlink"/>
                </a:solidFill>
              </a:rPr>
              <a:t> </a:t>
            </a:r>
            <a:r>
              <a:rPr lang="en-US" altLang="zh-CN" dirty="0">
                <a:solidFill>
                  <a:schemeClr val="hlink"/>
                </a:solidFill>
              </a:rPr>
              <a:t>(1) </a:t>
            </a:r>
            <a:r>
              <a:rPr lang="zh-CN" altLang="en-US" dirty="0">
                <a:solidFill>
                  <a:schemeClr val="hlink"/>
                </a:solidFill>
              </a:rPr>
              <a:t>传输模式下</a:t>
            </a:r>
          </a:p>
          <a:p>
            <a:pPr lvl="1" eaLnBrk="1" hangingPunct="1">
              <a:lnSpc>
                <a:spcPct val="130000"/>
              </a:lnSpc>
              <a:buFont typeface="Wingdings" panose="05000000000000000000" pitchFamily="2" charset="2"/>
              <a:buChar char="n"/>
            </a:pPr>
            <a:r>
              <a:rPr lang="en-US" altLang="zh-CN" smtClean="0">
                <a:cs typeface="Times New Roman" panose="02020603050405020304" pitchFamily="18" charset="0"/>
              </a:rPr>
              <a:t>IPSec</a:t>
            </a:r>
            <a:r>
              <a:rPr lang="zh-CN" altLang="en-US" dirty="0"/>
              <a:t>仅对</a:t>
            </a:r>
            <a:r>
              <a:rPr lang="en-US" altLang="zh-CN" dirty="0">
                <a:cs typeface="Times New Roman" panose="02020603050405020304" pitchFamily="18" charset="0"/>
              </a:rPr>
              <a:t>IP</a:t>
            </a:r>
            <a:r>
              <a:rPr lang="zh-CN" altLang="en-US" dirty="0"/>
              <a:t>层以上的数据（</a:t>
            </a:r>
            <a:r>
              <a:rPr lang="en-US" altLang="zh-CN" dirty="0">
                <a:cs typeface="Times New Roman" panose="02020603050405020304" pitchFamily="18" charset="0"/>
              </a:rPr>
              <a:t>TCP/UDP</a:t>
            </a:r>
            <a:r>
              <a:rPr lang="zh-CN" altLang="en-US" dirty="0"/>
              <a:t>数据）进行加密和</a:t>
            </a:r>
            <a:r>
              <a:rPr lang="zh-CN" altLang="en-US"/>
              <a:t>鉴别</a:t>
            </a:r>
            <a:r>
              <a:rPr lang="zh-CN" altLang="en-US" smtClean="0"/>
              <a:t>。</a:t>
            </a:r>
            <a:endParaRPr lang="en-US" altLang="zh-CN" smtClean="0"/>
          </a:p>
          <a:p>
            <a:pPr lvl="1" eaLnBrk="1" hangingPunct="1">
              <a:lnSpc>
                <a:spcPct val="130000"/>
              </a:lnSpc>
              <a:buFont typeface="Wingdings" panose="05000000000000000000" pitchFamily="2" charset="2"/>
              <a:buChar char="n"/>
            </a:pPr>
            <a:r>
              <a:rPr lang="zh-CN" altLang="en-US" smtClean="0"/>
              <a:t>在</a:t>
            </a:r>
            <a:r>
              <a:rPr lang="zh-CN" altLang="en-US"/>
              <a:t>原始 </a:t>
            </a:r>
            <a:r>
              <a:rPr lang="en-US" altLang="zh-CN"/>
              <a:t>IP </a:t>
            </a:r>
            <a:r>
              <a:rPr lang="zh-CN" altLang="en-US"/>
              <a:t>头部和 </a:t>
            </a:r>
            <a:r>
              <a:rPr lang="en-US" altLang="zh-CN"/>
              <a:t>IP </a:t>
            </a:r>
            <a:r>
              <a:rPr lang="zh-CN" altLang="en-US"/>
              <a:t>负载</a:t>
            </a:r>
            <a:r>
              <a:rPr lang="en-US" altLang="zh-CN"/>
              <a:t>(TCP</a:t>
            </a:r>
            <a:r>
              <a:rPr lang="zh-CN" altLang="en-US"/>
              <a:t>头部和应用层数据</a:t>
            </a:r>
            <a:r>
              <a:rPr lang="en-US" altLang="zh-CN"/>
              <a:t>)</a:t>
            </a:r>
            <a:r>
              <a:rPr lang="zh-CN" altLang="en-US"/>
              <a:t>之间插入一个</a:t>
            </a:r>
            <a:r>
              <a:rPr lang="en-US" altLang="zh-CN"/>
              <a:t>ESP </a:t>
            </a:r>
            <a:r>
              <a:rPr lang="zh-CN" altLang="en-US"/>
              <a:t>头部。当然</a:t>
            </a:r>
            <a:r>
              <a:rPr lang="en-US" altLang="zh-CN"/>
              <a:t>ESP </a:t>
            </a:r>
            <a:r>
              <a:rPr lang="zh-CN" altLang="en-US"/>
              <a:t>还会在最后追加上</a:t>
            </a:r>
            <a:r>
              <a:rPr lang="en-US" altLang="zh-CN"/>
              <a:t>ESP</a:t>
            </a:r>
            <a:r>
              <a:rPr lang="zh-CN" altLang="en-US"/>
              <a:t>尾部和</a:t>
            </a:r>
            <a:r>
              <a:rPr lang="en-US" altLang="zh-CN"/>
              <a:t>ESP</a:t>
            </a:r>
            <a:r>
              <a:rPr lang="zh-CN" altLang="en-US"/>
              <a:t>验证数据部分，并且对 </a:t>
            </a:r>
            <a:r>
              <a:rPr lang="en-US" altLang="zh-CN"/>
              <a:t>IP</a:t>
            </a:r>
            <a:r>
              <a:rPr lang="zh-CN" altLang="en-US"/>
              <a:t>负载和 </a:t>
            </a:r>
            <a:r>
              <a:rPr lang="en-US" altLang="zh-CN"/>
              <a:t>ESP</a:t>
            </a:r>
            <a:r>
              <a:rPr lang="zh-CN" altLang="en-US"/>
              <a:t>尾部进行加密和验证处理，但原始 </a:t>
            </a:r>
            <a:r>
              <a:rPr lang="en-US" altLang="zh-CN"/>
              <a:t>IP </a:t>
            </a:r>
            <a:r>
              <a:rPr lang="zh-CN" altLang="en-US"/>
              <a:t>头部被完整地保留了下来</a:t>
            </a:r>
            <a:r>
              <a:rPr lang="zh-CN" altLang="en-US" smtClean="0"/>
              <a:t>。传输</a:t>
            </a:r>
            <a:r>
              <a:rPr lang="zh-CN" altLang="en-US" dirty="0"/>
              <a:t>模式通常用于两个主机之间的端对端</a:t>
            </a:r>
            <a:r>
              <a:rPr lang="zh-CN" altLang="en-US"/>
              <a:t>通信 </a:t>
            </a:r>
            <a:endParaRPr lang="zh-CN" altLang="en-US" dirty="0"/>
          </a:p>
          <a:p>
            <a:pPr eaLnBrk="1" hangingPunct="1">
              <a:lnSpc>
                <a:spcPct val="130000"/>
              </a:lnSpc>
              <a:buFont typeface="Wingdings" panose="05000000000000000000" pitchFamily="2" charset="2"/>
              <a:buNone/>
            </a:pPr>
            <a:r>
              <a:rPr lang="zh-CN" altLang="en-US" dirty="0"/>
              <a:t>    </a:t>
            </a:r>
            <a:r>
              <a:rPr lang="en-US" altLang="zh-CN" dirty="0">
                <a:solidFill>
                  <a:schemeClr val="hlink"/>
                </a:solidFill>
              </a:rPr>
              <a:t>(2)</a:t>
            </a:r>
            <a:r>
              <a:rPr lang="zh-CN" altLang="en-US" dirty="0">
                <a:solidFill>
                  <a:schemeClr val="hlink"/>
                </a:solidFill>
              </a:rPr>
              <a:t>隧道模式下</a:t>
            </a:r>
          </a:p>
          <a:p>
            <a:pPr lvl="1" eaLnBrk="1" hangingPunct="1">
              <a:lnSpc>
                <a:spcPct val="130000"/>
              </a:lnSpc>
              <a:buFont typeface="Wingdings" panose="05000000000000000000" pitchFamily="2" charset="2"/>
              <a:buChar char="n"/>
            </a:pPr>
            <a:r>
              <a:rPr lang="zh-CN" altLang="en-US" smtClean="0"/>
              <a:t>将</a:t>
            </a:r>
            <a:r>
              <a:rPr lang="zh-CN" altLang="en-US" dirty="0"/>
              <a:t>原</a:t>
            </a:r>
            <a:r>
              <a:rPr lang="en-US" altLang="zh-CN" dirty="0">
                <a:cs typeface="Times New Roman" panose="02020603050405020304" pitchFamily="18" charset="0"/>
              </a:rPr>
              <a:t>IP</a:t>
            </a:r>
            <a:r>
              <a:rPr lang="zh-CN" altLang="en-US" dirty="0"/>
              <a:t>包封装在一个新的包中，原</a:t>
            </a:r>
            <a:r>
              <a:rPr lang="en-US" altLang="zh-CN" dirty="0">
                <a:cs typeface="Times New Roman" panose="02020603050405020304" pitchFamily="18" charset="0"/>
              </a:rPr>
              <a:t>IP</a:t>
            </a:r>
            <a:r>
              <a:rPr lang="zh-CN" altLang="en-US" dirty="0"/>
              <a:t>包将作为新包的有效净荷，并且添加了新的适用于网关间的</a:t>
            </a:r>
            <a:r>
              <a:rPr lang="en-US" altLang="zh-CN" dirty="0">
                <a:cs typeface="Times New Roman" panose="02020603050405020304" pitchFamily="18" charset="0"/>
              </a:rPr>
              <a:t>IP</a:t>
            </a:r>
            <a:r>
              <a:rPr lang="zh-CN" altLang="en-US" dirty="0"/>
              <a:t>首部。</a:t>
            </a:r>
          </a:p>
          <a:p>
            <a:pPr lvl="1" eaLnBrk="1" hangingPunct="1">
              <a:lnSpc>
                <a:spcPct val="130000"/>
              </a:lnSpc>
              <a:buFont typeface="Wingdings" panose="05000000000000000000" pitchFamily="2" charset="2"/>
              <a:buChar char="n"/>
            </a:pPr>
            <a:r>
              <a:rPr lang="zh-CN" altLang="en-US" smtClean="0"/>
              <a:t>在</a:t>
            </a:r>
            <a:r>
              <a:rPr lang="zh-CN" altLang="en-US" dirty="0"/>
              <a:t>传输过程中，由于原目的</a:t>
            </a:r>
            <a:r>
              <a:rPr lang="en-US" altLang="zh-CN" dirty="0">
                <a:cs typeface="Times New Roman" panose="02020603050405020304" pitchFamily="18" charset="0"/>
              </a:rPr>
              <a:t>IP</a:t>
            </a:r>
            <a:r>
              <a:rPr lang="zh-CN" altLang="en-US" dirty="0"/>
              <a:t>地址被封装，中间的路由器只检查新的</a:t>
            </a:r>
            <a:r>
              <a:rPr lang="en-US" altLang="zh-CN" dirty="0">
                <a:cs typeface="Times New Roman" panose="02020603050405020304" pitchFamily="18" charset="0"/>
              </a:rPr>
              <a:t>IP</a:t>
            </a:r>
            <a:r>
              <a:rPr lang="zh-CN" altLang="en-US" dirty="0"/>
              <a:t>首部，所以隧道方式可用来对抗通信量</a:t>
            </a:r>
            <a:r>
              <a:rPr lang="zh-CN" altLang="en-US"/>
              <a:t>分析</a:t>
            </a:r>
            <a:r>
              <a:rPr lang="zh-CN" altLang="en-US" smtClean="0"/>
              <a:t>。</a:t>
            </a:r>
            <a:endParaRPr lang="en-US" altLang="zh-CN"/>
          </a:p>
          <a:p>
            <a:pPr lvl="1" eaLnBrk="1" hangingPunct="1">
              <a:lnSpc>
                <a:spcPct val="130000"/>
              </a:lnSpc>
              <a:buFont typeface="Wingdings" panose="05000000000000000000" pitchFamily="2" charset="2"/>
              <a:buChar char="n"/>
            </a:pPr>
            <a:r>
              <a:rPr lang="zh-CN" altLang="en-US" smtClean="0">
                <a:solidFill>
                  <a:schemeClr val="hlink"/>
                </a:solidFill>
              </a:rPr>
              <a:t>隧道</a:t>
            </a:r>
            <a:r>
              <a:rPr lang="zh-CN" altLang="en-US" dirty="0">
                <a:solidFill>
                  <a:schemeClr val="hlink"/>
                </a:solidFill>
              </a:rPr>
              <a:t>模式主要用于安全网关之间，可以在公共网上构建虚拟专用网</a:t>
            </a:r>
            <a:r>
              <a:rPr lang="en-US" altLang="zh-CN" dirty="0">
                <a:solidFill>
                  <a:schemeClr val="hlink"/>
                </a:solidFill>
              </a:rPr>
              <a:t>(</a:t>
            </a:r>
            <a:r>
              <a:rPr lang="en-US" altLang="zh-CN" dirty="0">
                <a:solidFill>
                  <a:schemeClr val="hlink"/>
                </a:solidFill>
                <a:cs typeface="Times New Roman" panose="02020603050405020304" pitchFamily="18" charset="0"/>
              </a:rPr>
              <a:t>VPN)</a:t>
            </a:r>
            <a:r>
              <a:rPr lang="en-US" altLang="zh-CN" dirty="0"/>
              <a:t> </a:t>
            </a:r>
          </a:p>
        </p:txBody>
      </p:sp>
    </p:spTree>
    <p:extLst>
      <p:ext uri="{BB962C8B-B14F-4D97-AF65-F5344CB8AC3E}">
        <p14:creationId xmlns:p14="http://schemas.microsoft.com/office/powerpoint/2010/main" val="251734343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0" y="1"/>
            <a:ext cx="7793038" cy="680936"/>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19459" name="Rectangle 3"/>
          <p:cNvSpPr>
            <a:spLocks noGrp="1" noChangeArrowheads="1"/>
          </p:cNvSpPr>
          <p:nvPr>
            <p:ph idx="1"/>
          </p:nvPr>
        </p:nvSpPr>
        <p:spPr>
          <a:xfrm>
            <a:off x="478277" y="831715"/>
            <a:ext cx="7772400" cy="533400"/>
          </a:xfrm>
        </p:spPr>
        <p:txBody>
          <a:bodyPr/>
          <a:lstStyle/>
          <a:p>
            <a:pPr eaLnBrk="1" hangingPunct="1">
              <a:buFont typeface="Wingdings" panose="05000000000000000000" pitchFamily="2" charset="2"/>
              <a:buNone/>
            </a:pPr>
            <a:r>
              <a:rPr lang="en-US" altLang="zh-CN" b="1" dirty="0">
                <a:solidFill>
                  <a:schemeClr val="hlink"/>
                </a:solidFill>
              </a:rPr>
              <a:t>7</a:t>
            </a:r>
            <a:r>
              <a:rPr lang="zh-CN" altLang="en-US" b="1" dirty="0">
                <a:solidFill>
                  <a:schemeClr val="hlink"/>
                </a:solidFill>
              </a:rPr>
              <a:t>、鉴别</a:t>
            </a:r>
            <a:r>
              <a:rPr lang="en-US" altLang="zh-CN" b="1" dirty="0">
                <a:solidFill>
                  <a:schemeClr val="hlink"/>
                </a:solidFill>
                <a:cs typeface="Times New Roman" panose="02020603050405020304" pitchFamily="18" charset="0"/>
              </a:rPr>
              <a:t>AH</a:t>
            </a:r>
            <a:r>
              <a:rPr lang="zh-CN" altLang="en-US" b="1" dirty="0">
                <a:solidFill>
                  <a:schemeClr val="hlink"/>
                </a:solidFill>
              </a:rPr>
              <a:t>协议 </a:t>
            </a:r>
          </a:p>
        </p:txBody>
      </p:sp>
      <p:sp>
        <p:nvSpPr>
          <p:cNvPr id="2" name="矩形 1"/>
          <p:cNvSpPr/>
          <p:nvPr/>
        </p:nvSpPr>
        <p:spPr>
          <a:xfrm>
            <a:off x="493680" y="1218749"/>
            <a:ext cx="10192966" cy="2252924"/>
          </a:xfrm>
          <a:prstGeom prst="rect">
            <a:avLst/>
          </a:prstGeom>
        </p:spPr>
        <p:txBody>
          <a:bodyPr wrap="square">
            <a:spAutoFit/>
          </a:bodyPr>
          <a:lstStyle/>
          <a:p>
            <a:pPr marL="285750" indent="-285750">
              <a:lnSpc>
                <a:spcPct val="130000"/>
              </a:lnSpc>
              <a:buFont typeface="Wingdings" panose="05000000000000000000" pitchFamily="2" charset="2"/>
              <a:buChar char="n"/>
            </a:pPr>
            <a:r>
              <a:rPr lang="zh-CN" altLang="en-US"/>
              <a:t>AH(Authentication Header) 的IP 协议号为 </a:t>
            </a:r>
            <a:r>
              <a:rPr lang="zh-CN" altLang="en-US" smtClean="0"/>
              <a:t>51</a:t>
            </a:r>
            <a:endParaRPr lang="en-US" altLang="zh-CN"/>
          </a:p>
          <a:p>
            <a:pPr marL="285750" indent="-285750">
              <a:lnSpc>
                <a:spcPct val="130000"/>
              </a:lnSpc>
              <a:buFont typeface="Wingdings" panose="05000000000000000000" pitchFamily="2" charset="2"/>
              <a:buChar char="n"/>
            </a:pPr>
            <a:r>
              <a:rPr lang="zh-CN" altLang="en-US" smtClean="0"/>
              <a:t>AH </a:t>
            </a:r>
            <a:r>
              <a:rPr lang="zh-CN" altLang="en-US"/>
              <a:t>只能够</a:t>
            </a:r>
            <a:r>
              <a:rPr lang="zh-CN" altLang="en-US">
                <a:solidFill>
                  <a:srgbClr val="FF0000"/>
                </a:solidFill>
              </a:rPr>
              <a:t>为数据提供完整性和源认证两方面的安全服务，并且抵御重放攻击</a:t>
            </a:r>
            <a:r>
              <a:rPr lang="zh-CN" altLang="en-US" smtClean="0">
                <a:solidFill>
                  <a:srgbClr val="FF0000"/>
                </a:solidFill>
              </a:rPr>
              <a:t>。</a:t>
            </a:r>
            <a:endParaRPr lang="en-US" altLang="zh-CN" smtClean="0">
              <a:solidFill>
                <a:srgbClr val="FF0000"/>
              </a:solidFill>
            </a:endParaRPr>
          </a:p>
          <a:p>
            <a:pPr marL="285750" indent="-285750">
              <a:lnSpc>
                <a:spcPct val="130000"/>
              </a:lnSpc>
              <a:buFont typeface="Wingdings" panose="05000000000000000000" pitchFamily="2" charset="2"/>
              <a:buChar char="n"/>
            </a:pPr>
            <a:r>
              <a:rPr lang="zh-CN" altLang="en-US"/>
              <a:t>AH不仅能保护IP负载数据，还能对原始 IP 头部进行验证。</a:t>
            </a:r>
            <a:endParaRPr lang="en-US" altLang="zh-CN" smtClean="0"/>
          </a:p>
          <a:p>
            <a:pPr marL="285750" indent="-285750">
              <a:lnSpc>
                <a:spcPct val="130000"/>
              </a:lnSpc>
              <a:buFont typeface="Wingdings" panose="05000000000000000000" pitchFamily="2" charset="2"/>
              <a:buChar char="n"/>
            </a:pPr>
            <a:r>
              <a:rPr lang="zh-CN" altLang="en-US" smtClean="0"/>
              <a:t>AH </a:t>
            </a:r>
            <a:r>
              <a:rPr lang="zh-CN" altLang="en-US"/>
              <a:t>并不能为数据提供私密性服务，也就是说不加密，所以在实际部署IPSe VPN 的时候很少使用AH，绝大部分IPSec VPN都会使用 ESP 进行封装</a:t>
            </a:r>
            <a:r>
              <a:rPr lang="zh-CN" altLang="en-US" smtClean="0"/>
              <a:t>。</a:t>
            </a:r>
            <a:endParaRPr lang="en-US" altLang="zh-CN" smtClean="0"/>
          </a:p>
          <a:p>
            <a:pPr marL="285750" indent="-285750">
              <a:lnSpc>
                <a:spcPct val="130000"/>
              </a:lnSpc>
              <a:buFont typeface="Wingdings" panose="05000000000000000000" pitchFamily="2" charset="2"/>
              <a:buChar char="n"/>
            </a:pPr>
            <a:r>
              <a:rPr lang="zh-CN" altLang="en-US" smtClean="0"/>
              <a:t>另外</a:t>
            </a:r>
            <a:r>
              <a:rPr lang="zh-CN" altLang="en-US"/>
              <a:t>一个原因是AH协议封装的IPSec数据包不能穿越NAT</a:t>
            </a:r>
            <a:r>
              <a:rPr lang="zh-CN" altLang="en-US" smtClean="0"/>
              <a:t>。</a:t>
            </a:r>
            <a:r>
              <a:rPr lang="zh-CN" altLang="en-US" smtClean="0">
                <a:solidFill>
                  <a:srgbClr val="FF0000"/>
                </a:solidFill>
              </a:rPr>
              <a:t>（为什么？）</a:t>
            </a:r>
            <a:endParaRPr lang="zh-CN" altLang="en-US">
              <a:solidFill>
                <a:srgbClr val="FF0000"/>
              </a:solidFill>
            </a:endParaRPr>
          </a:p>
        </p:txBody>
      </p:sp>
    </p:spTree>
    <p:extLst>
      <p:ext uri="{BB962C8B-B14F-4D97-AF65-F5344CB8AC3E}">
        <p14:creationId xmlns:p14="http://schemas.microsoft.com/office/powerpoint/2010/main" val="190323355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0" y="1"/>
            <a:ext cx="7793038" cy="680936"/>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19459" name="Rectangle 3"/>
          <p:cNvSpPr>
            <a:spLocks noGrp="1" noChangeArrowheads="1"/>
          </p:cNvSpPr>
          <p:nvPr>
            <p:ph idx="1"/>
          </p:nvPr>
        </p:nvSpPr>
        <p:spPr>
          <a:xfrm>
            <a:off x="478277" y="831715"/>
            <a:ext cx="7772400" cy="533400"/>
          </a:xfrm>
        </p:spPr>
        <p:txBody>
          <a:bodyPr/>
          <a:lstStyle/>
          <a:p>
            <a:pPr eaLnBrk="1" hangingPunct="1">
              <a:buFont typeface="Wingdings" panose="05000000000000000000" pitchFamily="2" charset="2"/>
              <a:buNone/>
            </a:pPr>
            <a:r>
              <a:rPr lang="en-US" altLang="zh-CN" b="1" dirty="0">
                <a:solidFill>
                  <a:schemeClr val="hlink"/>
                </a:solidFill>
              </a:rPr>
              <a:t>7</a:t>
            </a:r>
            <a:r>
              <a:rPr lang="zh-CN" altLang="en-US" b="1" dirty="0">
                <a:solidFill>
                  <a:schemeClr val="hlink"/>
                </a:solidFill>
              </a:rPr>
              <a:t>、鉴别</a:t>
            </a:r>
            <a:r>
              <a:rPr lang="en-US" altLang="zh-CN" b="1" dirty="0">
                <a:solidFill>
                  <a:schemeClr val="hlink"/>
                </a:solidFill>
                <a:cs typeface="Times New Roman" panose="02020603050405020304" pitchFamily="18" charset="0"/>
              </a:rPr>
              <a:t>AH</a:t>
            </a:r>
            <a:r>
              <a:rPr lang="zh-CN" altLang="en-US" b="1" dirty="0">
                <a:solidFill>
                  <a:schemeClr val="hlink"/>
                </a:solidFill>
              </a:rPr>
              <a:t>协议 </a:t>
            </a:r>
          </a:p>
        </p:txBody>
      </p:sp>
      <p:sp>
        <p:nvSpPr>
          <p:cNvPr id="2" name="矩形 1"/>
          <p:cNvSpPr/>
          <p:nvPr/>
        </p:nvSpPr>
        <p:spPr>
          <a:xfrm>
            <a:off x="493680" y="1218749"/>
            <a:ext cx="10192966" cy="2252924"/>
          </a:xfrm>
          <a:prstGeom prst="rect">
            <a:avLst/>
          </a:prstGeom>
        </p:spPr>
        <p:txBody>
          <a:bodyPr wrap="square">
            <a:spAutoFit/>
          </a:bodyPr>
          <a:lstStyle/>
          <a:p>
            <a:pPr marL="285750" indent="-285750">
              <a:lnSpc>
                <a:spcPct val="130000"/>
              </a:lnSpc>
              <a:buFont typeface="Wingdings" panose="05000000000000000000" pitchFamily="2" charset="2"/>
              <a:buChar char="n"/>
            </a:pPr>
            <a:r>
              <a:rPr lang="zh-CN" altLang="en-US"/>
              <a:t>AH(Authentication Header) 的IP 协议号为 </a:t>
            </a:r>
            <a:r>
              <a:rPr lang="zh-CN" altLang="en-US" smtClean="0"/>
              <a:t>51</a:t>
            </a:r>
            <a:endParaRPr lang="en-US" altLang="zh-CN"/>
          </a:p>
          <a:p>
            <a:pPr marL="285750" indent="-285750">
              <a:lnSpc>
                <a:spcPct val="130000"/>
              </a:lnSpc>
              <a:buFont typeface="Wingdings" panose="05000000000000000000" pitchFamily="2" charset="2"/>
              <a:buChar char="n"/>
            </a:pPr>
            <a:r>
              <a:rPr lang="zh-CN" altLang="en-US" smtClean="0"/>
              <a:t>AH </a:t>
            </a:r>
            <a:r>
              <a:rPr lang="zh-CN" altLang="en-US"/>
              <a:t>只能够</a:t>
            </a:r>
            <a:r>
              <a:rPr lang="zh-CN" altLang="en-US">
                <a:solidFill>
                  <a:srgbClr val="FF0000"/>
                </a:solidFill>
              </a:rPr>
              <a:t>为数据提供完整性和源认证两方面的安全服务，并且抵御重放攻击</a:t>
            </a:r>
            <a:r>
              <a:rPr lang="zh-CN" altLang="en-US" smtClean="0">
                <a:solidFill>
                  <a:srgbClr val="FF0000"/>
                </a:solidFill>
              </a:rPr>
              <a:t>。</a:t>
            </a:r>
            <a:endParaRPr lang="en-US" altLang="zh-CN" smtClean="0">
              <a:solidFill>
                <a:srgbClr val="FF0000"/>
              </a:solidFill>
            </a:endParaRPr>
          </a:p>
          <a:p>
            <a:pPr marL="285750" indent="-285750">
              <a:lnSpc>
                <a:spcPct val="130000"/>
              </a:lnSpc>
              <a:buFont typeface="Wingdings" panose="05000000000000000000" pitchFamily="2" charset="2"/>
              <a:buChar char="n"/>
            </a:pPr>
            <a:r>
              <a:rPr lang="zh-CN" altLang="en-US"/>
              <a:t>AH不仅能保护IP负载数据，还能对原始 IP 头部进行验证。</a:t>
            </a:r>
            <a:endParaRPr lang="en-US" altLang="zh-CN" smtClean="0"/>
          </a:p>
          <a:p>
            <a:pPr marL="285750" indent="-285750">
              <a:lnSpc>
                <a:spcPct val="130000"/>
              </a:lnSpc>
              <a:buFont typeface="Wingdings" panose="05000000000000000000" pitchFamily="2" charset="2"/>
              <a:buChar char="n"/>
            </a:pPr>
            <a:r>
              <a:rPr lang="zh-CN" altLang="en-US" smtClean="0"/>
              <a:t>AH </a:t>
            </a:r>
            <a:r>
              <a:rPr lang="zh-CN" altLang="en-US"/>
              <a:t>并不能为数据提供私密性服务，也就是说不加密，所以在实际部署IPSe VPN 的时候很少使用AH，绝大部分IPSec VPN都会使用 ESP 进行封装</a:t>
            </a:r>
            <a:r>
              <a:rPr lang="zh-CN" altLang="en-US" smtClean="0"/>
              <a:t>。</a:t>
            </a:r>
            <a:endParaRPr lang="en-US" altLang="zh-CN" smtClean="0"/>
          </a:p>
          <a:p>
            <a:pPr marL="285750" indent="-285750">
              <a:lnSpc>
                <a:spcPct val="130000"/>
              </a:lnSpc>
              <a:buFont typeface="Wingdings" panose="05000000000000000000" pitchFamily="2" charset="2"/>
              <a:buChar char="n"/>
            </a:pPr>
            <a:r>
              <a:rPr lang="zh-CN" altLang="en-US" smtClean="0"/>
              <a:t>另外</a:t>
            </a:r>
            <a:r>
              <a:rPr lang="zh-CN" altLang="en-US"/>
              <a:t>一个原因是AH协议封装的IPSec数据包不能穿越NAT</a:t>
            </a:r>
            <a:r>
              <a:rPr lang="zh-CN" altLang="en-US" smtClean="0"/>
              <a:t>。</a:t>
            </a:r>
            <a:r>
              <a:rPr lang="zh-CN" altLang="en-US" smtClean="0">
                <a:solidFill>
                  <a:srgbClr val="FF0000"/>
                </a:solidFill>
              </a:rPr>
              <a:t>（为什么？）</a:t>
            </a:r>
            <a:endParaRPr lang="zh-CN" altLang="en-US">
              <a:solidFill>
                <a:srgbClr val="FF0000"/>
              </a:solidFill>
            </a:endParaRPr>
          </a:p>
        </p:txBody>
      </p:sp>
    </p:spTree>
    <p:extLst>
      <p:ext uri="{BB962C8B-B14F-4D97-AF65-F5344CB8AC3E}">
        <p14:creationId xmlns:p14="http://schemas.microsoft.com/office/powerpoint/2010/main" val="186132578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0" y="1"/>
            <a:ext cx="7793038" cy="680936"/>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4" name="矩形 3"/>
          <p:cNvSpPr/>
          <p:nvPr/>
        </p:nvSpPr>
        <p:spPr>
          <a:xfrm>
            <a:off x="0" y="751725"/>
            <a:ext cx="11006667" cy="5465727"/>
          </a:xfrm>
          <a:prstGeom prst="rect">
            <a:avLst/>
          </a:prstGeom>
        </p:spPr>
        <p:txBody>
          <a:bodyPr wrap="square">
            <a:spAutoFit/>
          </a:bodyPr>
          <a:lstStyle/>
          <a:p>
            <a:pPr>
              <a:lnSpc>
                <a:spcPct val="130000"/>
              </a:lnSpc>
              <a:spcBef>
                <a:spcPts val="600"/>
              </a:spcBef>
            </a:pPr>
            <a:r>
              <a:rPr lang="zh-CN" altLang="en-US" sz="1600">
                <a:latin typeface="微软雅黑" panose="020B0503020204020204" pitchFamily="34" charset="-122"/>
                <a:ea typeface="微软雅黑" panose="020B0503020204020204" pitchFamily="34" charset="-122"/>
              </a:rPr>
              <a:t>AH 把 IP 头（含源 / 目的地址）一起做了完整性校验，而 NAT 必须改写 IP 地址，导致校验失败、包被丢弃，所以 AH 不能穿越 </a:t>
            </a:r>
            <a:r>
              <a:rPr lang="zh-CN" altLang="en-US" sz="1600">
                <a:latin typeface="微软雅黑" panose="020B0503020204020204" pitchFamily="34" charset="-122"/>
                <a:ea typeface="微软雅黑" panose="020B0503020204020204" pitchFamily="34" charset="-122"/>
              </a:rPr>
              <a:t>NAT</a:t>
            </a:r>
            <a:r>
              <a:rPr lang="zh-CN" altLang="en-US" sz="1600" smtClean="0">
                <a:latin typeface="微软雅黑" panose="020B0503020204020204" pitchFamily="34" charset="-122"/>
                <a:ea typeface="微软雅黑" panose="020B0503020204020204" pitchFamily="34" charset="-122"/>
              </a:rPr>
              <a:t>。</a:t>
            </a:r>
            <a:endParaRPr lang="en-US" altLang="zh-CN" sz="1600" smtClean="0">
              <a:latin typeface="微软雅黑" panose="020B0503020204020204" pitchFamily="34" charset="-122"/>
              <a:ea typeface="微软雅黑" panose="020B0503020204020204" pitchFamily="34" charset="-122"/>
            </a:endParaRPr>
          </a:p>
          <a:p>
            <a:pPr>
              <a:lnSpc>
                <a:spcPct val="130000"/>
              </a:lnSpc>
              <a:spcBef>
                <a:spcPts val="600"/>
              </a:spcBef>
            </a:pPr>
            <a:r>
              <a:rPr lang="zh-CN" altLang="en-US" sz="1600" smtClean="0">
                <a:solidFill>
                  <a:srgbClr val="FF0000"/>
                </a:solidFill>
                <a:latin typeface="微软雅黑" panose="020B0503020204020204" pitchFamily="34" charset="-122"/>
                <a:ea typeface="微软雅黑" panose="020B0503020204020204" pitchFamily="34" charset="-122"/>
              </a:rPr>
              <a:t>1</a:t>
            </a:r>
            <a:r>
              <a:rPr lang="zh-CN" altLang="en-US" sz="1600">
                <a:solidFill>
                  <a:srgbClr val="FF0000"/>
                </a:solidFill>
                <a:latin typeface="微软雅黑" panose="020B0503020204020204" pitchFamily="34" charset="-122"/>
                <a:ea typeface="微软雅黑" panose="020B0503020204020204" pitchFamily="34" charset="-122"/>
              </a:rPr>
              <a:t>. AH 是怎么保护</a:t>
            </a:r>
            <a:r>
              <a:rPr lang="zh-CN" altLang="en-US" sz="1600">
                <a:solidFill>
                  <a:srgbClr val="FF0000"/>
                </a:solidFill>
                <a:latin typeface="微软雅黑" panose="020B0503020204020204" pitchFamily="34" charset="-122"/>
                <a:ea typeface="微软雅黑" panose="020B0503020204020204" pitchFamily="34" charset="-122"/>
              </a:rPr>
              <a:t>数据</a:t>
            </a:r>
            <a:r>
              <a:rPr lang="zh-CN" altLang="en-US" sz="1600" smtClean="0">
                <a:solidFill>
                  <a:srgbClr val="FF0000"/>
                </a:solidFill>
                <a:latin typeface="微软雅黑" panose="020B0503020204020204" pitchFamily="34" charset="-122"/>
                <a:ea typeface="微软雅黑" panose="020B0503020204020204" pitchFamily="34" charset="-122"/>
              </a:rPr>
              <a:t>的</a:t>
            </a:r>
            <a:endParaRPr lang="zh-CN" altLang="en-US" sz="1600">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pPr>
            <a:r>
              <a:rPr lang="zh-CN" altLang="en-US" sz="1600">
                <a:latin typeface="微软雅黑" panose="020B0503020204020204" pitchFamily="34" charset="-122"/>
                <a:ea typeface="微软雅黑" panose="020B0503020204020204" pitchFamily="34" charset="-122"/>
              </a:rPr>
              <a:t>AH（Authentication Header，认证头）的核心是端到端的强完整性 + 防篡改：</a:t>
            </a:r>
          </a:p>
          <a:p>
            <a:pPr>
              <a:lnSpc>
                <a:spcPct val="130000"/>
              </a:lnSpc>
              <a:spcBef>
                <a:spcPts val="600"/>
              </a:spcBef>
            </a:pPr>
            <a:r>
              <a:rPr lang="zh-CN" altLang="en-US" sz="1600">
                <a:latin typeface="微软雅黑" panose="020B0503020204020204" pitchFamily="34" charset="-122"/>
                <a:ea typeface="微软雅黑" panose="020B0503020204020204" pitchFamily="34" charset="-122"/>
              </a:rPr>
              <a:t>校验范围</a:t>
            </a:r>
            <a:r>
              <a:rPr lang="zh-CN" altLang="en-US" sz="1600">
                <a:latin typeface="微软雅黑" panose="020B0503020204020204" pitchFamily="34" charset="-122"/>
                <a:ea typeface="微软雅黑" panose="020B0503020204020204" pitchFamily="34" charset="-122"/>
              </a:rPr>
              <a:t>覆盖</a:t>
            </a:r>
            <a:r>
              <a:rPr lang="zh-CN" altLang="en-US" sz="1600" smtClean="0">
                <a:latin typeface="微软雅黑" panose="020B0503020204020204" pitchFamily="34" charset="-122"/>
                <a:ea typeface="微软雅黑" panose="020B0503020204020204" pitchFamily="34" charset="-122"/>
              </a:rPr>
              <a:t>：整个 </a:t>
            </a:r>
            <a:r>
              <a:rPr lang="zh-CN" altLang="en-US" sz="1600">
                <a:latin typeface="微软雅黑" panose="020B0503020204020204" pitchFamily="34" charset="-122"/>
                <a:ea typeface="微软雅黑" panose="020B0503020204020204" pitchFamily="34" charset="-122"/>
              </a:rPr>
              <a:t>IP 头部（包括源 IP、目的 IP、协议号、TTL </a:t>
            </a:r>
            <a:r>
              <a:rPr lang="zh-CN" altLang="en-US" sz="1600">
                <a:latin typeface="微软雅黑" panose="020B0503020204020204" pitchFamily="34" charset="-122"/>
                <a:ea typeface="微软雅黑" panose="020B0503020204020204" pitchFamily="34" charset="-122"/>
              </a:rPr>
              <a:t>等</a:t>
            </a:r>
            <a:r>
              <a:rPr lang="zh-CN" altLang="en-US" sz="1600" smtClean="0">
                <a:latin typeface="微软雅黑" panose="020B0503020204020204" pitchFamily="34" charset="-122"/>
                <a:ea typeface="微软雅黑" panose="020B0503020204020204" pitchFamily="34" charset="-122"/>
              </a:rPr>
              <a:t>）、AH </a:t>
            </a:r>
            <a:r>
              <a:rPr lang="zh-CN" altLang="en-US" sz="1600">
                <a:latin typeface="微软雅黑" panose="020B0503020204020204" pitchFamily="34" charset="-122"/>
                <a:ea typeface="微软雅黑" panose="020B0503020204020204" pitchFamily="34" charset="-122"/>
              </a:rPr>
              <a:t>头部</a:t>
            </a:r>
            <a:r>
              <a:rPr lang="zh-CN" altLang="en-US" sz="1600" smtClean="0">
                <a:latin typeface="微软雅黑" panose="020B0503020204020204" pitchFamily="34" charset="-122"/>
                <a:ea typeface="微软雅黑" panose="020B0503020204020204" pitchFamily="34" charset="-122"/>
              </a:rPr>
              <a:t>本身、上层</a:t>
            </a:r>
            <a:r>
              <a:rPr lang="zh-CN" altLang="en-US" sz="1600">
                <a:latin typeface="微软雅黑" panose="020B0503020204020204" pitchFamily="34" charset="-122"/>
                <a:ea typeface="微软雅黑" panose="020B0503020204020204" pitchFamily="34" charset="-122"/>
              </a:rPr>
              <a:t>数据（TCP/UDP + 载荷）</a:t>
            </a:r>
          </a:p>
          <a:p>
            <a:pPr>
              <a:lnSpc>
                <a:spcPct val="130000"/>
              </a:lnSpc>
              <a:spcBef>
                <a:spcPts val="600"/>
              </a:spcBef>
            </a:pPr>
            <a:r>
              <a:rPr lang="zh-CN" altLang="en-US" sz="1600">
                <a:latin typeface="微软雅黑" panose="020B0503020204020204" pitchFamily="34" charset="-122"/>
                <a:ea typeface="微软雅黑" panose="020B0503020204020204" pitchFamily="34" charset="-122"/>
              </a:rPr>
              <a:t>发送方：对上述内容做 HMAC 哈希，把结果放在 AH 头里发给对方。</a:t>
            </a:r>
          </a:p>
          <a:p>
            <a:pPr>
              <a:lnSpc>
                <a:spcPct val="130000"/>
              </a:lnSpc>
              <a:spcBef>
                <a:spcPts val="600"/>
              </a:spcBef>
            </a:pPr>
            <a:r>
              <a:rPr lang="zh-CN" altLang="en-US" sz="1600">
                <a:latin typeface="微软雅黑" panose="020B0503020204020204" pitchFamily="34" charset="-122"/>
                <a:ea typeface="微软雅黑" panose="020B0503020204020204" pitchFamily="34" charset="-122"/>
              </a:rPr>
              <a:t>接收方：用同样密钥、同样范围重新计算哈希，必须完全一致才收包，否则直接丢弃。</a:t>
            </a:r>
          </a:p>
          <a:p>
            <a:pPr>
              <a:lnSpc>
                <a:spcPct val="130000"/>
              </a:lnSpc>
              <a:spcBef>
                <a:spcPts val="600"/>
              </a:spcBef>
            </a:pPr>
            <a:r>
              <a:rPr lang="zh-CN" altLang="en-US" sz="1600">
                <a:solidFill>
                  <a:srgbClr val="FF0000"/>
                </a:solidFill>
                <a:latin typeface="微软雅黑" panose="020B0503020204020204" pitchFamily="34" charset="-122"/>
                <a:ea typeface="微软雅黑" panose="020B0503020204020204" pitchFamily="34" charset="-122"/>
              </a:rPr>
              <a:t>2. NAT 做了什么？</a:t>
            </a:r>
          </a:p>
          <a:p>
            <a:pPr>
              <a:lnSpc>
                <a:spcPct val="130000"/>
              </a:lnSpc>
              <a:spcBef>
                <a:spcPts val="600"/>
              </a:spcBef>
            </a:pPr>
            <a:r>
              <a:rPr lang="zh-CN" altLang="en-US" sz="1600">
                <a:latin typeface="微软雅黑" panose="020B0503020204020204" pitchFamily="34" charset="-122"/>
                <a:ea typeface="微软雅黑" panose="020B0503020204020204" pitchFamily="34" charset="-122"/>
              </a:rPr>
              <a:t>NAT（网络地址转换）/NAPT 会改写 IP 包的：</a:t>
            </a:r>
          </a:p>
          <a:p>
            <a:pPr>
              <a:lnSpc>
                <a:spcPct val="130000"/>
              </a:lnSpc>
              <a:spcBef>
                <a:spcPts val="600"/>
              </a:spcBef>
            </a:pPr>
            <a:r>
              <a:rPr lang="zh-CN" altLang="en-US" sz="1600">
                <a:latin typeface="微软雅黑" panose="020B0503020204020204" pitchFamily="34" charset="-122"/>
                <a:ea typeface="微软雅黑" panose="020B0503020204020204" pitchFamily="34" charset="-122"/>
              </a:rPr>
              <a:t>源 IP（</a:t>
            </a:r>
            <a:r>
              <a:rPr lang="zh-CN" altLang="en-US" sz="1600">
                <a:latin typeface="微软雅黑" panose="020B0503020204020204" pitchFamily="34" charset="-122"/>
                <a:ea typeface="微软雅黑" panose="020B0503020204020204" pitchFamily="34" charset="-122"/>
              </a:rPr>
              <a:t>SNAT</a:t>
            </a:r>
            <a:r>
              <a:rPr lang="zh-CN" altLang="en-US" sz="1600" smtClean="0">
                <a:latin typeface="微软雅黑" panose="020B0503020204020204" pitchFamily="34" charset="-122"/>
                <a:ea typeface="微软雅黑" panose="020B0503020204020204" pitchFamily="34" charset="-122"/>
              </a:rPr>
              <a:t>）目的 </a:t>
            </a:r>
            <a:r>
              <a:rPr lang="zh-CN" altLang="en-US" sz="1600">
                <a:latin typeface="微软雅黑" panose="020B0503020204020204" pitchFamily="34" charset="-122"/>
                <a:ea typeface="微软雅黑" panose="020B0503020204020204" pitchFamily="34" charset="-122"/>
              </a:rPr>
              <a:t>IP（</a:t>
            </a:r>
            <a:r>
              <a:rPr lang="zh-CN" altLang="en-US" sz="1600">
                <a:latin typeface="微软雅黑" panose="020B0503020204020204" pitchFamily="34" charset="-122"/>
                <a:ea typeface="微软雅黑" panose="020B0503020204020204" pitchFamily="34" charset="-122"/>
              </a:rPr>
              <a:t>DNAT</a:t>
            </a:r>
            <a:r>
              <a:rPr lang="zh-CN" altLang="en-US" sz="1600" smtClean="0">
                <a:latin typeface="微软雅黑" panose="020B0503020204020204" pitchFamily="34" charset="-122"/>
                <a:ea typeface="微软雅黑" panose="020B0503020204020204" pitchFamily="34" charset="-122"/>
              </a:rPr>
              <a:t>）NAPT </a:t>
            </a:r>
            <a:r>
              <a:rPr lang="zh-CN" altLang="en-US" sz="1600">
                <a:latin typeface="微软雅黑" panose="020B0503020204020204" pitchFamily="34" charset="-122"/>
                <a:ea typeface="微软雅黑" panose="020B0503020204020204" pitchFamily="34" charset="-122"/>
              </a:rPr>
              <a:t>还会改源端口 / </a:t>
            </a:r>
            <a:r>
              <a:rPr lang="zh-CN" altLang="en-US" sz="1600">
                <a:latin typeface="微软雅黑" panose="020B0503020204020204" pitchFamily="34" charset="-122"/>
                <a:ea typeface="微软雅黑" panose="020B0503020204020204" pitchFamily="34" charset="-122"/>
              </a:rPr>
              <a:t>目的</a:t>
            </a:r>
            <a:r>
              <a:rPr lang="zh-CN" altLang="en-US" sz="1600" smtClean="0">
                <a:latin typeface="微软雅黑" panose="020B0503020204020204" pitchFamily="34" charset="-122"/>
                <a:ea typeface="微软雅黑" panose="020B0503020204020204" pitchFamily="34" charset="-122"/>
              </a:rPr>
              <a:t>端口，只要</a:t>
            </a:r>
            <a:r>
              <a:rPr lang="zh-CN" altLang="en-US" sz="1600">
                <a:latin typeface="微软雅黑" panose="020B0503020204020204" pitchFamily="34" charset="-122"/>
                <a:ea typeface="微软雅黑" panose="020B0503020204020204" pitchFamily="34" charset="-122"/>
              </a:rPr>
              <a:t>过 NAT，IP 头一定会变。</a:t>
            </a:r>
          </a:p>
          <a:p>
            <a:pPr>
              <a:lnSpc>
                <a:spcPct val="130000"/>
              </a:lnSpc>
              <a:spcBef>
                <a:spcPts val="600"/>
              </a:spcBef>
            </a:pPr>
            <a:r>
              <a:rPr lang="zh-CN" altLang="en-US" sz="1600">
                <a:solidFill>
                  <a:srgbClr val="FF0000"/>
                </a:solidFill>
                <a:latin typeface="微软雅黑" panose="020B0503020204020204" pitchFamily="34" charset="-122"/>
                <a:ea typeface="微软雅黑" panose="020B0503020204020204" pitchFamily="34" charset="-122"/>
              </a:rPr>
              <a:t>3. 冲突点：</a:t>
            </a:r>
            <a:r>
              <a:rPr lang="zh-CN" altLang="en-US" sz="1600">
                <a:latin typeface="微软雅黑" panose="020B0503020204020204" pitchFamily="34" charset="-122"/>
                <a:ea typeface="微软雅黑" panose="020B0503020204020204" pitchFamily="34" charset="-122"/>
              </a:rPr>
              <a:t>AH 校验包含 IP 头，NAT 必须改 IP 头</a:t>
            </a:r>
          </a:p>
          <a:p>
            <a:pPr>
              <a:lnSpc>
                <a:spcPct val="130000"/>
              </a:lnSpc>
              <a:spcBef>
                <a:spcPts val="600"/>
              </a:spcBef>
            </a:pPr>
            <a:r>
              <a:rPr lang="zh-CN" altLang="en-US" sz="1600" smtClean="0">
                <a:solidFill>
                  <a:srgbClr val="FF0000"/>
                </a:solidFill>
                <a:latin typeface="微软雅黑" panose="020B0503020204020204" pitchFamily="34" charset="-122"/>
                <a:ea typeface="微软雅黑" panose="020B0503020204020204" pitchFamily="34" charset="-122"/>
              </a:rPr>
              <a:t>4</a:t>
            </a:r>
            <a:r>
              <a:rPr lang="zh-CN" altLang="en-US" sz="1600">
                <a:solidFill>
                  <a:srgbClr val="FF0000"/>
                </a:solidFill>
                <a:latin typeface="微软雅黑" panose="020B0503020204020204" pitchFamily="34" charset="-122"/>
                <a:ea typeface="微软雅黑" panose="020B0503020204020204" pitchFamily="34" charset="-122"/>
              </a:rPr>
              <a:t>. 为什么 </a:t>
            </a:r>
            <a:r>
              <a:rPr lang="zh-CN" altLang="en-US" sz="1600">
                <a:solidFill>
                  <a:srgbClr val="FF0000"/>
                </a:solidFill>
                <a:latin typeface="微软雅黑" panose="020B0503020204020204" pitchFamily="34" charset="-122"/>
                <a:ea typeface="微软雅黑" panose="020B0503020204020204" pitchFamily="34" charset="-122"/>
              </a:rPr>
              <a:t>ESP </a:t>
            </a:r>
            <a:r>
              <a:rPr lang="zh-CN" altLang="en-US" sz="1600" smtClean="0">
                <a:solidFill>
                  <a:srgbClr val="FF0000"/>
                </a:solidFill>
                <a:latin typeface="微软雅黑" panose="020B0503020204020204" pitchFamily="34" charset="-122"/>
                <a:ea typeface="微软雅黑" panose="020B0503020204020204" pitchFamily="34" charset="-122"/>
              </a:rPr>
              <a:t>可以？</a:t>
            </a:r>
            <a:endParaRPr lang="zh-CN" altLang="en-US" sz="1600">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pPr>
            <a:r>
              <a:rPr lang="zh-CN" altLang="en-US" sz="1600" smtClean="0">
                <a:latin typeface="微软雅黑" panose="020B0503020204020204" pitchFamily="34" charset="-122"/>
                <a:ea typeface="微软雅黑" panose="020B0503020204020204" pitchFamily="34" charset="-122"/>
              </a:rPr>
              <a:t>ESP 默认</a:t>
            </a:r>
            <a:r>
              <a:rPr lang="zh-CN" altLang="en-US" sz="1600">
                <a:latin typeface="微软雅黑" panose="020B0503020204020204" pitchFamily="34" charset="-122"/>
                <a:ea typeface="微软雅黑" panose="020B0503020204020204" pitchFamily="34" charset="-122"/>
              </a:rPr>
              <a:t>不校验外层 IP 头，只校验 ESP 头 + 载荷。</a:t>
            </a:r>
          </a:p>
          <a:p>
            <a:pPr>
              <a:lnSpc>
                <a:spcPct val="130000"/>
              </a:lnSpc>
              <a:spcBef>
                <a:spcPts val="600"/>
              </a:spcBef>
            </a:pPr>
            <a:r>
              <a:rPr lang="zh-CN" altLang="en-US" sz="1600" smtClean="0">
                <a:latin typeface="微软雅黑" panose="020B0503020204020204" pitchFamily="34" charset="-122"/>
                <a:ea typeface="微软雅黑" panose="020B0503020204020204" pitchFamily="34" charset="-122"/>
              </a:rPr>
              <a:t>NAT </a:t>
            </a:r>
            <a:r>
              <a:rPr lang="zh-CN" altLang="en-US" sz="1600">
                <a:latin typeface="微软雅黑" panose="020B0503020204020204" pitchFamily="34" charset="-122"/>
                <a:ea typeface="微软雅黑" panose="020B0503020204020204" pitchFamily="34" charset="-122"/>
              </a:rPr>
              <a:t>只改外层 UDP/IP，内层 ESP 校验不受影响，因此能穿越 </a:t>
            </a:r>
            <a:r>
              <a:rPr lang="zh-CN" altLang="en-US" sz="1600">
                <a:latin typeface="微软雅黑" panose="020B0503020204020204" pitchFamily="34" charset="-122"/>
                <a:ea typeface="微软雅黑" panose="020B0503020204020204" pitchFamily="34" charset="-122"/>
              </a:rPr>
              <a:t>NAT</a:t>
            </a:r>
            <a:r>
              <a:rPr lang="zh-CN" altLang="en-US" sz="1600" smtClean="0">
                <a:latin typeface="微软雅黑" panose="020B0503020204020204" pitchFamily="34" charset="-122"/>
                <a:ea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300432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idx="1"/>
          </p:nvPr>
        </p:nvSpPr>
        <p:spPr>
          <a:xfrm>
            <a:off x="140683" y="1268452"/>
            <a:ext cx="6016926" cy="4548688"/>
          </a:xfrm>
        </p:spPr>
        <p:txBody>
          <a:bodyPr/>
          <a:lstStyle/>
          <a:p>
            <a:pPr eaLnBrk="1" hangingPunct="1">
              <a:lnSpc>
                <a:spcPct val="130000"/>
              </a:lnSpc>
              <a:buFont typeface="Wingdings" panose="05000000000000000000" pitchFamily="2" charset="2"/>
              <a:buNone/>
            </a:pPr>
            <a:r>
              <a:rPr lang="zh-CN" altLang="en-US" sz="1600" b="1" smtClean="0">
                <a:solidFill>
                  <a:schemeClr val="hlink"/>
                </a:solidFill>
              </a:rPr>
              <a:t>下一个首部（</a:t>
            </a:r>
            <a:r>
              <a:rPr lang="en-US" altLang="zh-CN" sz="1600" b="1" smtClean="0">
                <a:solidFill>
                  <a:schemeClr val="hlink"/>
                </a:solidFill>
              </a:rPr>
              <a:t>8bit</a:t>
            </a:r>
            <a:r>
              <a:rPr lang="zh-CN" altLang="en-US" sz="1600" b="1" smtClean="0">
                <a:solidFill>
                  <a:schemeClr val="hlink"/>
                </a:solidFill>
              </a:rPr>
              <a:t>）</a:t>
            </a:r>
          </a:p>
          <a:p>
            <a:pPr eaLnBrk="1" hangingPunct="1">
              <a:lnSpc>
                <a:spcPct val="130000"/>
              </a:lnSpc>
              <a:buFont typeface="Wingdings" panose="05000000000000000000" pitchFamily="2" charset="2"/>
              <a:buNone/>
            </a:pPr>
            <a:r>
              <a:rPr lang="zh-CN" altLang="en-US" sz="1600" smtClean="0"/>
              <a:t>  标识该</a:t>
            </a:r>
            <a:r>
              <a:rPr lang="en-US" altLang="zh-CN" sz="1600" smtClean="0"/>
              <a:t>AH</a:t>
            </a:r>
            <a:r>
              <a:rPr lang="zh-CN" altLang="en-US" sz="1600" smtClean="0"/>
              <a:t>首部后下一有效载荷的类型</a:t>
            </a:r>
          </a:p>
          <a:p>
            <a:pPr eaLnBrk="1" hangingPunct="1">
              <a:lnSpc>
                <a:spcPct val="130000"/>
              </a:lnSpc>
              <a:buFont typeface="Wingdings" panose="05000000000000000000" pitchFamily="2" charset="2"/>
              <a:buNone/>
            </a:pPr>
            <a:r>
              <a:rPr lang="zh-CN" altLang="en-US" sz="1600" b="1" smtClean="0">
                <a:solidFill>
                  <a:schemeClr val="hlink"/>
                </a:solidFill>
              </a:rPr>
              <a:t>安全参数索引（</a:t>
            </a:r>
            <a:r>
              <a:rPr lang="en-US" altLang="zh-CN" sz="1600" b="1" smtClean="0">
                <a:solidFill>
                  <a:schemeClr val="hlink"/>
                </a:solidFill>
              </a:rPr>
              <a:t>32 bit</a:t>
            </a:r>
            <a:r>
              <a:rPr lang="zh-CN" altLang="en-US" sz="1600" b="1" smtClean="0">
                <a:solidFill>
                  <a:schemeClr val="hlink"/>
                </a:solidFill>
              </a:rPr>
              <a:t>）</a:t>
            </a:r>
          </a:p>
          <a:p>
            <a:pPr eaLnBrk="1" hangingPunct="1">
              <a:lnSpc>
                <a:spcPct val="130000"/>
              </a:lnSpc>
              <a:buFont typeface="Wingdings" panose="05000000000000000000" pitchFamily="2" charset="2"/>
              <a:buNone/>
            </a:pPr>
            <a:r>
              <a:rPr lang="zh-CN" altLang="en-US" sz="1600" smtClean="0"/>
              <a:t>  标识用于此数据项的</a:t>
            </a:r>
            <a:r>
              <a:rPr lang="en-US" altLang="zh-CN" sz="1600" smtClean="0"/>
              <a:t>SA</a:t>
            </a:r>
          </a:p>
          <a:p>
            <a:pPr eaLnBrk="1" hangingPunct="1">
              <a:lnSpc>
                <a:spcPct val="130000"/>
              </a:lnSpc>
              <a:buFont typeface="Wingdings" panose="05000000000000000000" pitchFamily="2" charset="2"/>
              <a:buNone/>
            </a:pPr>
            <a:r>
              <a:rPr lang="zh-CN" altLang="en-US" sz="1600" b="1" smtClean="0">
                <a:solidFill>
                  <a:schemeClr val="hlink"/>
                </a:solidFill>
              </a:rPr>
              <a:t>序列号（</a:t>
            </a:r>
            <a:r>
              <a:rPr lang="en-US" altLang="zh-CN" sz="1600" b="1" smtClean="0">
                <a:solidFill>
                  <a:schemeClr val="hlink"/>
                </a:solidFill>
              </a:rPr>
              <a:t>32 bit</a:t>
            </a:r>
            <a:r>
              <a:rPr lang="zh-CN" altLang="en-US" sz="1600" b="1" smtClean="0">
                <a:solidFill>
                  <a:schemeClr val="hlink"/>
                </a:solidFill>
              </a:rPr>
              <a:t>）</a:t>
            </a:r>
          </a:p>
          <a:p>
            <a:pPr marL="360363" lvl="1" indent="0" eaLnBrk="1" hangingPunct="1">
              <a:lnSpc>
                <a:spcPct val="130000"/>
              </a:lnSpc>
              <a:buNone/>
            </a:pPr>
            <a:r>
              <a:rPr lang="zh-CN" altLang="en-US" sz="1600"/>
              <a:t>当两个设备之间建立安全关联时，该字段初始化为 </a:t>
            </a:r>
            <a:r>
              <a:rPr lang="en-US" altLang="zh-CN" sz="1600"/>
              <a:t>0</a:t>
            </a:r>
            <a:r>
              <a:rPr lang="zh-CN" altLang="en-US" sz="1600"/>
              <a:t>，之后每发送一个使用该 </a:t>
            </a:r>
            <a:r>
              <a:rPr lang="en-US" altLang="zh-CN" sz="1600"/>
              <a:t>SA </a:t>
            </a:r>
            <a:r>
              <a:rPr lang="zh-CN" altLang="en-US" sz="1600"/>
              <a:t>的数据包，序列号就会递增，用于防止重放攻击，可确保接收方能够识别并丢弃重复的数据包</a:t>
            </a:r>
          </a:p>
          <a:p>
            <a:pPr eaLnBrk="1" hangingPunct="1">
              <a:lnSpc>
                <a:spcPct val="130000"/>
              </a:lnSpc>
              <a:buFont typeface="Wingdings" panose="05000000000000000000" pitchFamily="2" charset="2"/>
              <a:buNone/>
            </a:pPr>
            <a:r>
              <a:rPr lang="zh-CN" altLang="en-US" sz="1600" b="1" smtClean="0">
                <a:solidFill>
                  <a:schemeClr val="hlink"/>
                </a:solidFill>
              </a:rPr>
              <a:t>鉴别数据（可变长）</a:t>
            </a:r>
          </a:p>
          <a:p>
            <a:pPr marL="360363" lvl="1" indent="0" eaLnBrk="1" hangingPunct="1">
              <a:lnSpc>
                <a:spcPct val="130000"/>
              </a:lnSpc>
              <a:buFont typeface="Wingdings" panose="05000000000000000000" pitchFamily="2" charset="2"/>
              <a:buNone/>
            </a:pPr>
            <a:r>
              <a:rPr lang="zh-CN" altLang="en-US" sz="1600" smtClean="0"/>
              <a:t>可变</a:t>
            </a:r>
            <a:r>
              <a:rPr lang="zh-CN" altLang="en-US" sz="1600"/>
              <a:t>长度字段，包含 </a:t>
            </a:r>
            <a:r>
              <a:rPr lang="en-US" altLang="zh-CN" sz="1600"/>
              <a:t>AH </a:t>
            </a:r>
            <a:r>
              <a:rPr lang="zh-CN" altLang="en-US" sz="1600"/>
              <a:t>协议执行哈希算法的结果，即完整性校验值（</a:t>
            </a:r>
            <a:r>
              <a:rPr lang="en-US" altLang="zh-CN" sz="1600"/>
              <a:t>ICV</a:t>
            </a:r>
            <a:r>
              <a:rPr lang="zh-CN" altLang="en-US" sz="1600"/>
              <a:t>）。其长度必须是 </a:t>
            </a:r>
            <a:r>
              <a:rPr lang="en-US" altLang="zh-CN" sz="1600"/>
              <a:t>32 </a:t>
            </a:r>
            <a:r>
              <a:rPr lang="zh-CN" altLang="en-US" sz="1600"/>
              <a:t>位的倍数，整个首部也必须是 </a:t>
            </a:r>
            <a:r>
              <a:rPr lang="en-US" altLang="zh-CN" sz="1600"/>
              <a:t>32 </a:t>
            </a:r>
            <a:r>
              <a:rPr lang="zh-CN" altLang="en-US" sz="1600"/>
              <a:t>位（</a:t>
            </a:r>
            <a:r>
              <a:rPr lang="en-US" altLang="zh-CN" sz="1600"/>
              <a:t>IPv4</a:t>
            </a:r>
            <a:r>
              <a:rPr lang="zh-CN" altLang="en-US" sz="1600"/>
              <a:t>）或 </a:t>
            </a:r>
            <a:r>
              <a:rPr lang="en-US" altLang="zh-CN" sz="1600"/>
              <a:t>64 </a:t>
            </a:r>
            <a:r>
              <a:rPr lang="zh-CN" altLang="en-US" sz="1600"/>
              <a:t>位（</a:t>
            </a:r>
            <a:r>
              <a:rPr lang="en-US" altLang="zh-CN" sz="1600"/>
              <a:t>IPv6</a:t>
            </a:r>
            <a:r>
              <a:rPr lang="zh-CN" altLang="en-US" sz="1600"/>
              <a:t>）的倍数，必要时会在认证数据字段添加额外的填充。</a:t>
            </a:r>
          </a:p>
          <a:p>
            <a:pPr eaLnBrk="1" hangingPunct="1">
              <a:lnSpc>
                <a:spcPct val="130000"/>
              </a:lnSpc>
              <a:buFont typeface="Wingdings" panose="05000000000000000000" pitchFamily="2" charset="2"/>
              <a:buNone/>
            </a:pPr>
            <a:endParaRPr lang="zh-CN" altLang="en-US" sz="1600" dirty="0"/>
          </a:p>
        </p:txBody>
      </p:sp>
      <p:sp>
        <p:nvSpPr>
          <p:cNvPr id="3" name="Rectangle 3"/>
          <p:cNvSpPr txBox="1">
            <a:spLocks noChangeArrowheads="1"/>
          </p:cNvSpPr>
          <p:nvPr/>
        </p:nvSpPr>
        <p:spPr bwMode="auto">
          <a:xfrm>
            <a:off x="0" y="0"/>
            <a:ext cx="7772400" cy="533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buFont typeface="Wingdings" panose="05000000000000000000" pitchFamily="2" charset="2"/>
              <a:buNone/>
            </a:pPr>
            <a:r>
              <a:rPr lang="zh-CN" altLang="en-US" b="1" kern="0" dirty="0">
                <a:solidFill>
                  <a:schemeClr val="bg1"/>
                </a:solidFill>
                <a:latin typeface="微软雅黑" panose="020B0503020204020204" pitchFamily="34" charset="-122"/>
                <a:ea typeface="微软雅黑" panose="020B0503020204020204" pitchFamily="34" charset="-122"/>
              </a:rPr>
              <a:t>鉴别</a:t>
            </a:r>
            <a:r>
              <a:rPr lang="en-US" altLang="zh-CN"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AH</a:t>
            </a:r>
            <a:r>
              <a:rPr lang="zh-CN" altLang="en-US" b="1" kern="0" dirty="0">
                <a:solidFill>
                  <a:schemeClr val="bg1"/>
                </a:solidFill>
                <a:latin typeface="微软雅黑" panose="020B0503020204020204" pitchFamily="34" charset="-122"/>
                <a:ea typeface="微软雅黑" panose="020B0503020204020204" pitchFamily="34" charset="-122"/>
              </a:rPr>
              <a:t>协议 </a:t>
            </a:r>
          </a:p>
        </p:txBody>
      </p:sp>
      <p:sp>
        <p:nvSpPr>
          <p:cNvPr id="2" name="文本框 1"/>
          <p:cNvSpPr txBox="1"/>
          <p:nvPr/>
        </p:nvSpPr>
        <p:spPr>
          <a:xfrm>
            <a:off x="140683" y="716260"/>
            <a:ext cx="1524776" cy="369332"/>
          </a:xfrm>
          <a:prstGeom prst="rect">
            <a:avLst/>
          </a:prstGeom>
          <a:noFill/>
        </p:spPr>
        <p:txBody>
          <a:bodyPr wrap="none" rtlCol="0">
            <a:spAutoFit/>
          </a:bodyPr>
          <a:lstStyle/>
          <a:p>
            <a:pPr algn="ctr" eaLnBrk="1" hangingPunct="1"/>
            <a:r>
              <a:rPr kumimoji="1" lang="en-US" altLang="zh-CN" b="1">
                <a:latin typeface="微软雅黑" panose="020B0503020204020204" pitchFamily="34" charset="-122"/>
                <a:ea typeface="微软雅黑" panose="020B0503020204020204" pitchFamily="34" charset="-122"/>
                <a:cs typeface="Times New Roman" panose="02020603050405020304" pitchFamily="18" charset="0"/>
              </a:rPr>
              <a:t>AH</a:t>
            </a:r>
            <a:r>
              <a:rPr kumimoji="1" lang="zh-CN" altLang="en-US" b="1">
                <a:latin typeface="微软雅黑" panose="020B0503020204020204" pitchFamily="34" charset="-122"/>
                <a:ea typeface="微软雅黑" panose="020B0503020204020204" pitchFamily="34" charset="-122"/>
              </a:rPr>
              <a:t>首部格式 </a:t>
            </a:r>
          </a:p>
        </p:txBody>
      </p:sp>
      <p:pic>
        <p:nvPicPr>
          <p:cNvPr id="4" name="图片 3"/>
          <p:cNvPicPr>
            <a:picLocks noChangeAspect="1"/>
          </p:cNvPicPr>
          <p:nvPr/>
        </p:nvPicPr>
        <p:blipFill>
          <a:blip r:embed="rId2"/>
          <a:stretch>
            <a:fillRect/>
          </a:stretch>
        </p:blipFill>
        <p:spPr>
          <a:xfrm>
            <a:off x="6387830" y="900926"/>
            <a:ext cx="5486400" cy="2619375"/>
          </a:xfrm>
          <a:prstGeom prst="rect">
            <a:avLst/>
          </a:prstGeom>
        </p:spPr>
      </p:pic>
    </p:spTree>
    <p:extLst>
      <p:ext uri="{BB962C8B-B14F-4D97-AF65-F5344CB8AC3E}">
        <p14:creationId xmlns:p14="http://schemas.microsoft.com/office/powerpoint/2010/main" val="196842344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71209"/>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101378" name="Rectangle 4"/>
          <p:cNvSpPr>
            <a:spLocks noGrp="1" noChangeArrowheads="1"/>
          </p:cNvSpPr>
          <p:nvPr>
            <p:ph idx="1"/>
          </p:nvPr>
        </p:nvSpPr>
        <p:spPr>
          <a:xfrm>
            <a:off x="315119" y="829317"/>
            <a:ext cx="9782192" cy="1135670"/>
          </a:xfrm>
          <a:noFill/>
        </p:spPr>
        <p:txBody>
          <a:bodyPr/>
          <a:lstStyle/>
          <a:p>
            <a:pPr algn="just" eaLnBrk="1" hangingPunct="1">
              <a:buFont typeface="Wingdings" panose="05000000000000000000" pitchFamily="2" charset="2"/>
              <a:buNone/>
            </a:pPr>
            <a:r>
              <a:rPr lang="en-US" altLang="zh-CN" b="1" dirty="0">
                <a:solidFill>
                  <a:schemeClr val="hlink"/>
                </a:solidFill>
              </a:rPr>
              <a:t>AH</a:t>
            </a:r>
            <a:r>
              <a:rPr lang="zh-CN" altLang="en-US" b="1" dirty="0">
                <a:solidFill>
                  <a:schemeClr val="hlink"/>
                </a:solidFill>
              </a:rPr>
              <a:t>的两种模式</a:t>
            </a:r>
          </a:p>
          <a:p>
            <a:pPr algn="just" eaLnBrk="1" hangingPunct="1">
              <a:buFont typeface="Wingdings" panose="05000000000000000000" pitchFamily="2" charset="2"/>
              <a:buNone/>
            </a:pPr>
            <a:r>
              <a:rPr lang="zh-CN" altLang="en-US" dirty="0"/>
              <a:t>    </a:t>
            </a:r>
            <a:r>
              <a:rPr lang="en-US" altLang="zh-CN" dirty="0"/>
              <a:t>(1) </a:t>
            </a:r>
            <a:r>
              <a:rPr lang="zh-CN" altLang="en-US" dirty="0"/>
              <a:t>传输模式</a:t>
            </a:r>
          </a:p>
          <a:p>
            <a:pPr algn="just" eaLnBrk="1" hangingPunct="1">
              <a:buFont typeface="Wingdings" panose="05000000000000000000" pitchFamily="2" charset="2"/>
              <a:buNone/>
            </a:pPr>
            <a:r>
              <a:rPr lang="zh-CN" altLang="en-US" dirty="0"/>
              <a:t>         鉴别覆盖了整个分组（除可变</a:t>
            </a:r>
            <a:r>
              <a:rPr lang="zh-CN" altLang="en-US"/>
              <a:t>字段</a:t>
            </a:r>
            <a:r>
              <a:rPr lang="zh-CN" altLang="en-US" smtClean="0"/>
              <a:t>）</a:t>
            </a:r>
            <a:endParaRPr lang="en-US" altLang="zh-CN" smtClean="0"/>
          </a:p>
          <a:p>
            <a:pPr algn="just" eaLnBrk="1" hangingPunct="1">
              <a:buFont typeface="Wingdings" panose="05000000000000000000" pitchFamily="2" charset="2"/>
              <a:buNone/>
            </a:pPr>
            <a:endParaRPr lang="en-US" altLang="zh-CN"/>
          </a:p>
          <a:p>
            <a:pPr algn="just" eaLnBrk="1" hangingPunct="1">
              <a:buFont typeface="Wingdings" panose="05000000000000000000" pitchFamily="2" charset="2"/>
              <a:buNone/>
            </a:pPr>
            <a:endParaRPr lang="en-US" altLang="zh-CN" smtClean="0"/>
          </a:p>
          <a:p>
            <a:pPr algn="just" eaLnBrk="1" hangingPunct="1">
              <a:buFont typeface="Wingdings" panose="05000000000000000000" pitchFamily="2" charset="2"/>
              <a:buNone/>
            </a:pPr>
            <a:endParaRPr lang="en-US" altLang="zh-CN"/>
          </a:p>
          <a:p>
            <a:pPr algn="just" eaLnBrk="1" hangingPunct="1">
              <a:buFont typeface="Wingdings" panose="05000000000000000000" pitchFamily="2" charset="2"/>
              <a:buNone/>
            </a:pPr>
            <a:endParaRPr lang="en-US" altLang="zh-CN" smtClean="0"/>
          </a:p>
          <a:p>
            <a:pPr algn="just" eaLnBrk="1" hangingPunct="1">
              <a:buFont typeface="Wingdings" panose="05000000000000000000" pitchFamily="2" charset="2"/>
              <a:buNone/>
            </a:pPr>
            <a:endParaRPr lang="en-US" altLang="zh-CN"/>
          </a:p>
          <a:p>
            <a:pPr algn="just" eaLnBrk="1" hangingPunct="1">
              <a:buFont typeface="Wingdings" panose="05000000000000000000" pitchFamily="2" charset="2"/>
              <a:buNone/>
            </a:pPr>
            <a:endParaRPr lang="zh-CN" altLang="en-US" dirty="0"/>
          </a:p>
          <a:p>
            <a:pPr algn="just" eaLnBrk="1" hangingPunct="1">
              <a:buFont typeface="Wingdings" panose="05000000000000000000" pitchFamily="2" charset="2"/>
              <a:buNone/>
            </a:pPr>
            <a:r>
              <a:rPr lang="zh-CN" altLang="en-US" smtClean="0"/>
              <a:t>   </a:t>
            </a:r>
            <a:r>
              <a:rPr lang="en-US" altLang="zh-CN" dirty="0"/>
              <a:t>(2) </a:t>
            </a:r>
            <a:r>
              <a:rPr lang="zh-CN" altLang="en-US" dirty="0"/>
              <a:t>隧道模式</a:t>
            </a:r>
          </a:p>
          <a:p>
            <a:pPr algn="just" eaLnBrk="1" hangingPunct="1">
              <a:buFont typeface="Wingdings" panose="05000000000000000000" pitchFamily="2" charset="2"/>
              <a:buNone/>
            </a:pPr>
            <a:r>
              <a:rPr lang="zh-CN" altLang="en-US" dirty="0"/>
              <a:t>         </a:t>
            </a:r>
            <a:r>
              <a:rPr lang="en-US" altLang="zh-CN" dirty="0"/>
              <a:t>AH</a:t>
            </a:r>
            <a:r>
              <a:rPr lang="zh-CN" altLang="en-US" dirty="0"/>
              <a:t>被插在原</a:t>
            </a:r>
            <a:r>
              <a:rPr lang="en-US" altLang="zh-CN" dirty="0"/>
              <a:t>IP</a:t>
            </a:r>
            <a:r>
              <a:rPr lang="zh-CN" altLang="en-US" dirty="0"/>
              <a:t>首部和新</a:t>
            </a:r>
            <a:r>
              <a:rPr lang="en-US" altLang="zh-CN" dirty="0"/>
              <a:t>IP</a:t>
            </a:r>
            <a:r>
              <a:rPr lang="zh-CN" altLang="en-US"/>
              <a:t>首部</a:t>
            </a:r>
            <a:r>
              <a:rPr lang="zh-CN" altLang="en-US" smtClean="0"/>
              <a:t>之间</a:t>
            </a:r>
            <a:r>
              <a:rPr lang="zh-CN" altLang="en-US"/>
              <a:t>，</a:t>
            </a:r>
            <a:r>
              <a:rPr lang="zh-CN" altLang="en-US" smtClean="0"/>
              <a:t>目的</a:t>
            </a:r>
            <a:r>
              <a:rPr lang="en-US" altLang="zh-CN" dirty="0"/>
              <a:t>IP</a:t>
            </a:r>
            <a:r>
              <a:rPr lang="zh-CN" altLang="en-US" dirty="0"/>
              <a:t>地址被</a:t>
            </a:r>
            <a:r>
              <a:rPr lang="zh-CN" altLang="en-US"/>
              <a:t>掩藏</a:t>
            </a:r>
            <a:r>
              <a:rPr lang="zh-CN" altLang="en-US" smtClean="0"/>
              <a:t>起来，提供</a:t>
            </a:r>
            <a:r>
              <a:rPr lang="zh-CN" altLang="en-US" dirty="0"/>
              <a:t>了通信量上的安全性。</a:t>
            </a:r>
          </a:p>
          <a:p>
            <a:pPr eaLnBrk="1" hangingPunct="1">
              <a:buFont typeface="Wingdings" panose="05000000000000000000" pitchFamily="2" charset="2"/>
              <a:buNone/>
            </a:pPr>
            <a:endParaRPr lang="en-US" altLang="zh-CN" dirty="0"/>
          </a:p>
        </p:txBody>
      </p:sp>
      <p:pic>
        <p:nvPicPr>
          <p:cNvPr id="5" name="图片 4"/>
          <p:cNvPicPr>
            <a:picLocks noChangeAspect="1"/>
          </p:cNvPicPr>
          <p:nvPr/>
        </p:nvPicPr>
        <p:blipFill>
          <a:blip r:embed="rId2"/>
          <a:stretch>
            <a:fillRect/>
          </a:stretch>
        </p:blipFill>
        <p:spPr>
          <a:xfrm>
            <a:off x="1225684" y="1964987"/>
            <a:ext cx="4431616" cy="1772084"/>
          </a:xfrm>
          <a:prstGeom prst="rect">
            <a:avLst/>
          </a:prstGeom>
        </p:spPr>
      </p:pic>
      <p:pic>
        <p:nvPicPr>
          <p:cNvPr id="7" name="图片 6"/>
          <p:cNvPicPr>
            <a:picLocks noChangeAspect="1"/>
          </p:cNvPicPr>
          <p:nvPr/>
        </p:nvPicPr>
        <p:blipFill>
          <a:blip r:embed="rId3"/>
          <a:stretch>
            <a:fillRect/>
          </a:stretch>
        </p:blipFill>
        <p:spPr>
          <a:xfrm>
            <a:off x="982494" y="4585324"/>
            <a:ext cx="6628028" cy="1988409"/>
          </a:xfrm>
          <a:prstGeom prst="rect">
            <a:avLst/>
          </a:prstGeom>
        </p:spPr>
      </p:pic>
    </p:spTree>
    <p:extLst>
      <p:ext uri="{BB962C8B-B14F-4D97-AF65-F5344CB8AC3E}">
        <p14:creationId xmlns:p14="http://schemas.microsoft.com/office/powerpoint/2010/main" val="11991200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p:cNvSpPr txBox="1">
            <a:spLocks noChangeArrowheads="1"/>
          </p:cNvSpPr>
          <p:nvPr/>
        </p:nvSpPr>
        <p:spPr bwMode="auto">
          <a:xfrm>
            <a:off x="0" y="58163"/>
            <a:ext cx="6138153"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hangingPunct="0">
              <a:spcBef>
                <a:spcPct val="50000"/>
              </a:spcBef>
              <a:buFont typeface="Wingdings" panose="05000000000000000000" pitchFamily="2" charset="2"/>
              <a:buNone/>
            </a:pPr>
            <a:r>
              <a:rPr lang="zh-CN" altLang="en-US" sz="3200" b="1">
                <a:solidFill>
                  <a:schemeClr val="bg1"/>
                </a:solidFill>
                <a:latin typeface="微软雅黑" panose="020B0503020204020204" pitchFamily="34" charset="-122"/>
                <a:ea typeface="微软雅黑" panose="020B0503020204020204" pitchFamily="34" charset="-122"/>
              </a:rPr>
              <a:t>传输模式下的</a:t>
            </a:r>
            <a:r>
              <a:rPr lang="en-US" altLang="zh-CN" sz="3200" b="1">
                <a:solidFill>
                  <a:schemeClr val="bg1"/>
                </a:solidFill>
                <a:latin typeface="微软雅黑" panose="020B0503020204020204" pitchFamily="34" charset="-122"/>
                <a:ea typeface="微软雅黑" panose="020B0503020204020204" pitchFamily="34" charset="-122"/>
              </a:rPr>
              <a:t>AH</a:t>
            </a:r>
            <a:r>
              <a:rPr lang="zh-CN" altLang="en-US" sz="3200" b="1">
                <a:solidFill>
                  <a:schemeClr val="bg1"/>
                </a:solidFill>
                <a:latin typeface="微软雅黑" panose="020B0503020204020204" pitchFamily="34" charset="-122"/>
                <a:ea typeface="微软雅黑" panose="020B0503020204020204" pitchFamily="34" charset="-122"/>
              </a:rPr>
              <a:t>认证工作原理</a:t>
            </a:r>
          </a:p>
        </p:txBody>
      </p:sp>
      <p:pic>
        <p:nvPicPr>
          <p:cNvPr id="211027" name="Picture 8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7150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1028" name="Picture 8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6388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1029" name="Group 85"/>
          <p:cNvGrpSpPr>
            <a:grpSpLocks/>
          </p:cNvGrpSpPr>
          <p:nvPr/>
        </p:nvGrpSpPr>
        <p:grpSpPr bwMode="auto">
          <a:xfrm>
            <a:off x="3733801" y="762000"/>
            <a:ext cx="4335463" cy="1447800"/>
            <a:chOff x="1680" y="1152"/>
            <a:chExt cx="2731" cy="912"/>
          </a:xfrm>
        </p:grpSpPr>
        <p:pic>
          <p:nvPicPr>
            <p:cNvPr id="211030" name="Picture 8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152"/>
              <a:ext cx="2731"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11031" name="Text Box 87"/>
            <p:cNvSpPr txBox="1">
              <a:spLocks noChangeArrowheads="1"/>
            </p:cNvSpPr>
            <p:nvPr/>
          </p:nvSpPr>
          <p:spPr bwMode="auto">
            <a:xfrm>
              <a:off x="2496" y="1384"/>
              <a:ext cx="124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2800" b="1">
                  <a:latin typeface="Times New Roman" panose="02020603050405020304" pitchFamily="18" charset="0"/>
                </a:rPr>
                <a:t>Internet</a:t>
              </a:r>
            </a:p>
          </p:txBody>
        </p:sp>
      </p:grpSp>
      <p:graphicFrame>
        <p:nvGraphicFramePr>
          <p:cNvPr id="211032" name="Object 88"/>
          <p:cNvGraphicFramePr>
            <a:graphicFrameLocks noChangeAspect="1"/>
          </p:cNvGraphicFramePr>
          <p:nvPr/>
        </p:nvGraphicFramePr>
        <p:xfrm>
          <a:off x="1752600" y="4114800"/>
          <a:ext cx="762000" cy="338138"/>
        </p:xfrm>
        <a:graphic>
          <a:graphicData uri="http://schemas.openxmlformats.org/presentationml/2006/ole">
            <mc:AlternateContent xmlns:mc="http://schemas.openxmlformats.org/markup-compatibility/2006">
              <mc:Choice xmlns:v="urn:schemas-microsoft-com:vml" Requires="v">
                <p:oleObj spid="_x0000_s86368" name="文档" r:id="rId5" imgW="886320" imgH="937800" progId="Word.Document.8">
                  <p:embed/>
                </p:oleObj>
              </mc:Choice>
              <mc:Fallback>
                <p:oleObj name="文档" r:id="rId5" imgW="886320" imgH="937800" progId="Word.Document.8">
                  <p:embed/>
                  <p:pic>
                    <p:nvPicPr>
                      <p:cNvPr id="211032" name="Object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41148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11033" name="Group 89"/>
          <p:cNvGrpSpPr>
            <a:grpSpLocks/>
          </p:cNvGrpSpPr>
          <p:nvPr/>
        </p:nvGrpSpPr>
        <p:grpSpPr bwMode="auto">
          <a:xfrm>
            <a:off x="3429000" y="5867400"/>
            <a:ext cx="1843088" cy="249238"/>
            <a:chOff x="1200" y="3696"/>
            <a:chExt cx="1161" cy="157"/>
          </a:xfrm>
        </p:grpSpPr>
        <p:sp>
          <p:nvSpPr>
            <p:cNvPr id="211034" name="Rectangle 90"/>
            <p:cNvSpPr>
              <a:spLocks noChangeArrowheads="1"/>
            </p:cNvSpPr>
            <p:nvPr/>
          </p:nvSpPr>
          <p:spPr bwMode="auto">
            <a:xfrm>
              <a:off x="1593" y="3696"/>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1035" name="Rectangle 91"/>
            <p:cNvSpPr>
              <a:spLocks noChangeArrowheads="1"/>
            </p:cNvSpPr>
            <p:nvPr/>
          </p:nvSpPr>
          <p:spPr bwMode="auto">
            <a:xfrm>
              <a:off x="1200" y="3696"/>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
        <p:nvSpPr>
          <p:cNvPr id="211036" name="Line 92"/>
          <p:cNvSpPr>
            <a:spLocks noChangeShapeType="1"/>
          </p:cNvSpPr>
          <p:nvPr/>
        </p:nvSpPr>
        <p:spPr bwMode="auto">
          <a:xfrm>
            <a:off x="3429000" y="6116638"/>
            <a:ext cx="18430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37" name="Line 93"/>
          <p:cNvSpPr>
            <a:spLocks noChangeShapeType="1"/>
          </p:cNvSpPr>
          <p:nvPr/>
        </p:nvSpPr>
        <p:spPr bwMode="auto">
          <a:xfrm>
            <a:off x="3429000" y="58674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38" name="Line 94"/>
          <p:cNvSpPr>
            <a:spLocks noChangeShapeType="1"/>
          </p:cNvSpPr>
          <p:nvPr/>
        </p:nvSpPr>
        <p:spPr bwMode="auto">
          <a:xfrm>
            <a:off x="5272088" y="58674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39" name="Text Box 95"/>
          <p:cNvSpPr txBox="1">
            <a:spLocks noChangeArrowheads="1"/>
          </p:cNvSpPr>
          <p:nvPr/>
        </p:nvSpPr>
        <p:spPr bwMode="auto">
          <a:xfrm>
            <a:off x="1752600" y="62484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hlink"/>
                </a:solidFill>
                <a:latin typeface="Times New Roman" panose="02020603050405020304" pitchFamily="18" charset="0"/>
              </a:rPr>
              <a:t>Host A</a:t>
            </a:r>
          </a:p>
        </p:txBody>
      </p:sp>
      <p:sp>
        <p:nvSpPr>
          <p:cNvPr id="211040" name="Text Box 96"/>
          <p:cNvSpPr txBox="1">
            <a:spLocks noChangeArrowheads="1"/>
          </p:cNvSpPr>
          <p:nvPr/>
        </p:nvSpPr>
        <p:spPr bwMode="auto">
          <a:xfrm>
            <a:off x="9144000" y="6248400"/>
            <a:ext cx="1143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accent2"/>
                </a:solidFill>
                <a:latin typeface="Times New Roman" panose="02020603050405020304" pitchFamily="18" charset="0"/>
              </a:rPr>
              <a:t>Host B</a:t>
            </a:r>
          </a:p>
        </p:txBody>
      </p:sp>
      <p:sp>
        <p:nvSpPr>
          <p:cNvPr id="211041" name="Line 97"/>
          <p:cNvSpPr>
            <a:spLocks noChangeShapeType="1"/>
          </p:cNvSpPr>
          <p:nvPr/>
        </p:nvSpPr>
        <p:spPr bwMode="auto">
          <a:xfrm>
            <a:off x="2514600" y="6019800"/>
            <a:ext cx="914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2" name="Line 98"/>
          <p:cNvSpPr>
            <a:spLocks noChangeShapeType="1"/>
          </p:cNvSpPr>
          <p:nvPr/>
        </p:nvSpPr>
        <p:spPr bwMode="auto">
          <a:xfrm flipV="1">
            <a:off x="5334000" y="6019800"/>
            <a:ext cx="533400" cy="793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3" name="Line 99"/>
          <p:cNvSpPr>
            <a:spLocks noChangeShapeType="1"/>
          </p:cNvSpPr>
          <p:nvPr/>
        </p:nvSpPr>
        <p:spPr bwMode="auto">
          <a:xfrm flipH="1" flipV="1">
            <a:off x="4814888" y="4995862"/>
            <a:ext cx="976312" cy="927101"/>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211044" name="Line 100"/>
          <p:cNvSpPr>
            <a:spLocks noChangeShapeType="1"/>
          </p:cNvSpPr>
          <p:nvPr/>
        </p:nvSpPr>
        <p:spPr bwMode="auto">
          <a:xfrm flipH="1">
            <a:off x="2286000" y="5029200"/>
            <a:ext cx="25146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5" name="Line 101"/>
          <p:cNvSpPr>
            <a:spLocks noChangeShapeType="1"/>
          </p:cNvSpPr>
          <p:nvPr/>
        </p:nvSpPr>
        <p:spPr bwMode="auto">
          <a:xfrm flipV="1">
            <a:off x="2209800" y="4495800"/>
            <a:ext cx="0" cy="533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6" name="Line 102"/>
          <p:cNvSpPr>
            <a:spLocks noChangeShapeType="1"/>
          </p:cNvSpPr>
          <p:nvPr/>
        </p:nvSpPr>
        <p:spPr bwMode="auto">
          <a:xfrm flipV="1">
            <a:off x="2209800" y="3048000"/>
            <a:ext cx="6858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7" name="Line 103"/>
          <p:cNvSpPr>
            <a:spLocks noChangeShapeType="1"/>
          </p:cNvSpPr>
          <p:nvPr/>
        </p:nvSpPr>
        <p:spPr bwMode="auto">
          <a:xfrm>
            <a:off x="5791200" y="3048000"/>
            <a:ext cx="6096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8" name="Line 104"/>
          <p:cNvSpPr>
            <a:spLocks noChangeShapeType="1"/>
          </p:cNvSpPr>
          <p:nvPr/>
        </p:nvSpPr>
        <p:spPr bwMode="auto">
          <a:xfrm flipH="1" flipV="1">
            <a:off x="2057400" y="1676400"/>
            <a:ext cx="4419600" cy="914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49" name="Line 105"/>
          <p:cNvSpPr>
            <a:spLocks noChangeShapeType="1"/>
          </p:cNvSpPr>
          <p:nvPr/>
        </p:nvSpPr>
        <p:spPr bwMode="auto">
          <a:xfrm>
            <a:off x="2438400" y="1622898"/>
            <a:ext cx="13716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0" name="Line 106"/>
          <p:cNvSpPr>
            <a:spLocks noChangeShapeType="1"/>
          </p:cNvSpPr>
          <p:nvPr/>
        </p:nvSpPr>
        <p:spPr bwMode="auto">
          <a:xfrm flipV="1">
            <a:off x="8001000" y="1600200"/>
            <a:ext cx="2438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1" name="Line 107"/>
          <p:cNvSpPr>
            <a:spLocks noChangeShapeType="1"/>
          </p:cNvSpPr>
          <p:nvPr/>
        </p:nvSpPr>
        <p:spPr bwMode="auto">
          <a:xfrm flipV="1">
            <a:off x="6477000" y="2590800"/>
            <a:ext cx="0" cy="4572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2" name="Line 108"/>
          <p:cNvSpPr>
            <a:spLocks noChangeShapeType="1"/>
          </p:cNvSpPr>
          <p:nvPr/>
        </p:nvSpPr>
        <p:spPr bwMode="auto">
          <a:xfrm>
            <a:off x="10439400" y="1676400"/>
            <a:ext cx="0" cy="2057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3" name="Line 109"/>
          <p:cNvSpPr>
            <a:spLocks noChangeShapeType="1"/>
          </p:cNvSpPr>
          <p:nvPr/>
        </p:nvSpPr>
        <p:spPr bwMode="auto">
          <a:xfrm flipH="1">
            <a:off x="9144000" y="4876800"/>
            <a:ext cx="838200" cy="0"/>
          </a:xfrm>
          <a:prstGeom prst="line">
            <a:avLst/>
          </a:prstGeom>
          <a:noFill/>
          <a:ln w="38100">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4" name="Line 110"/>
          <p:cNvSpPr>
            <a:spLocks noChangeShapeType="1"/>
          </p:cNvSpPr>
          <p:nvPr/>
        </p:nvSpPr>
        <p:spPr bwMode="auto">
          <a:xfrm>
            <a:off x="9982200" y="4876800"/>
            <a:ext cx="0" cy="762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5" name="Line 111"/>
          <p:cNvSpPr>
            <a:spLocks noChangeShapeType="1"/>
          </p:cNvSpPr>
          <p:nvPr/>
        </p:nvSpPr>
        <p:spPr bwMode="auto">
          <a:xfrm flipV="1">
            <a:off x="2209800" y="3048000"/>
            <a:ext cx="0" cy="10668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56" name="Text Box 112"/>
          <p:cNvSpPr txBox="1">
            <a:spLocks noChangeArrowheads="1"/>
          </p:cNvSpPr>
          <p:nvPr/>
        </p:nvSpPr>
        <p:spPr bwMode="auto">
          <a:xfrm>
            <a:off x="2286000" y="44958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p>
        </p:txBody>
      </p:sp>
      <p:sp>
        <p:nvSpPr>
          <p:cNvPr id="211057" name="Text Box 113"/>
          <p:cNvSpPr txBox="1">
            <a:spLocks noChangeArrowheads="1"/>
          </p:cNvSpPr>
          <p:nvPr/>
        </p:nvSpPr>
        <p:spPr bwMode="auto">
          <a:xfrm>
            <a:off x="5410200" y="33528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p>
        </p:txBody>
      </p:sp>
      <p:grpSp>
        <p:nvGrpSpPr>
          <p:cNvPr id="211058" name="Group 114"/>
          <p:cNvGrpSpPr>
            <a:grpSpLocks/>
          </p:cNvGrpSpPr>
          <p:nvPr/>
        </p:nvGrpSpPr>
        <p:grpSpPr bwMode="auto">
          <a:xfrm>
            <a:off x="4038600" y="1600200"/>
            <a:ext cx="3733800" cy="325438"/>
            <a:chOff x="1584" y="1008"/>
            <a:chExt cx="2352" cy="205"/>
          </a:xfrm>
        </p:grpSpPr>
        <p:sp>
          <p:nvSpPr>
            <p:cNvPr id="211059" name="Line 115"/>
            <p:cNvSpPr>
              <a:spLocks noChangeShapeType="1"/>
            </p:cNvSpPr>
            <p:nvPr/>
          </p:nvSpPr>
          <p:spPr bwMode="auto">
            <a:xfrm>
              <a:off x="1584" y="1008"/>
              <a:ext cx="2352" cy="0"/>
            </a:xfrm>
            <a:prstGeom prst="line">
              <a:avLst/>
            </a:prstGeom>
            <a:noFill/>
            <a:ln w="76200" cmpd="tri">
              <a:solidFill>
                <a:schemeClr val="accent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60" name="Rectangle 116"/>
            <p:cNvSpPr>
              <a:spLocks noChangeArrowheads="1"/>
            </p:cNvSpPr>
            <p:nvPr/>
          </p:nvSpPr>
          <p:spPr bwMode="auto">
            <a:xfrm>
              <a:off x="2739" y="1056"/>
              <a:ext cx="861"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1061" name="Rectangle 117"/>
            <p:cNvSpPr>
              <a:spLocks noChangeArrowheads="1"/>
            </p:cNvSpPr>
            <p:nvPr/>
          </p:nvSpPr>
          <p:spPr bwMode="auto">
            <a:xfrm>
              <a:off x="2267" y="1056"/>
              <a:ext cx="472" cy="157"/>
            </a:xfrm>
            <a:prstGeom prst="rect">
              <a:avLst/>
            </a:prstGeom>
            <a:solidFill>
              <a:srgbClr val="0099FF"/>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AH</a:t>
              </a:r>
              <a:r>
                <a:rPr lang="zh-CN" altLang="en-US" sz="1000">
                  <a:solidFill>
                    <a:srgbClr val="FF3300"/>
                  </a:solidFill>
                  <a:effectLst>
                    <a:outerShdw blurRad="38100" dist="38100" dir="2700000" algn="tl">
                      <a:srgbClr val="000000"/>
                    </a:outerShdw>
                  </a:effectLst>
                </a:rPr>
                <a:t>头部</a:t>
              </a:r>
            </a:p>
          </p:txBody>
        </p:sp>
        <p:sp>
          <p:nvSpPr>
            <p:cNvPr id="211062" name="Rectangle 118"/>
            <p:cNvSpPr>
              <a:spLocks noChangeArrowheads="1"/>
            </p:cNvSpPr>
            <p:nvPr/>
          </p:nvSpPr>
          <p:spPr bwMode="auto">
            <a:xfrm>
              <a:off x="1776" y="1056"/>
              <a:ext cx="491"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
        <p:nvSpPr>
          <p:cNvPr id="211063" name="Line 119"/>
          <p:cNvSpPr>
            <a:spLocks noChangeShapeType="1"/>
          </p:cNvSpPr>
          <p:nvPr/>
        </p:nvSpPr>
        <p:spPr bwMode="auto">
          <a:xfrm>
            <a:off x="4343400" y="1676400"/>
            <a:ext cx="2895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64" name="Line 120"/>
          <p:cNvSpPr>
            <a:spLocks noChangeShapeType="1"/>
          </p:cNvSpPr>
          <p:nvPr/>
        </p:nvSpPr>
        <p:spPr bwMode="auto">
          <a:xfrm>
            <a:off x="4343400" y="1925638"/>
            <a:ext cx="2895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65" name="Line 121"/>
          <p:cNvSpPr>
            <a:spLocks noChangeShapeType="1"/>
          </p:cNvSpPr>
          <p:nvPr/>
        </p:nvSpPr>
        <p:spPr bwMode="auto">
          <a:xfrm>
            <a:off x="4343400" y="16764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66" name="Line 122"/>
          <p:cNvSpPr>
            <a:spLocks noChangeShapeType="1"/>
          </p:cNvSpPr>
          <p:nvPr/>
        </p:nvSpPr>
        <p:spPr bwMode="auto">
          <a:xfrm>
            <a:off x="7239000" y="16764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1067" name="Group 123"/>
          <p:cNvGrpSpPr>
            <a:grpSpLocks/>
          </p:cNvGrpSpPr>
          <p:nvPr/>
        </p:nvGrpSpPr>
        <p:grpSpPr bwMode="auto">
          <a:xfrm>
            <a:off x="7010400" y="3657600"/>
            <a:ext cx="2895600" cy="249238"/>
            <a:chOff x="3456" y="2304"/>
            <a:chExt cx="1824" cy="157"/>
          </a:xfrm>
        </p:grpSpPr>
        <p:sp>
          <p:nvSpPr>
            <p:cNvPr id="211068" name="Rectangle 124"/>
            <p:cNvSpPr>
              <a:spLocks noChangeArrowheads="1"/>
            </p:cNvSpPr>
            <p:nvPr/>
          </p:nvSpPr>
          <p:spPr bwMode="auto">
            <a:xfrm>
              <a:off x="4419" y="2304"/>
              <a:ext cx="861"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1069" name="Rectangle 125"/>
            <p:cNvSpPr>
              <a:spLocks noChangeArrowheads="1"/>
            </p:cNvSpPr>
            <p:nvPr/>
          </p:nvSpPr>
          <p:spPr bwMode="auto">
            <a:xfrm>
              <a:off x="3947" y="2304"/>
              <a:ext cx="472" cy="157"/>
            </a:xfrm>
            <a:prstGeom prst="rect">
              <a:avLst/>
            </a:prstGeom>
            <a:solidFill>
              <a:srgbClr val="0099FF"/>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AH</a:t>
              </a:r>
              <a:r>
                <a:rPr lang="zh-CN" altLang="en-US" sz="1000">
                  <a:solidFill>
                    <a:srgbClr val="FF3300"/>
                  </a:solidFill>
                  <a:effectLst>
                    <a:outerShdw blurRad="38100" dist="38100" dir="2700000" algn="tl">
                      <a:srgbClr val="000000"/>
                    </a:outerShdw>
                  </a:effectLst>
                </a:rPr>
                <a:t>头部</a:t>
              </a:r>
            </a:p>
          </p:txBody>
        </p:sp>
        <p:sp>
          <p:nvSpPr>
            <p:cNvPr id="211070" name="Rectangle 126"/>
            <p:cNvSpPr>
              <a:spLocks noChangeArrowheads="1"/>
            </p:cNvSpPr>
            <p:nvPr/>
          </p:nvSpPr>
          <p:spPr bwMode="auto">
            <a:xfrm>
              <a:off x="3456" y="2304"/>
              <a:ext cx="491"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
        <p:nvSpPr>
          <p:cNvPr id="211071" name="Line 127"/>
          <p:cNvSpPr>
            <a:spLocks noChangeShapeType="1"/>
          </p:cNvSpPr>
          <p:nvPr/>
        </p:nvSpPr>
        <p:spPr bwMode="auto">
          <a:xfrm>
            <a:off x="7010400" y="3657600"/>
            <a:ext cx="2895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72" name="Line 128"/>
          <p:cNvSpPr>
            <a:spLocks noChangeShapeType="1"/>
          </p:cNvSpPr>
          <p:nvPr/>
        </p:nvSpPr>
        <p:spPr bwMode="auto">
          <a:xfrm>
            <a:off x="7010400" y="3906838"/>
            <a:ext cx="2895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73" name="Line 129"/>
          <p:cNvSpPr>
            <a:spLocks noChangeShapeType="1"/>
          </p:cNvSpPr>
          <p:nvPr/>
        </p:nvSpPr>
        <p:spPr bwMode="auto">
          <a:xfrm>
            <a:off x="7010400" y="3657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74" name="Line 130"/>
          <p:cNvSpPr>
            <a:spLocks noChangeShapeType="1"/>
          </p:cNvSpPr>
          <p:nvPr/>
        </p:nvSpPr>
        <p:spPr bwMode="auto">
          <a:xfrm>
            <a:off x="9906000" y="3657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75" name="Line 131"/>
          <p:cNvSpPr>
            <a:spLocks noChangeShapeType="1"/>
          </p:cNvSpPr>
          <p:nvPr/>
        </p:nvSpPr>
        <p:spPr bwMode="auto">
          <a:xfrm flipH="1">
            <a:off x="9906000" y="3810000"/>
            <a:ext cx="533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76" name="Line 132"/>
          <p:cNvSpPr>
            <a:spLocks noChangeShapeType="1"/>
          </p:cNvSpPr>
          <p:nvPr/>
        </p:nvSpPr>
        <p:spPr bwMode="auto">
          <a:xfrm flipH="1">
            <a:off x="6324600" y="3810000"/>
            <a:ext cx="6858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211077" name="Object 133"/>
          <p:cNvGraphicFramePr>
            <a:graphicFrameLocks noChangeAspect="1"/>
          </p:cNvGraphicFramePr>
          <p:nvPr/>
        </p:nvGraphicFramePr>
        <p:xfrm>
          <a:off x="5562600" y="3657600"/>
          <a:ext cx="762000" cy="338138"/>
        </p:xfrm>
        <a:graphic>
          <a:graphicData uri="http://schemas.openxmlformats.org/presentationml/2006/ole">
            <mc:AlternateContent xmlns:mc="http://schemas.openxmlformats.org/markup-compatibility/2006">
              <mc:Choice xmlns:v="urn:schemas-microsoft-com:vml" Requires="v">
                <p:oleObj spid="_x0000_s86369" name="文档" r:id="rId7" imgW="886320" imgH="937800" progId="Word.Document.8">
                  <p:embed/>
                </p:oleObj>
              </mc:Choice>
              <mc:Fallback>
                <p:oleObj name="文档" r:id="rId7" imgW="886320" imgH="937800" progId="Word.Document.8">
                  <p:embed/>
                  <p:pic>
                    <p:nvPicPr>
                      <p:cNvPr id="211077" name="Object 1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36576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1078" name="Line 134"/>
          <p:cNvSpPr>
            <a:spLocks noChangeShapeType="1"/>
          </p:cNvSpPr>
          <p:nvPr/>
        </p:nvSpPr>
        <p:spPr bwMode="auto">
          <a:xfrm>
            <a:off x="5867400" y="4038600"/>
            <a:ext cx="0" cy="914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79" name="Line 135"/>
          <p:cNvSpPr>
            <a:spLocks noChangeShapeType="1"/>
          </p:cNvSpPr>
          <p:nvPr/>
        </p:nvSpPr>
        <p:spPr bwMode="auto">
          <a:xfrm>
            <a:off x="5943600" y="4953000"/>
            <a:ext cx="13716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1080" name="Group 136"/>
          <p:cNvGrpSpPr>
            <a:grpSpLocks/>
          </p:cNvGrpSpPr>
          <p:nvPr/>
        </p:nvGrpSpPr>
        <p:grpSpPr bwMode="auto">
          <a:xfrm>
            <a:off x="7315200" y="4800600"/>
            <a:ext cx="1843088" cy="249238"/>
            <a:chOff x="3648" y="3024"/>
            <a:chExt cx="1161" cy="157"/>
          </a:xfrm>
        </p:grpSpPr>
        <p:sp>
          <p:nvSpPr>
            <p:cNvPr id="211081" name="Rectangle 137"/>
            <p:cNvSpPr>
              <a:spLocks noChangeArrowheads="1"/>
            </p:cNvSpPr>
            <p:nvPr/>
          </p:nvSpPr>
          <p:spPr bwMode="auto">
            <a:xfrm>
              <a:off x="4041" y="3024"/>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1082" name="Rectangle 138"/>
            <p:cNvSpPr>
              <a:spLocks noChangeArrowheads="1"/>
            </p:cNvSpPr>
            <p:nvPr/>
          </p:nvSpPr>
          <p:spPr bwMode="auto">
            <a:xfrm>
              <a:off x="3648" y="3024"/>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
        <p:nvSpPr>
          <p:cNvPr id="211083" name="Line 139"/>
          <p:cNvSpPr>
            <a:spLocks noChangeShapeType="1"/>
          </p:cNvSpPr>
          <p:nvPr/>
        </p:nvSpPr>
        <p:spPr bwMode="auto">
          <a:xfrm>
            <a:off x="7315200" y="4800600"/>
            <a:ext cx="18430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84" name="Line 140"/>
          <p:cNvSpPr>
            <a:spLocks noChangeShapeType="1"/>
          </p:cNvSpPr>
          <p:nvPr/>
        </p:nvSpPr>
        <p:spPr bwMode="auto">
          <a:xfrm>
            <a:off x="7315200" y="5049838"/>
            <a:ext cx="18430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85" name="Line 141"/>
          <p:cNvSpPr>
            <a:spLocks noChangeShapeType="1"/>
          </p:cNvSpPr>
          <p:nvPr/>
        </p:nvSpPr>
        <p:spPr bwMode="auto">
          <a:xfrm>
            <a:off x="7315200" y="4800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86" name="Line 142"/>
          <p:cNvSpPr>
            <a:spLocks noChangeShapeType="1"/>
          </p:cNvSpPr>
          <p:nvPr/>
        </p:nvSpPr>
        <p:spPr bwMode="auto">
          <a:xfrm>
            <a:off x="9158288" y="4800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087" name="Text Box 143"/>
          <p:cNvSpPr txBox="1">
            <a:spLocks noChangeArrowheads="1"/>
          </p:cNvSpPr>
          <p:nvPr/>
        </p:nvSpPr>
        <p:spPr bwMode="auto">
          <a:xfrm>
            <a:off x="2205037" y="3646842"/>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sp>
        <p:nvSpPr>
          <p:cNvPr id="211088" name="Text Box 144"/>
          <p:cNvSpPr txBox="1">
            <a:spLocks noChangeArrowheads="1"/>
          </p:cNvSpPr>
          <p:nvPr/>
        </p:nvSpPr>
        <p:spPr bwMode="auto">
          <a:xfrm>
            <a:off x="5901532" y="42672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sp>
        <p:nvSpPr>
          <p:cNvPr id="211089" name="Line 145"/>
          <p:cNvSpPr>
            <a:spLocks noChangeShapeType="1"/>
          </p:cNvSpPr>
          <p:nvPr/>
        </p:nvSpPr>
        <p:spPr bwMode="auto">
          <a:xfrm>
            <a:off x="7162800" y="3810000"/>
            <a:ext cx="2895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cmpd="tri">
                <a:solidFill>
                  <a:srgbClr val="DC94F6"/>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1090" name="Group 146"/>
          <p:cNvGrpSpPr>
            <a:grpSpLocks/>
          </p:cNvGrpSpPr>
          <p:nvPr/>
        </p:nvGrpSpPr>
        <p:grpSpPr bwMode="auto">
          <a:xfrm>
            <a:off x="2895600" y="2895600"/>
            <a:ext cx="2895600" cy="249238"/>
            <a:chOff x="3456" y="2304"/>
            <a:chExt cx="1824" cy="157"/>
          </a:xfrm>
        </p:grpSpPr>
        <p:sp>
          <p:nvSpPr>
            <p:cNvPr id="211091" name="Rectangle 147"/>
            <p:cNvSpPr>
              <a:spLocks noChangeArrowheads="1"/>
            </p:cNvSpPr>
            <p:nvPr/>
          </p:nvSpPr>
          <p:spPr bwMode="auto">
            <a:xfrm>
              <a:off x="4419" y="2304"/>
              <a:ext cx="861"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1092" name="Rectangle 148"/>
            <p:cNvSpPr>
              <a:spLocks noChangeArrowheads="1"/>
            </p:cNvSpPr>
            <p:nvPr/>
          </p:nvSpPr>
          <p:spPr bwMode="auto">
            <a:xfrm>
              <a:off x="3947" y="2304"/>
              <a:ext cx="472" cy="157"/>
            </a:xfrm>
            <a:prstGeom prst="rect">
              <a:avLst/>
            </a:prstGeom>
            <a:solidFill>
              <a:srgbClr val="0099FF"/>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AH</a:t>
              </a:r>
              <a:r>
                <a:rPr lang="zh-CN" altLang="en-US" sz="1000">
                  <a:solidFill>
                    <a:srgbClr val="FF3300"/>
                  </a:solidFill>
                  <a:effectLst>
                    <a:outerShdw blurRad="38100" dist="38100" dir="2700000" algn="tl">
                      <a:srgbClr val="000000"/>
                    </a:outerShdw>
                  </a:effectLst>
                </a:rPr>
                <a:t>头部</a:t>
              </a:r>
            </a:p>
          </p:txBody>
        </p:sp>
        <p:sp>
          <p:nvSpPr>
            <p:cNvPr id="211093" name="Rectangle 149"/>
            <p:cNvSpPr>
              <a:spLocks noChangeArrowheads="1"/>
            </p:cNvSpPr>
            <p:nvPr/>
          </p:nvSpPr>
          <p:spPr bwMode="auto">
            <a:xfrm>
              <a:off x="3456" y="2304"/>
              <a:ext cx="491"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Tree>
    <p:extLst>
      <p:ext uri="{BB962C8B-B14F-4D97-AF65-F5344CB8AC3E}">
        <p14:creationId xmlns:p14="http://schemas.microsoft.com/office/powerpoint/2010/main" val="2140040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1041"/>
                                        </p:tgtEl>
                                        <p:attrNameLst>
                                          <p:attrName>style.visibility</p:attrName>
                                        </p:attrNameLst>
                                      </p:cBhvr>
                                      <p:to>
                                        <p:strVal val="visible"/>
                                      </p:to>
                                    </p:set>
                                    <p:animEffect transition="in" filter="wipe(left)">
                                      <p:cBhvr>
                                        <p:cTn id="7" dur="500"/>
                                        <p:tgtEl>
                                          <p:spTgt spid="211041"/>
                                        </p:tgtEl>
                                      </p:cBhvr>
                                    </p:animEffect>
                                  </p:childTnLst>
                                </p:cTn>
                              </p:par>
                            </p:childTnLst>
                          </p:cTn>
                        </p:par>
                        <p:par>
                          <p:cTn id="8" fill="hold" nodeType="afterGroup">
                            <p:stCondLst>
                              <p:cond delay="500"/>
                            </p:stCondLst>
                            <p:childTnLst>
                              <p:par>
                                <p:cTn id="9" presetID="12" presetClass="entr" presetSubtype="8" fill="hold" nodeType="afterEffect">
                                  <p:stCondLst>
                                    <p:cond delay="0"/>
                                  </p:stCondLst>
                                  <p:childTnLst>
                                    <p:set>
                                      <p:cBhvr>
                                        <p:cTn id="10" dur="1" fill="hold">
                                          <p:stCondLst>
                                            <p:cond delay="0"/>
                                          </p:stCondLst>
                                        </p:cTn>
                                        <p:tgtEl>
                                          <p:spTgt spid="211033"/>
                                        </p:tgtEl>
                                        <p:attrNameLst>
                                          <p:attrName>style.visibility</p:attrName>
                                        </p:attrNameLst>
                                      </p:cBhvr>
                                      <p:to>
                                        <p:strVal val="visible"/>
                                      </p:to>
                                    </p:set>
                                    <p:animEffect transition="in" filter="slide(fromLeft)">
                                      <p:cBhvr>
                                        <p:cTn id="11" dur="500"/>
                                        <p:tgtEl>
                                          <p:spTgt spid="21103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1042"/>
                                        </p:tgtEl>
                                        <p:attrNameLst>
                                          <p:attrName>style.visibility</p:attrName>
                                        </p:attrNameLst>
                                      </p:cBhvr>
                                      <p:to>
                                        <p:strVal val="visible"/>
                                      </p:to>
                                    </p:set>
                                    <p:animEffect transition="in" filter="wipe(left)">
                                      <p:cBhvr>
                                        <p:cTn id="15" dur="500"/>
                                        <p:tgtEl>
                                          <p:spTgt spid="211042"/>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1043"/>
                                        </p:tgtEl>
                                        <p:attrNameLst>
                                          <p:attrName>style.visibility</p:attrName>
                                        </p:attrNameLst>
                                      </p:cBhvr>
                                      <p:to>
                                        <p:strVal val="visible"/>
                                      </p:to>
                                    </p:set>
                                    <p:animEffect transition="in" filter="wipe(down)">
                                      <p:cBhvr>
                                        <p:cTn id="19" dur="500"/>
                                        <p:tgtEl>
                                          <p:spTgt spid="211043"/>
                                        </p:tgtEl>
                                      </p:cBhvr>
                                    </p:animEffect>
                                  </p:childTnLst>
                                </p:cTn>
                              </p:par>
                            </p:childTnLst>
                          </p:cTn>
                        </p:par>
                        <p:par>
                          <p:cTn id="20" fill="hold" nodeType="afterGroup">
                            <p:stCondLst>
                              <p:cond delay="2000"/>
                            </p:stCondLst>
                            <p:childTnLst>
                              <p:par>
                                <p:cTn id="21" presetID="22" presetClass="entr" presetSubtype="2" fill="hold" nodeType="afterEffect">
                                  <p:stCondLst>
                                    <p:cond delay="0"/>
                                  </p:stCondLst>
                                  <p:childTnLst>
                                    <p:set>
                                      <p:cBhvr>
                                        <p:cTn id="22" dur="1" fill="hold">
                                          <p:stCondLst>
                                            <p:cond delay="0"/>
                                          </p:stCondLst>
                                        </p:cTn>
                                        <p:tgtEl>
                                          <p:spTgt spid="211044"/>
                                        </p:tgtEl>
                                        <p:attrNameLst>
                                          <p:attrName>style.visibility</p:attrName>
                                        </p:attrNameLst>
                                      </p:cBhvr>
                                      <p:to>
                                        <p:strVal val="visible"/>
                                      </p:to>
                                    </p:set>
                                    <p:animEffect transition="in" filter="wipe(right)">
                                      <p:cBhvr>
                                        <p:cTn id="23" dur="500"/>
                                        <p:tgtEl>
                                          <p:spTgt spid="211044"/>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p:cTn id="26" dur="1" fill="hold">
                                          <p:stCondLst>
                                            <p:cond delay="0"/>
                                          </p:stCondLst>
                                        </p:cTn>
                                        <p:tgtEl>
                                          <p:spTgt spid="211045"/>
                                        </p:tgtEl>
                                        <p:attrNameLst>
                                          <p:attrName>style.visibility</p:attrName>
                                        </p:attrNameLst>
                                      </p:cBhvr>
                                      <p:to>
                                        <p:strVal val="visible"/>
                                      </p:to>
                                    </p:set>
                                    <p:animEffect transition="in" filter="wipe(down)">
                                      <p:cBhvr>
                                        <p:cTn id="27" dur="500"/>
                                        <p:tgtEl>
                                          <p:spTgt spid="2110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9" presetClass="entr" presetSubtype="10" fill="hold" grpId="0" nodeType="clickEffect">
                                  <p:stCondLst>
                                    <p:cond delay="0"/>
                                  </p:stCondLst>
                                  <p:childTnLst>
                                    <p:set>
                                      <p:cBhvr>
                                        <p:cTn id="31" dur="1" fill="hold">
                                          <p:stCondLst>
                                            <p:cond delay="0"/>
                                          </p:stCondLst>
                                        </p:cTn>
                                        <p:tgtEl>
                                          <p:spTgt spid="211087"/>
                                        </p:tgtEl>
                                        <p:attrNameLst>
                                          <p:attrName>style.visibility</p:attrName>
                                        </p:attrNameLst>
                                      </p:cBhvr>
                                      <p:to>
                                        <p:strVal val="visible"/>
                                      </p:to>
                                    </p:set>
                                    <p:anim calcmode="lin" valueType="num">
                                      <p:cBhvr>
                                        <p:cTn id="32" dur="5000" fill="hold"/>
                                        <p:tgtEl>
                                          <p:spTgt spid="211087"/>
                                        </p:tgtEl>
                                        <p:attrNameLst>
                                          <p:attrName>ppt_w</p:attrName>
                                        </p:attrNameLst>
                                      </p:cBhvr>
                                      <p:tavLst>
                                        <p:tav tm="0" fmla="#ppt_w*sin(2.5*pi*$)">
                                          <p:val>
                                            <p:fltVal val="0"/>
                                          </p:val>
                                        </p:tav>
                                        <p:tav tm="100000">
                                          <p:val>
                                            <p:fltVal val="1"/>
                                          </p:val>
                                        </p:tav>
                                      </p:tavLst>
                                    </p:anim>
                                    <p:anim calcmode="lin" valueType="num">
                                      <p:cBhvr>
                                        <p:cTn id="33" dur="5000" fill="hold"/>
                                        <p:tgtEl>
                                          <p:spTgt spid="211087"/>
                                        </p:tgtEl>
                                        <p:attrNameLst>
                                          <p:attrName>ppt_h</p:attrName>
                                        </p:attrNameLst>
                                      </p:cBhvr>
                                      <p:tavLst>
                                        <p:tav tm="0">
                                          <p:val>
                                            <p:strVal val="#ppt_h"/>
                                          </p:val>
                                        </p:tav>
                                        <p:tav tm="100000">
                                          <p:val>
                                            <p:strVal val="#ppt_h"/>
                                          </p:val>
                                        </p:tav>
                                      </p:tavLst>
                                    </p:anim>
                                  </p:childTnLst>
                                </p:cTn>
                              </p:par>
                            </p:childTnLst>
                          </p:cTn>
                        </p:par>
                        <p:par>
                          <p:cTn id="34" fill="hold" nodeType="afterGroup">
                            <p:stCondLst>
                              <p:cond delay="5000"/>
                            </p:stCondLst>
                            <p:childTnLst>
                              <p:par>
                                <p:cTn id="35" presetID="22" presetClass="entr" presetSubtype="4" fill="hold" nodeType="afterEffect">
                                  <p:stCondLst>
                                    <p:cond delay="0"/>
                                  </p:stCondLst>
                                  <p:childTnLst>
                                    <p:set>
                                      <p:cBhvr>
                                        <p:cTn id="36" dur="1" fill="hold">
                                          <p:stCondLst>
                                            <p:cond delay="0"/>
                                          </p:stCondLst>
                                        </p:cTn>
                                        <p:tgtEl>
                                          <p:spTgt spid="211055"/>
                                        </p:tgtEl>
                                        <p:attrNameLst>
                                          <p:attrName>style.visibility</p:attrName>
                                        </p:attrNameLst>
                                      </p:cBhvr>
                                      <p:to>
                                        <p:strVal val="visible"/>
                                      </p:to>
                                    </p:set>
                                    <p:animEffect transition="in" filter="wipe(down)">
                                      <p:cBhvr>
                                        <p:cTn id="37" dur="500"/>
                                        <p:tgtEl>
                                          <p:spTgt spid="211055"/>
                                        </p:tgtEl>
                                      </p:cBhvr>
                                    </p:animEffect>
                                  </p:childTnLst>
                                </p:cTn>
                              </p:par>
                            </p:childTnLst>
                          </p:cTn>
                        </p:par>
                        <p:par>
                          <p:cTn id="38" fill="hold" nodeType="afterGroup">
                            <p:stCondLst>
                              <p:cond delay="5500"/>
                            </p:stCondLst>
                            <p:childTnLst>
                              <p:par>
                                <p:cTn id="39" presetID="22" presetClass="entr" presetSubtype="8" fill="hold" nodeType="afterEffect">
                                  <p:stCondLst>
                                    <p:cond delay="0"/>
                                  </p:stCondLst>
                                  <p:childTnLst>
                                    <p:set>
                                      <p:cBhvr>
                                        <p:cTn id="40" dur="1" fill="hold">
                                          <p:stCondLst>
                                            <p:cond delay="0"/>
                                          </p:stCondLst>
                                        </p:cTn>
                                        <p:tgtEl>
                                          <p:spTgt spid="211046"/>
                                        </p:tgtEl>
                                        <p:attrNameLst>
                                          <p:attrName>style.visibility</p:attrName>
                                        </p:attrNameLst>
                                      </p:cBhvr>
                                      <p:to>
                                        <p:strVal val="visible"/>
                                      </p:to>
                                    </p:set>
                                    <p:animEffect transition="in" filter="wipe(left)">
                                      <p:cBhvr>
                                        <p:cTn id="41" dur="500"/>
                                        <p:tgtEl>
                                          <p:spTgt spid="211046"/>
                                        </p:tgtEl>
                                      </p:cBhvr>
                                    </p:animEffect>
                                  </p:childTnLst>
                                </p:cTn>
                              </p:par>
                            </p:childTnLst>
                          </p:cTn>
                        </p:par>
                        <p:par>
                          <p:cTn id="42" fill="hold" nodeType="afterGroup">
                            <p:stCondLst>
                              <p:cond delay="6000"/>
                            </p:stCondLst>
                            <p:childTnLst>
                              <p:par>
                                <p:cTn id="43" presetID="12" presetClass="entr" presetSubtype="8" fill="hold" nodeType="afterEffect">
                                  <p:stCondLst>
                                    <p:cond delay="0"/>
                                  </p:stCondLst>
                                  <p:childTnLst>
                                    <p:set>
                                      <p:cBhvr>
                                        <p:cTn id="44" dur="1" fill="hold">
                                          <p:stCondLst>
                                            <p:cond delay="0"/>
                                          </p:stCondLst>
                                        </p:cTn>
                                        <p:tgtEl>
                                          <p:spTgt spid="211090"/>
                                        </p:tgtEl>
                                        <p:attrNameLst>
                                          <p:attrName>style.visibility</p:attrName>
                                        </p:attrNameLst>
                                      </p:cBhvr>
                                      <p:to>
                                        <p:strVal val="visible"/>
                                      </p:to>
                                    </p:set>
                                    <p:animEffect transition="in" filter="slide(fromLeft)">
                                      <p:cBhvr>
                                        <p:cTn id="45" dur="500"/>
                                        <p:tgtEl>
                                          <p:spTgt spid="211090"/>
                                        </p:tgtEl>
                                      </p:cBhvr>
                                    </p:animEffect>
                                  </p:childTnLst>
                                </p:cTn>
                              </p:par>
                            </p:childTnLst>
                          </p:cTn>
                        </p:par>
                        <p:par>
                          <p:cTn id="46" fill="hold" nodeType="afterGroup">
                            <p:stCondLst>
                              <p:cond delay="6500"/>
                            </p:stCondLst>
                            <p:childTnLst>
                              <p:par>
                                <p:cTn id="47" presetID="22" presetClass="entr" presetSubtype="8" fill="hold" nodeType="afterEffect">
                                  <p:stCondLst>
                                    <p:cond delay="0"/>
                                  </p:stCondLst>
                                  <p:childTnLst>
                                    <p:set>
                                      <p:cBhvr>
                                        <p:cTn id="48" dur="1" fill="hold">
                                          <p:stCondLst>
                                            <p:cond delay="0"/>
                                          </p:stCondLst>
                                        </p:cTn>
                                        <p:tgtEl>
                                          <p:spTgt spid="211047"/>
                                        </p:tgtEl>
                                        <p:attrNameLst>
                                          <p:attrName>style.visibility</p:attrName>
                                        </p:attrNameLst>
                                      </p:cBhvr>
                                      <p:to>
                                        <p:strVal val="visible"/>
                                      </p:to>
                                    </p:set>
                                    <p:animEffect transition="in" filter="wipe(left)">
                                      <p:cBhvr>
                                        <p:cTn id="49" dur="500"/>
                                        <p:tgtEl>
                                          <p:spTgt spid="211047"/>
                                        </p:tgtEl>
                                      </p:cBhvr>
                                    </p:animEffect>
                                  </p:childTnLst>
                                </p:cTn>
                              </p:par>
                            </p:childTnLst>
                          </p:cTn>
                        </p:par>
                        <p:par>
                          <p:cTn id="50" fill="hold" nodeType="afterGroup">
                            <p:stCondLst>
                              <p:cond delay="7000"/>
                            </p:stCondLst>
                            <p:childTnLst>
                              <p:par>
                                <p:cTn id="51" presetID="22" presetClass="entr" presetSubtype="4" fill="hold" nodeType="afterEffect">
                                  <p:stCondLst>
                                    <p:cond delay="0"/>
                                  </p:stCondLst>
                                  <p:childTnLst>
                                    <p:set>
                                      <p:cBhvr>
                                        <p:cTn id="52" dur="1" fill="hold">
                                          <p:stCondLst>
                                            <p:cond delay="0"/>
                                          </p:stCondLst>
                                        </p:cTn>
                                        <p:tgtEl>
                                          <p:spTgt spid="211051"/>
                                        </p:tgtEl>
                                        <p:attrNameLst>
                                          <p:attrName>style.visibility</p:attrName>
                                        </p:attrNameLst>
                                      </p:cBhvr>
                                      <p:to>
                                        <p:strVal val="visible"/>
                                      </p:to>
                                    </p:set>
                                    <p:animEffect transition="in" filter="wipe(down)">
                                      <p:cBhvr>
                                        <p:cTn id="53" dur="500"/>
                                        <p:tgtEl>
                                          <p:spTgt spid="211051"/>
                                        </p:tgtEl>
                                      </p:cBhvr>
                                    </p:animEffect>
                                  </p:childTnLst>
                                </p:cTn>
                              </p:par>
                            </p:childTnLst>
                          </p:cTn>
                        </p:par>
                        <p:par>
                          <p:cTn id="54" fill="hold" nodeType="afterGroup">
                            <p:stCondLst>
                              <p:cond delay="7500"/>
                            </p:stCondLst>
                            <p:childTnLst>
                              <p:par>
                                <p:cTn id="55" presetID="22" presetClass="entr" presetSubtype="4" fill="hold" nodeType="afterEffect">
                                  <p:stCondLst>
                                    <p:cond delay="0"/>
                                  </p:stCondLst>
                                  <p:childTnLst>
                                    <p:set>
                                      <p:cBhvr>
                                        <p:cTn id="56" dur="1" fill="hold">
                                          <p:stCondLst>
                                            <p:cond delay="0"/>
                                          </p:stCondLst>
                                        </p:cTn>
                                        <p:tgtEl>
                                          <p:spTgt spid="211048"/>
                                        </p:tgtEl>
                                        <p:attrNameLst>
                                          <p:attrName>style.visibility</p:attrName>
                                        </p:attrNameLst>
                                      </p:cBhvr>
                                      <p:to>
                                        <p:strVal val="visible"/>
                                      </p:to>
                                    </p:set>
                                    <p:animEffect transition="in" filter="wipe(down)">
                                      <p:cBhvr>
                                        <p:cTn id="57" dur="500"/>
                                        <p:tgtEl>
                                          <p:spTgt spid="211048"/>
                                        </p:tgtEl>
                                      </p:cBhvr>
                                    </p:animEffect>
                                  </p:childTnLst>
                                </p:cTn>
                              </p:par>
                            </p:childTnLst>
                          </p:cTn>
                        </p:par>
                        <p:par>
                          <p:cTn id="58" fill="hold" nodeType="afterGroup">
                            <p:stCondLst>
                              <p:cond delay="8000"/>
                            </p:stCondLst>
                            <p:childTnLst>
                              <p:par>
                                <p:cTn id="59" presetID="22" presetClass="entr" presetSubtype="8" fill="hold" nodeType="afterEffect">
                                  <p:stCondLst>
                                    <p:cond delay="0"/>
                                  </p:stCondLst>
                                  <p:childTnLst>
                                    <p:set>
                                      <p:cBhvr>
                                        <p:cTn id="60" dur="1" fill="hold">
                                          <p:stCondLst>
                                            <p:cond delay="0"/>
                                          </p:stCondLst>
                                        </p:cTn>
                                        <p:tgtEl>
                                          <p:spTgt spid="211049"/>
                                        </p:tgtEl>
                                        <p:attrNameLst>
                                          <p:attrName>style.visibility</p:attrName>
                                        </p:attrNameLst>
                                      </p:cBhvr>
                                      <p:to>
                                        <p:strVal val="visible"/>
                                      </p:to>
                                    </p:set>
                                    <p:animEffect transition="in" filter="wipe(left)">
                                      <p:cBhvr>
                                        <p:cTn id="61" dur="500"/>
                                        <p:tgtEl>
                                          <p:spTgt spid="211049"/>
                                        </p:tgtEl>
                                      </p:cBhvr>
                                    </p:animEffect>
                                  </p:childTnLst>
                                </p:cTn>
                              </p:par>
                            </p:childTnLst>
                          </p:cTn>
                        </p:par>
                        <p:par>
                          <p:cTn id="62" fill="hold" nodeType="afterGroup">
                            <p:stCondLst>
                              <p:cond delay="8500"/>
                            </p:stCondLst>
                            <p:childTnLst>
                              <p:par>
                                <p:cTn id="63" presetID="12" presetClass="entr" presetSubtype="8" fill="hold" nodeType="afterEffect">
                                  <p:stCondLst>
                                    <p:cond delay="0"/>
                                  </p:stCondLst>
                                  <p:childTnLst>
                                    <p:set>
                                      <p:cBhvr>
                                        <p:cTn id="64" dur="1" fill="hold">
                                          <p:stCondLst>
                                            <p:cond delay="0"/>
                                          </p:stCondLst>
                                        </p:cTn>
                                        <p:tgtEl>
                                          <p:spTgt spid="211058"/>
                                        </p:tgtEl>
                                        <p:attrNameLst>
                                          <p:attrName>style.visibility</p:attrName>
                                        </p:attrNameLst>
                                      </p:cBhvr>
                                      <p:to>
                                        <p:strVal val="visible"/>
                                      </p:to>
                                    </p:set>
                                    <p:animEffect transition="in" filter="slide(fromLeft)">
                                      <p:cBhvr>
                                        <p:cTn id="65" dur="500"/>
                                        <p:tgtEl>
                                          <p:spTgt spid="211058"/>
                                        </p:tgtEl>
                                      </p:cBhvr>
                                    </p:animEffect>
                                  </p:childTnLst>
                                </p:cTn>
                              </p:par>
                            </p:childTnLst>
                          </p:cTn>
                        </p:par>
                        <p:par>
                          <p:cTn id="66" fill="hold" nodeType="afterGroup">
                            <p:stCondLst>
                              <p:cond delay="9000"/>
                            </p:stCondLst>
                            <p:childTnLst>
                              <p:par>
                                <p:cTn id="67" presetID="22" presetClass="entr" presetSubtype="8" fill="hold" nodeType="afterEffect">
                                  <p:stCondLst>
                                    <p:cond delay="0"/>
                                  </p:stCondLst>
                                  <p:childTnLst>
                                    <p:set>
                                      <p:cBhvr>
                                        <p:cTn id="68" dur="1" fill="hold">
                                          <p:stCondLst>
                                            <p:cond delay="0"/>
                                          </p:stCondLst>
                                        </p:cTn>
                                        <p:tgtEl>
                                          <p:spTgt spid="211050"/>
                                        </p:tgtEl>
                                        <p:attrNameLst>
                                          <p:attrName>style.visibility</p:attrName>
                                        </p:attrNameLst>
                                      </p:cBhvr>
                                      <p:to>
                                        <p:strVal val="visible"/>
                                      </p:to>
                                    </p:set>
                                    <p:animEffect transition="in" filter="wipe(left)">
                                      <p:cBhvr>
                                        <p:cTn id="69" dur="500"/>
                                        <p:tgtEl>
                                          <p:spTgt spid="211050"/>
                                        </p:tgtEl>
                                      </p:cBhvr>
                                    </p:animEffect>
                                  </p:childTnLst>
                                </p:cTn>
                              </p:par>
                            </p:childTnLst>
                          </p:cTn>
                        </p:par>
                        <p:par>
                          <p:cTn id="70" fill="hold" nodeType="afterGroup">
                            <p:stCondLst>
                              <p:cond delay="9500"/>
                            </p:stCondLst>
                            <p:childTnLst>
                              <p:par>
                                <p:cTn id="71" presetID="22" presetClass="entr" presetSubtype="1" fill="hold" nodeType="afterEffect">
                                  <p:stCondLst>
                                    <p:cond delay="0"/>
                                  </p:stCondLst>
                                  <p:childTnLst>
                                    <p:set>
                                      <p:cBhvr>
                                        <p:cTn id="72" dur="1" fill="hold">
                                          <p:stCondLst>
                                            <p:cond delay="0"/>
                                          </p:stCondLst>
                                        </p:cTn>
                                        <p:tgtEl>
                                          <p:spTgt spid="211052"/>
                                        </p:tgtEl>
                                        <p:attrNameLst>
                                          <p:attrName>style.visibility</p:attrName>
                                        </p:attrNameLst>
                                      </p:cBhvr>
                                      <p:to>
                                        <p:strVal val="visible"/>
                                      </p:to>
                                    </p:set>
                                    <p:animEffect transition="in" filter="wipe(up)">
                                      <p:cBhvr>
                                        <p:cTn id="73" dur="500"/>
                                        <p:tgtEl>
                                          <p:spTgt spid="211052"/>
                                        </p:tgtEl>
                                      </p:cBhvr>
                                    </p:animEffect>
                                  </p:childTnLst>
                                </p:cTn>
                              </p:par>
                            </p:childTnLst>
                          </p:cTn>
                        </p:par>
                        <p:par>
                          <p:cTn id="74" fill="hold" nodeType="afterGroup">
                            <p:stCondLst>
                              <p:cond delay="10000"/>
                            </p:stCondLst>
                            <p:childTnLst>
                              <p:par>
                                <p:cTn id="75" presetID="22" presetClass="entr" presetSubtype="2" fill="hold" nodeType="afterEffect">
                                  <p:stCondLst>
                                    <p:cond delay="0"/>
                                  </p:stCondLst>
                                  <p:childTnLst>
                                    <p:set>
                                      <p:cBhvr>
                                        <p:cTn id="76" dur="1" fill="hold">
                                          <p:stCondLst>
                                            <p:cond delay="0"/>
                                          </p:stCondLst>
                                        </p:cTn>
                                        <p:tgtEl>
                                          <p:spTgt spid="211075"/>
                                        </p:tgtEl>
                                        <p:attrNameLst>
                                          <p:attrName>style.visibility</p:attrName>
                                        </p:attrNameLst>
                                      </p:cBhvr>
                                      <p:to>
                                        <p:strVal val="visible"/>
                                      </p:to>
                                    </p:set>
                                    <p:animEffect transition="in" filter="wipe(right)">
                                      <p:cBhvr>
                                        <p:cTn id="77" dur="500"/>
                                        <p:tgtEl>
                                          <p:spTgt spid="211075"/>
                                        </p:tgtEl>
                                      </p:cBhvr>
                                    </p:animEffect>
                                  </p:childTnLst>
                                </p:cTn>
                              </p:par>
                            </p:childTnLst>
                          </p:cTn>
                        </p:par>
                        <p:par>
                          <p:cTn id="78" fill="hold" nodeType="afterGroup">
                            <p:stCondLst>
                              <p:cond delay="10500"/>
                            </p:stCondLst>
                            <p:childTnLst>
                              <p:par>
                                <p:cTn id="79" presetID="12" presetClass="entr" presetSubtype="2" fill="hold" nodeType="afterEffect">
                                  <p:stCondLst>
                                    <p:cond delay="0"/>
                                  </p:stCondLst>
                                  <p:childTnLst>
                                    <p:set>
                                      <p:cBhvr>
                                        <p:cTn id="80" dur="1" fill="hold">
                                          <p:stCondLst>
                                            <p:cond delay="0"/>
                                          </p:stCondLst>
                                        </p:cTn>
                                        <p:tgtEl>
                                          <p:spTgt spid="211067"/>
                                        </p:tgtEl>
                                        <p:attrNameLst>
                                          <p:attrName>style.visibility</p:attrName>
                                        </p:attrNameLst>
                                      </p:cBhvr>
                                      <p:to>
                                        <p:strVal val="visible"/>
                                      </p:to>
                                    </p:set>
                                    <p:animEffect transition="in" filter="slide(fromRight)">
                                      <p:cBhvr>
                                        <p:cTn id="81" dur="500"/>
                                        <p:tgtEl>
                                          <p:spTgt spid="211067"/>
                                        </p:tgtEl>
                                      </p:cBhvr>
                                    </p:animEffect>
                                  </p:childTnLst>
                                </p:cTn>
                              </p:par>
                            </p:childTnLst>
                          </p:cTn>
                        </p:par>
                        <p:par>
                          <p:cTn id="82" fill="hold" nodeType="afterGroup">
                            <p:stCondLst>
                              <p:cond delay="11000"/>
                            </p:stCondLst>
                            <p:childTnLst>
                              <p:par>
                                <p:cTn id="83" presetID="22" presetClass="entr" presetSubtype="2" fill="hold" nodeType="afterEffect">
                                  <p:stCondLst>
                                    <p:cond delay="0"/>
                                  </p:stCondLst>
                                  <p:childTnLst>
                                    <p:set>
                                      <p:cBhvr>
                                        <p:cTn id="84" dur="1" fill="hold">
                                          <p:stCondLst>
                                            <p:cond delay="0"/>
                                          </p:stCondLst>
                                        </p:cTn>
                                        <p:tgtEl>
                                          <p:spTgt spid="211076"/>
                                        </p:tgtEl>
                                        <p:attrNameLst>
                                          <p:attrName>style.visibility</p:attrName>
                                        </p:attrNameLst>
                                      </p:cBhvr>
                                      <p:to>
                                        <p:strVal val="visible"/>
                                      </p:to>
                                    </p:set>
                                    <p:animEffect transition="in" filter="wipe(right)">
                                      <p:cBhvr>
                                        <p:cTn id="85" dur="500"/>
                                        <p:tgtEl>
                                          <p:spTgt spid="211076"/>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9" presetClass="entr" presetSubtype="10" fill="hold" grpId="0" nodeType="clickEffect">
                                  <p:stCondLst>
                                    <p:cond delay="0"/>
                                  </p:stCondLst>
                                  <p:childTnLst>
                                    <p:set>
                                      <p:cBhvr>
                                        <p:cTn id="89" dur="1" fill="hold">
                                          <p:stCondLst>
                                            <p:cond delay="0"/>
                                          </p:stCondLst>
                                        </p:cTn>
                                        <p:tgtEl>
                                          <p:spTgt spid="211088"/>
                                        </p:tgtEl>
                                        <p:attrNameLst>
                                          <p:attrName>style.visibility</p:attrName>
                                        </p:attrNameLst>
                                      </p:cBhvr>
                                      <p:to>
                                        <p:strVal val="visible"/>
                                      </p:to>
                                    </p:set>
                                    <p:anim calcmode="lin" valueType="num">
                                      <p:cBhvr>
                                        <p:cTn id="90" dur="5000" fill="hold"/>
                                        <p:tgtEl>
                                          <p:spTgt spid="211088"/>
                                        </p:tgtEl>
                                        <p:attrNameLst>
                                          <p:attrName>ppt_w</p:attrName>
                                        </p:attrNameLst>
                                      </p:cBhvr>
                                      <p:tavLst>
                                        <p:tav tm="0" fmla="#ppt_w*sin(2.5*pi*$)">
                                          <p:val>
                                            <p:fltVal val="0"/>
                                          </p:val>
                                        </p:tav>
                                        <p:tav tm="100000">
                                          <p:val>
                                            <p:fltVal val="1"/>
                                          </p:val>
                                        </p:tav>
                                      </p:tavLst>
                                    </p:anim>
                                    <p:anim calcmode="lin" valueType="num">
                                      <p:cBhvr>
                                        <p:cTn id="91" dur="5000" fill="hold"/>
                                        <p:tgtEl>
                                          <p:spTgt spid="211088"/>
                                        </p:tgtEl>
                                        <p:attrNameLst>
                                          <p:attrName>ppt_h</p:attrName>
                                        </p:attrNameLst>
                                      </p:cBhvr>
                                      <p:tavLst>
                                        <p:tav tm="0">
                                          <p:val>
                                            <p:strVal val="#ppt_h"/>
                                          </p:val>
                                        </p:tav>
                                        <p:tav tm="100000">
                                          <p:val>
                                            <p:strVal val="#ppt_h"/>
                                          </p:val>
                                        </p:tav>
                                      </p:tavLst>
                                    </p:anim>
                                  </p:childTnLst>
                                </p:cTn>
                              </p:par>
                            </p:childTnLst>
                          </p:cTn>
                        </p:par>
                        <p:par>
                          <p:cTn id="92" fill="hold" nodeType="afterGroup">
                            <p:stCondLst>
                              <p:cond delay="5000"/>
                            </p:stCondLst>
                            <p:childTnLst>
                              <p:par>
                                <p:cTn id="93" presetID="22" presetClass="entr" presetSubtype="1" fill="hold" nodeType="afterEffect">
                                  <p:stCondLst>
                                    <p:cond delay="0"/>
                                  </p:stCondLst>
                                  <p:childTnLst>
                                    <p:set>
                                      <p:cBhvr>
                                        <p:cTn id="94" dur="1" fill="hold">
                                          <p:stCondLst>
                                            <p:cond delay="0"/>
                                          </p:stCondLst>
                                        </p:cTn>
                                        <p:tgtEl>
                                          <p:spTgt spid="211078"/>
                                        </p:tgtEl>
                                        <p:attrNameLst>
                                          <p:attrName>style.visibility</p:attrName>
                                        </p:attrNameLst>
                                      </p:cBhvr>
                                      <p:to>
                                        <p:strVal val="visible"/>
                                      </p:to>
                                    </p:set>
                                    <p:animEffect transition="in" filter="wipe(up)">
                                      <p:cBhvr>
                                        <p:cTn id="95" dur="500"/>
                                        <p:tgtEl>
                                          <p:spTgt spid="211078"/>
                                        </p:tgtEl>
                                      </p:cBhvr>
                                    </p:animEffect>
                                  </p:childTnLst>
                                </p:cTn>
                              </p:par>
                            </p:childTnLst>
                          </p:cTn>
                        </p:par>
                        <p:par>
                          <p:cTn id="96" fill="hold" nodeType="afterGroup">
                            <p:stCondLst>
                              <p:cond delay="5500"/>
                            </p:stCondLst>
                            <p:childTnLst>
                              <p:par>
                                <p:cTn id="97" presetID="22" presetClass="entr" presetSubtype="8" fill="hold" nodeType="afterEffect">
                                  <p:stCondLst>
                                    <p:cond delay="0"/>
                                  </p:stCondLst>
                                  <p:childTnLst>
                                    <p:set>
                                      <p:cBhvr>
                                        <p:cTn id="98" dur="1" fill="hold">
                                          <p:stCondLst>
                                            <p:cond delay="0"/>
                                          </p:stCondLst>
                                        </p:cTn>
                                        <p:tgtEl>
                                          <p:spTgt spid="211079"/>
                                        </p:tgtEl>
                                        <p:attrNameLst>
                                          <p:attrName>style.visibility</p:attrName>
                                        </p:attrNameLst>
                                      </p:cBhvr>
                                      <p:to>
                                        <p:strVal val="visible"/>
                                      </p:to>
                                    </p:set>
                                    <p:animEffect transition="in" filter="wipe(left)">
                                      <p:cBhvr>
                                        <p:cTn id="99" dur="500"/>
                                        <p:tgtEl>
                                          <p:spTgt spid="211079"/>
                                        </p:tgtEl>
                                      </p:cBhvr>
                                    </p:animEffect>
                                  </p:childTnLst>
                                </p:cTn>
                              </p:par>
                            </p:childTnLst>
                          </p:cTn>
                        </p:par>
                        <p:par>
                          <p:cTn id="100" fill="hold" nodeType="afterGroup">
                            <p:stCondLst>
                              <p:cond delay="6000"/>
                            </p:stCondLst>
                            <p:childTnLst>
                              <p:par>
                                <p:cTn id="101" presetID="12" presetClass="entr" presetSubtype="8" fill="hold" nodeType="afterEffect">
                                  <p:stCondLst>
                                    <p:cond delay="0"/>
                                  </p:stCondLst>
                                  <p:childTnLst>
                                    <p:set>
                                      <p:cBhvr>
                                        <p:cTn id="102" dur="1" fill="hold">
                                          <p:stCondLst>
                                            <p:cond delay="0"/>
                                          </p:stCondLst>
                                        </p:cTn>
                                        <p:tgtEl>
                                          <p:spTgt spid="211080"/>
                                        </p:tgtEl>
                                        <p:attrNameLst>
                                          <p:attrName>style.visibility</p:attrName>
                                        </p:attrNameLst>
                                      </p:cBhvr>
                                      <p:to>
                                        <p:strVal val="visible"/>
                                      </p:to>
                                    </p:set>
                                    <p:animEffect transition="in" filter="slide(fromLeft)">
                                      <p:cBhvr>
                                        <p:cTn id="103" dur="500"/>
                                        <p:tgtEl>
                                          <p:spTgt spid="211080"/>
                                        </p:tgtEl>
                                      </p:cBhvr>
                                    </p:animEffect>
                                  </p:childTnLst>
                                </p:cTn>
                              </p:par>
                            </p:childTnLst>
                          </p:cTn>
                        </p:par>
                        <p:par>
                          <p:cTn id="104" fill="hold" nodeType="afterGroup">
                            <p:stCondLst>
                              <p:cond delay="6500"/>
                            </p:stCondLst>
                            <p:childTnLst>
                              <p:par>
                                <p:cTn id="105" presetID="22" presetClass="entr" presetSubtype="8" fill="hold" nodeType="afterEffect">
                                  <p:stCondLst>
                                    <p:cond delay="0"/>
                                  </p:stCondLst>
                                  <p:childTnLst>
                                    <p:set>
                                      <p:cBhvr>
                                        <p:cTn id="106" dur="1" fill="hold">
                                          <p:stCondLst>
                                            <p:cond delay="0"/>
                                          </p:stCondLst>
                                        </p:cTn>
                                        <p:tgtEl>
                                          <p:spTgt spid="211053"/>
                                        </p:tgtEl>
                                        <p:attrNameLst>
                                          <p:attrName>style.visibility</p:attrName>
                                        </p:attrNameLst>
                                      </p:cBhvr>
                                      <p:to>
                                        <p:strVal val="visible"/>
                                      </p:to>
                                    </p:set>
                                    <p:animEffect transition="in" filter="wipe(left)">
                                      <p:cBhvr>
                                        <p:cTn id="107" dur="500"/>
                                        <p:tgtEl>
                                          <p:spTgt spid="211053"/>
                                        </p:tgtEl>
                                      </p:cBhvr>
                                    </p:animEffect>
                                  </p:childTnLst>
                                </p:cTn>
                              </p:par>
                            </p:childTnLst>
                          </p:cTn>
                        </p:par>
                        <p:par>
                          <p:cTn id="108" fill="hold" nodeType="afterGroup">
                            <p:stCondLst>
                              <p:cond delay="7000"/>
                            </p:stCondLst>
                            <p:childTnLst>
                              <p:par>
                                <p:cTn id="109" presetID="22" presetClass="entr" presetSubtype="1" fill="hold" nodeType="afterEffect">
                                  <p:stCondLst>
                                    <p:cond delay="0"/>
                                  </p:stCondLst>
                                  <p:childTnLst>
                                    <p:set>
                                      <p:cBhvr>
                                        <p:cTn id="110" dur="1" fill="hold">
                                          <p:stCondLst>
                                            <p:cond delay="0"/>
                                          </p:stCondLst>
                                        </p:cTn>
                                        <p:tgtEl>
                                          <p:spTgt spid="211054"/>
                                        </p:tgtEl>
                                        <p:attrNameLst>
                                          <p:attrName>style.visibility</p:attrName>
                                        </p:attrNameLst>
                                      </p:cBhvr>
                                      <p:to>
                                        <p:strVal val="visible"/>
                                      </p:to>
                                    </p:set>
                                    <p:animEffect transition="in" filter="wipe(up)">
                                      <p:cBhvr>
                                        <p:cTn id="111" dur="500"/>
                                        <p:tgtEl>
                                          <p:spTgt spid="211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087" grpId="0" autoUpdateAnimBg="0"/>
      <p:bldP spid="211088"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a:spLocks noChangeArrowheads="1"/>
          </p:cNvSpPr>
          <p:nvPr/>
        </p:nvSpPr>
        <p:spPr bwMode="auto">
          <a:xfrm>
            <a:off x="37288" y="101068"/>
            <a:ext cx="6130047"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hangingPunct="0">
              <a:spcBef>
                <a:spcPct val="50000"/>
              </a:spcBef>
              <a:buFont typeface="Wingdings" panose="05000000000000000000" pitchFamily="2" charset="2"/>
              <a:buNone/>
            </a:pPr>
            <a:r>
              <a:rPr lang="zh-CN" altLang="en-US" sz="3200" b="1" dirty="0">
                <a:solidFill>
                  <a:schemeClr val="bg1"/>
                </a:solidFill>
                <a:latin typeface="微软雅黑" panose="020B0503020204020204" pitchFamily="34" charset="-122"/>
                <a:ea typeface="微软雅黑" panose="020B0503020204020204" pitchFamily="34" charset="-122"/>
              </a:rPr>
              <a:t>隧道模式下的</a:t>
            </a:r>
            <a:r>
              <a:rPr lang="en-US" altLang="zh-CN" sz="3200" b="1" dirty="0">
                <a:solidFill>
                  <a:schemeClr val="bg1"/>
                </a:solidFill>
                <a:latin typeface="微软雅黑" panose="020B0503020204020204" pitchFamily="34" charset="-122"/>
                <a:ea typeface="微软雅黑" panose="020B0503020204020204" pitchFamily="34" charset="-122"/>
              </a:rPr>
              <a:t>AH</a:t>
            </a:r>
            <a:r>
              <a:rPr lang="zh-CN" altLang="en-US" sz="3200" b="1">
                <a:solidFill>
                  <a:schemeClr val="bg1"/>
                </a:solidFill>
                <a:latin typeface="微软雅黑" panose="020B0503020204020204" pitchFamily="34" charset="-122"/>
                <a:ea typeface="微软雅黑" panose="020B0503020204020204" pitchFamily="34" charset="-122"/>
              </a:rPr>
              <a:t>认证</a:t>
            </a:r>
            <a:r>
              <a:rPr lang="zh-CN" altLang="en-US" sz="3200" b="1" smtClean="0">
                <a:solidFill>
                  <a:schemeClr val="bg1"/>
                </a:solidFill>
                <a:latin typeface="微软雅黑" panose="020B0503020204020204" pitchFamily="34" charset="-122"/>
                <a:ea typeface="微软雅黑" panose="020B0503020204020204" pitchFamily="34" charset="-122"/>
              </a:rPr>
              <a:t>工作原理</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1197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7150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1972"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6388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1973" name="Group 5"/>
          <p:cNvGrpSpPr>
            <a:grpSpLocks/>
          </p:cNvGrpSpPr>
          <p:nvPr/>
        </p:nvGrpSpPr>
        <p:grpSpPr bwMode="auto">
          <a:xfrm>
            <a:off x="4495801" y="762000"/>
            <a:ext cx="4335463" cy="1447800"/>
            <a:chOff x="1680" y="1152"/>
            <a:chExt cx="2731" cy="912"/>
          </a:xfrm>
        </p:grpSpPr>
        <p:pic>
          <p:nvPicPr>
            <p:cNvPr id="211974"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152"/>
              <a:ext cx="2731"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11975" name="Text Box 7"/>
            <p:cNvSpPr txBox="1">
              <a:spLocks noChangeArrowheads="1"/>
            </p:cNvSpPr>
            <p:nvPr/>
          </p:nvSpPr>
          <p:spPr bwMode="auto">
            <a:xfrm>
              <a:off x="2496" y="1440"/>
              <a:ext cx="124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2800" b="1">
                  <a:latin typeface="Times New Roman" panose="02020603050405020304" pitchFamily="18" charset="0"/>
                </a:rPr>
                <a:t>Internet</a:t>
              </a:r>
            </a:p>
          </p:txBody>
        </p:sp>
      </p:grpSp>
      <p:graphicFrame>
        <p:nvGraphicFramePr>
          <p:cNvPr id="211976" name="Object 8"/>
          <p:cNvGraphicFramePr>
            <a:graphicFrameLocks noChangeAspect="1"/>
          </p:cNvGraphicFramePr>
          <p:nvPr/>
        </p:nvGraphicFramePr>
        <p:xfrm>
          <a:off x="1676400" y="4419600"/>
          <a:ext cx="762000" cy="338138"/>
        </p:xfrm>
        <a:graphic>
          <a:graphicData uri="http://schemas.openxmlformats.org/presentationml/2006/ole">
            <mc:AlternateContent xmlns:mc="http://schemas.openxmlformats.org/markup-compatibility/2006">
              <mc:Choice xmlns:v="urn:schemas-microsoft-com:vml" Requires="v">
                <p:oleObj spid="_x0000_s87390" name="文档" r:id="rId5" imgW="886320" imgH="937800" progId="Word.Document.8">
                  <p:embed/>
                </p:oleObj>
              </mc:Choice>
              <mc:Fallback>
                <p:oleObj name="文档" r:id="rId5" imgW="886320" imgH="937800" progId="Word.Document.8">
                  <p:embed/>
                  <p:pic>
                    <p:nvPicPr>
                      <p:cNvPr id="21197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4196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11977" name="Group 9"/>
          <p:cNvGrpSpPr>
            <a:grpSpLocks/>
          </p:cNvGrpSpPr>
          <p:nvPr/>
        </p:nvGrpSpPr>
        <p:grpSpPr bwMode="auto">
          <a:xfrm>
            <a:off x="3429000" y="5867400"/>
            <a:ext cx="1843088" cy="249238"/>
            <a:chOff x="1200" y="3696"/>
            <a:chExt cx="1161" cy="157"/>
          </a:xfrm>
        </p:grpSpPr>
        <p:sp>
          <p:nvSpPr>
            <p:cNvPr id="211978" name="Rectangle 10"/>
            <p:cNvSpPr>
              <a:spLocks noChangeArrowheads="1"/>
            </p:cNvSpPr>
            <p:nvPr/>
          </p:nvSpPr>
          <p:spPr bwMode="auto">
            <a:xfrm>
              <a:off x="1593" y="3696"/>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1979" name="Rectangle 11"/>
            <p:cNvSpPr>
              <a:spLocks noChangeArrowheads="1"/>
            </p:cNvSpPr>
            <p:nvPr/>
          </p:nvSpPr>
          <p:spPr bwMode="auto">
            <a:xfrm>
              <a:off x="1200" y="3696"/>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 </a:t>
              </a:r>
              <a:r>
                <a:rPr lang="zh-CN" altLang="en-US" sz="1000"/>
                <a:t>头</a:t>
              </a:r>
            </a:p>
          </p:txBody>
        </p:sp>
      </p:grpSp>
      <p:sp>
        <p:nvSpPr>
          <p:cNvPr id="211980" name="Text Box 12"/>
          <p:cNvSpPr txBox="1">
            <a:spLocks noChangeArrowheads="1"/>
          </p:cNvSpPr>
          <p:nvPr/>
        </p:nvSpPr>
        <p:spPr bwMode="auto">
          <a:xfrm>
            <a:off x="1752600" y="62484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hlink"/>
                </a:solidFill>
                <a:latin typeface="Times New Roman" panose="02020603050405020304" pitchFamily="18" charset="0"/>
              </a:rPr>
              <a:t>Host A</a:t>
            </a:r>
          </a:p>
        </p:txBody>
      </p:sp>
      <p:sp>
        <p:nvSpPr>
          <p:cNvPr id="211981" name="Text Box 13"/>
          <p:cNvSpPr txBox="1">
            <a:spLocks noChangeArrowheads="1"/>
          </p:cNvSpPr>
          <p:nvPr/>
        </p:nvSpPr>
        <p:spPr bwMode="auto">
          <a:xfrm>
            <a:off x="9144000" y="6248400"/>
            <a:ext cx="1143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accent2"/>
                </a:solidFill>
                <a:latin typeface="Times New Roman" panose="02020603050405020304" pitchFamily="18" charset="0"/>
              </a:rPr>
              <a:t>Host B</a:t>
            </a:r>
          </a:p>
        </p:txBody>
      </p:sp>
      <p:sp>
        <p:nvSpPr>
          <p:cNvPr id="211982" name="Line 14"/>
          <p:cNvSpPr>
            <a:spLocks noChangeShapeType="1"/>
          </p:cNvSpPr>
          <p:nvPr/>
        </p:nvSpPr>
        <p:spPr bwMode="auto">
          <a:xfrm>
            <a:off x="2514600" y="6019800"/>
            <a:ext cx="914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3" name="Line 15"/>
          <p:cNvSpPr>
            <a:spLocks noChangeShapeType="1"/>
          </p:cNvSpPr>
          <p:nvPr/>
        </p:nvSpPr>
        <p:spPr bwMode="auto">
          <a:xfrm flipV="1">
            <a:off x="5334000" y="6019800"/>
            <a:ext cx="533400" cy="793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4" name="Line 16"/>
          <p:cNvSpPr>
            <a:spLocks noChangeShapeType="1"/>
          </p:cNvSpPr>
          <p:nvPr/>
        </p:nvSpPr>
        <p:spPr bwMode="auto">
          <a:xfrm flipH="1" flipV="1">
            <a:off x="5181600" y="5257800"/>
            <a:ext cx="685800" cy="6858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5" name="Line 17"/>
          <p:cNvSpPr>
            <a:spLocks noChangeShapeType="1"/>
          </p:cNvSpPr>
          <p:nvPr/>
        </p:nvSpPr>
        <p:spPr bwMode="auto">
          <a:xfrm flipH="1">
            <a:off x="2286000" y="5257800"/>
            <a:ext cx="2819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6" name="Line 18"/>
          <p:cNvSpPr>
            <a:spLocks noChangeShapeType="1"/>
          </p:cNvSpPr>
          <p:nvPr/>
        </p:nvSpPr>
        <p:spPr bwMode="auto">
          <a:xfrm flipV="1">
            <a:off x="2209800" y="4724400"/>
            <a:ext cx="0" cy="533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7" name="Line 19"/>
          <p:cNvSpPr>
            <a:spLocks noChangeShapeType="1"/>
          </p:cNvSpPr>
          <p:nvPr/>
        </p:nvSpPr>
        <p:spPr bwMode="auto">
          <a:xfrm flipV="1">
            <a:off x="8763000" y="1600200"/>
            <a:ext cx="1676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8" name="Line 20"/>
          <p:cNvSpPr>
            <a:spLocks noChangeShapeType="1"/>
          </p:cNvSpPr>
          <p:nvPr/>
        </p:nvSpPr>
        <p:spPr bwMode="auto">
          <a:xfrm>
            <a:off x="10439400" y="1676400"/>
            <a:ext cx="0" cy="2438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89" name="Line 21"/>
          <p:cNvSpPr>
            <a:spLocks noChangeShapeType="1"/>
          </p:cNvSpPr>
          <p:nvPr/>
        </p:nvSpPr>
        <p:spPr bwMode="auto">
          <a:xfrm flipH="1">
            <a:off x="9144000" y="5181600"/>
            <a:ext cx="838200" cy="0"/>
          </a:xfrm>
          <a:prstGeom prst="line">
            <a:avLst/>
          </a:prstGeom>
          <a:noFill/>
          <a:ln w="38100">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90" name="Line 22"/>
          <p:cNvSpPr>
            <a:spLocks noChangeShapeType="1"/>
          </p:cNvSpPr>
          <p:nvPr/>
        </p:nvSpPr>
        <p:spPr bwMode="auto">
          <a:xfrm>
            <a:off x="9982200" y="5181600"/>
            <a:ext cx="0" cy="4572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91" name="Line 23"/>
          <p:cNvSpPr>
            <a:spLocks noChangeShapeType="1"/>
          </p:cNvSpPr>
          <p:nvPr/>
        </p:nvSpPr>
        <p:spPr bwMode="auto">
          <a:xfrm flipV="1">
            <a:off x="1905000" y="3886200"/>
            <a:ext cx="0" cy="533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92" name="Text Box 24"/>
          <p:cNvSpPr txBox="1">
            <a:spLocks noChangeArrowheads="1"/>
          </p:cNvSpPr>
          <p:nvPr/>
        </p:nvSpPr>
        <p:spPr bwMode="auto">
          <a:xfrm>
            <a:off x="2286000" y="47244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r>
              <a:rPr lang="en-US" altLang="zh-CN" sz="1400">
                <a:latin typeface="Times New Roman" panose="02020603050405020304" pitchFamily="18" charset="0"/>
              </a:rPr>
              <a:t>1</a:t>
            </a:r>
          </a:p>
        </p:txBody>
      </p:sp>
      <p:sp>
        <p:nvSpPr>
          <p:cNvPr id="211993" name="Text Box 25"/>
          <p:cNvSpPr txBox="1">
            <a:spLocks noChangeArrowheads="1"/>
          </p:cNvSpPr>
          <p:nvPr/>
        </p:nvSpPr>
        <p:spPr bwMode="auto">
          <a:xfrm>
            <a:off x="5486400" y="37338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r>
              <a:rPr lang="en-US" altLang="zh-CN" sz="1400">
                <a:latin typeface="Times New Roman" panose="02020603050405020304" pitchFamily="18" charset="0"/>
              </a:rPr>
              <a:t>2</a:t>
            </a:r>
          </a:p>
        </p:txBody>
      </p:sp>
      <p:sp>
        <p:nvSpPr>
          <p:cNvPr id="211994" name="Line 26"/>
          <p:cNvSpPr>
            <a:spLocks noChangeShapeType="1"/>
          </p:cNvSpPr>
          <p:nvPr/>
        </p:nvSpPr>
        <p:spPr bwMode="auto">
          <a:xfrm flipH="1">
            <a:off x="9601200" y="4114800"/>
            <a:ext cx="8382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95" name="Line 27"/>
          <p:cNvSpPr>
            <a:spLocks noChangeShapeType="1"/>
          </p:cNvSpPr>
          <p:nvPr/>
        </p:nvSpPr>
        <p:spPr bwMode="auto">
          <a:xfrm flipH="1">
            <a:off x="6324600" y="4114800"/>
            <a:ext cx="6858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211996" name="Object 28"/>
          <p:cNvGraphicFramePr>
            <a:graphicFrameLocks noChangeAspect="1"/>
          </p:cNvGraphicFramePr>
          <p:nvPr/>
        </p:nvGraphicFramePr>
        <p:xfrm>
          <a:off x="5562600" y="3962400"/>
          <a:ext cx="762000" cy="338138"/>
        </p:xfrm>
        <a:graphic>
          <a:graphicData uri="http://schemas.openxmlformats.org/presentationml/2006/ole">
            <mc:AlternateContent xmlns:mc="http://schemas.openxmlformats.org/markup-compatibility/2006">
              <mc:Choice xmlns:v="urn:schemas-microsoft-com:vml" Requires="v">
                <p:oleObj spid="_x0000_s87391" name="文档" r:id="rId7" imgW="886320" imgH="937800" progId="Word.Document.8">
                  <p:embed/>
                </p:oleObj>
              </mc:Choice>
              <mc:Fallback>
                <p:oleObj name="文档" r:id="rId7" imgW="886320" imgH="937800" progId="Word.Document.8">
                  <p:embed/>
                  <p:pic>
                    <p:nvPicPr>
                      <p:cNvPr id="211996"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39624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1997" name="Line 29"/>
          <p:cNvSpPr>
            <a:spLocks noChangeShapeType="1"/>
          </p:cNvSpPr>
          <p:nvPr/>
        </p:nvSpPr>
        <p:spPr bwMode="auto">
          <a:xfrm>
            <a:off x="5867400" y="4343400"/>
            <a:ext cx="0" cy="914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1998" name="Line 30"/>
          <p:cNvSpPr>
            <a:spLocks noChangeShapeType="1"/>
          </p:cNvSpPr>
          <p:nvPr/>
        </p:nvSpPr>
        <p:spPr bwMode="auto">
          <a:xfrm>
            <a:off x="5943600" y="5257800"/>
            <a:ext cx="13716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1999" name="Group 31"/>
          <p:cNvGrpSpPr>
            <a:grpSpLocks/>
          </p:cNvGrpSpPr>
          <p:nvPr/>
        </p:nvGrpSpPr>
        <p:grpSpPr bwMode="auto">
          <a:xfrm>
            <a:off x="7315200" y="5105400"/>
            <a:ext cx="1843088" cy="249238"/>
            <a:chOff x="3648" y="3024"/>
            <a:chExt cx="1161" cy="157"/>
          </a:xfrm>
        </p:grpSpPr>
        <p:sp>
          <p:nvSpPr>
            <p:cNvPr id="212000" name="Rectangle 32"/>
            <p:cNvSpPr>
              <a:spLocks noChangeArrowheads="1"/>
            </p:cNvSpPr>
            <p:nvPr/>
          </p:nvSpPr>
          <p:spPr bwMode="auto">
            <a:xfrm>
              <a:off x="4041" y="3024"/>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2001" name="Rectangle 33"/>
            <p:cNvSpPr>
              <a:spLocks noChangeArrowheads="1"/>
            </p:cNvSpPr>
            <p:nvPr/>
          </p:nvSpPr>
          <p:spPr bwMode="auto">
            <a:xfrm>
              <a:off x="3648" y="3024"/>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 </a:t>
              </a:r>
              <a:r>
                <a:rPr lang="zh-CN" altLang="en-US" sz="1000"/>
                <a:t>头</a:t>
              </a:r>
            </a:p>
          </p:txBody>
        </p:sp>
      </p:grpSp>
      <p:sp>
        <p:nvSpPr>
          <p:cNvPr id="212002" name="Text Box 34"/>
          <p:cNvSpPr txBox="1">
            <a:spLocks noChangeArrowheads="1"/>
          </p:cNvSpPr>
          <p:nvPr/>
        </p:nvSpPr>
        <p:spPr bwMode="auto">
          <a:xfrm>
            <a:off x="1905000" y="41148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sp>
        <p:nvSpPr>
          <p:cNvPr id="212003" name="Text Box 35"/>
          <p:cNvSpPr txBox="1">
            <a:spLocks noChangeArrowheads="1"/>
          </p:cNvSpPr>
          <p:nvPr/>
        </p:nvSpPr>
        <p:spPr bwMode="auto">
          <a:xfrm>
            <a:off x="5715000" y="45720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grpSp>
        <p:nvGrpSpPr>
          <p:cNvPr id="212004" name="Group 36"/>
          <p:cNvGrpSpPr>
            <a:grpSpLocks/>
          </p:cNvGrpSpPr>
          <p:nvPr/>
        </p:nvGrpSpPr>
        <p:grpSpPr bwMode="auto">
          <a:xfrm>
            <a:off x="7010400" y="3962400"/>
            <a:ext cx="2603500" cy="249238"/>
            <a:chOff x="3648" y="1584"/>
            <a:chExt cx="1640" cy="157"/>
          </a:xfrm>
        </p:grpSpPr>
        <p:sp>
          <p:nvSpPr>
            <p:cNvPr id="212005" name="Rectangle 37"/>
            <p:cNvSpPr>
              <a:spLocks noChangeArrowheads="1"/>
            </p:cNvSpPr>
            <p:nvPr/>
          </p:nvSpPr>
          <p:spPr bwMode="auto">
            <a:xfrm>
              <a:off x="4688" y="1584"/>
              <a:ext cx="600"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2006" name="Rectangle 38"/>
            <p:cNvSpPr>
              <a:spLocks noChangeArrowheads="1"/>
            </p:cNvSpPr>
            <p:nvPr/>
          </p:nvSpPr>
          <p:spPr bwMode="auto">
            <a:xfrm>
              <a:off x="4391" y="1584"/>
              <a:ext cx="297" cy="157"/>
            </a:xfrm>
            <a:prstGeom prst="rect">
              <a:avLst/>
            </a:prstGeom>
            <a:solidFill>
              <a:srgbClr val="FF99CC"/>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a:t>
              </a:r>
            </a:p>
          </p:txBody>
        </p:sp>
        <p:sp>
          <p:nvSpPr>
            <p:cNvPr id="212007" name="Rectangle 39"/>
            <p:cNvSpPr>
              <a:spLocks noChangeArrowheads="1"/>
            </p:cNvSpPr>
            <p:nvPr/>
          </p:nvSpPr>
          <p:spPr bwMode="auto">
            <a:xfrm>
              <a:off x="4041" y="1584"/>
              <a:ext cx="350"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AH</a:t>
              </a:r>
              <a:r>
                <a:rPr lang="zh-CN" altLang="en-US" sz="1000">
                  <a:solidFill>
                    <a:srgbClr val="FF3300"/>
                  </a:solidFill>
                  <a:effectLst>
                    <a:outerShdw blurRad="38100" dist="38100" dir="2700000" algn="tl">
                      <a:srgbClr val="000000"/>
                    </a:outerShdw>
                  </a:effectLst>
                </a:rPr>
                <a:t>头</a:t>
              </a:r>
            </a:p>
          </p:txBody>
        </p:sp>
        <p:sp>
          <p:nvSpPr>
            <p:cNvPr id="212008" name="Rectangle 40"/>
            <p:cNvSpPr>
              <a:spLocks noChangeArrowheads="1"/>
            </p:cNvSpPr>
            <p:nvPr/>
          </p:nvSpPr>
          <p:spPr bwMode="auto">
            <a:xfrm>
              <a:off x="3648" y="1584"/>
              <a:ext cx="393"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chemeClr val="bg1"/>
                  </a:solidFill>
                  <a:effectLst/>
                </a:rPr>
                <a:t>新</a:t>
              </a:r>
              <a:r>
                <a:rPr lang="en-US" altLang="zh-CN" sz="1000">
                  <a:solidFill>
                    <a:schemeClr val="bg1"/>
                  </a:solidFill>
                  <a:effectLst/>
                </a:rPr>
                <a:t>IP</a:t>
              </a:r>
              <a:r>
                <a:rPr lang="zh-CN" altLang="en-US" sz="1000">
                  <a:solidFill>
                    <a:schemeClr val="bg1"/>
                  </a:solidFill>
                  <a:effectLst/>
                </a:rPr>
                <a:t>头</a:t>
              </a:r>
            </a:p>
          </p:txBody>
        </p:sp>
      </p:grpSp>
      <p:sp>
        <p:nvSpPr>
          <p:cNvPr id="212009" name="Line 41"/>
          <p:cNvSpPr>
            <a:spLocks noChangeShapeType="1"/>
          </p:cNvSpPr>
          <p:nvPr/>
        </p:nvSpPr>
        <p:spPr bwMode="auto">
          <a:xfrm>
            <a:off x="7315200" y="2514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2010" name="Line 42"/>
          <p:cNvSpPr>
            <a:spLocks noChangeShapeType="1"/>
          </p:cNvSpPr>
          <p:nvPr/>
        </p:nvSpPr>
        <p:spPr bwMode="auto">
          <a:xfrm>
            <a:off x="9918700" y="2514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2011" name="Group 43"/>
          <p:cNvGrpSpPr>
            <a:grpSpLocks/>
          </p:cNvGrpSpPr>
          <p:nvPr/>
        </p:nvGrpSpPr>
        <p:grpSpPr bwMode="auto">
          <a:xfrm>
            <a:off x="1981200" y="1600200"/>
            <a:ext cx="2603500" cy="2133600"/>
            <a:chOff x="-96" y="1008"/>
            <a:chExt cx="1640" cy="1344"/>
          </a:xfrm>
        </p:grpSpPr>
        <p:sp>
          <p:nvSpPr>
            <p:cNvPr id="212012" name="Line 44"/>
            <p:cNvSpPr>
              <a:spLocks noChangeShapeType="1"/>
            </p:cNvSpPr>
            <p:nvPr/>
          </p:nvSpPr>
          <p:spPr bwMode="auto">
            <a:xfrm flipV="1">
              <a:off x="192" y="1008"/>
              <a:ext cx="1344" cy="1344"/>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2013" name="Group 45"/>
            <p:cNvGrpSpPr>
              <a:grpSpLocks/>
            </p:cNvGrpSpPr>
            <p:nvPr/>
          </p:nvGrpSpPr>
          <p:grpSpPr bwMode="auto">
            <a:xfrm rot="18900000">
              <a:off x="-96" y="1584"/>
              <a:ext cx="1640" cy="157"/>
              <a:chOff x="3648" y="1584"/>
              <a:chExt cx="1640" cy="157"/>
            </a:xfrm>
          </p:grpSpPr>
          <p:sp>
            <p:nvSpPr>
              <p:cNvPr id="212014" name="Rectangle 46"/>
              <p:cNvSpPr>
                <a:spLocks noChangeArrowheads="1"/>
              </p:cNvSpPr>
              <p:nvPr/>
            </p:nvSpPr>
            <p:spPr bwMode="auto">
              <a:xfrm>
                <a:off x="4688" y="1584"/>
                <a:ext cx="600"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2015" name="Rectangle 47"/>
              <p:cNvSpPr>
                <a:spLocks noChangeArrowheads="1"/>
              </p:cNvSpPr>
              <p:nvPr/>
            </p:nvSpPr>
            <p:spPr bwMode="auto">
              <a:xfrm>
                <a:off x="4391" y="1584"/>
                <a:ext cx="297" cy="157"/>
              </a:xfrm>
              <a:prstGeom prst="rect">
                <a:avLst/>
              </a:prstGeom>
              <a:solidFill>
                <a:srgbClr val="FF99CC"/>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a:t>
                </a:r>
              </a:p>
            </p:txBody>
          </p:sp>
          <p:sp>
            <p:nvSpPr>
              <p:cNvPr id="212016" name="Rectangle 48"/>
              <p:cNvSpPr>
                <a:spLocks noChangeArrowheads="1"/>
              </p:cNvSpPr>
              <p:nvPr/>
            </p:nvSpPr>
            <p:spPr bwMode="auto">
              <a:xfrm>
                <a:off x="4041" y="1584"/>
                <a:ext cx="350"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AH</a:t>
                </a:r>
                <a:r>
                  <a:rPr lang="zh-CN" altLang="en-US" sz="1000">
                    <a:solidFill>
                      <a:srgbClr val="FF3300"/>
                    </a:solidFill>
                    <a:effectLst>
                      <a:outerShdw blurRad="38100" dist="38100" dir="2700000" algn="tl">
                        <a:srgbClr val="000000"/>
                      </a:outerShdw>
                    </a:effectLst>
                  </a:rPr>
                  <a:t>头</a:t>
                </a:r>
              </a:p>
            </p:txBody>
          </p:sp>
          <p:sp>
            <p:nvSpPr>
              <p:cNvPr id="212017" name="Rectangle 49"/>
              <p:cNvSpPr>
                <a:spLocks noChangeArrowheads="1"/>
              </p:cNvSpPr>
              <p:nvPr/>
            </p:nvSpPr>
            <p:spPr bwMode="auto">
              <a:xfrm>
                <a:off x="3648" y="1584"/>
                <a:ext cx="393"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chemeClr val="bg1"/>
                    </a:solidFill>
                    <a:effectLst/>
                  </a:rPr>
                  <a:t>新</a:t>
                </a:r>
                <a:r>
                  <a:rPr lang="en-US" altLang="zh-CN" sz="1000">
                    <a:solidFill>
                      <a:schemeClr val="bg1"/>
                    </a:solidFill>
                    <a:effectLst/>
                  </a:rPr>
                  <a:t>IP</a:t>
                </a:r>
                <a:r>
                  <a:rPr lang="zh-CN" altLang="en-US" sz="1000">
                    <a:solidFill>
                      <a:schemeClr val="bg1"/>
                    </a:solidFill>
                    <a:effectLst/>
                  </a:rPr>
                  <a:t>头</a:t>
                </a:r>
              </a:p>
            </p:txBody>
          </p:sp>
        </p:grpSp>
      </p:grpSp>
      <p:grpSp>
        <p:nvGrpSpPr>
          <p:cNvPr id="212018" name="Group 50"/>
          <p:cNvGrpSpPr>
            <a:grpSpLocks/>
          </p:cNvGrpSpPr>
          <p:nvPr/>
        </p:nvGrpSpPr>
        <p:grpSpPr bwMode="auto">
          <a:xfrm>
            <a:off x="4800600" y="1600200"/>
            <a:ext cx="3733800" cy="325438"/>
            <a:chOff x="1584" y="1008"/>
            <a:chExt cx="2352" cy="205"/>
          </a:xfrm>
        </p:grpSpPr>
        <p:sp>
          <p:nvSpPr>
            <p:cNvPr id="212019" name="Line 51"/>
            <p:cNvSpPr>
              <a:spLocks noChangeShapeType="1"/>
            </p:cNvSpPr>
            <p:nvPr/>
          </p:nvSpPr>
          <p:spPr bwMode="auto">
            <a:xfrm>
              <a:off x="1584" y="1008"/>
              <a:ext cx="2352" cy="0"/>
            </a:xfrm>
            <a:prstGeom prst="line">
              <a:avLst/>
            </a:prstGeom>
            <a:noFill/>
            <a:ln w="76200" cmpd="tri">
              <a:solidFill>
                <a:schemeClr val="accent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2020" name="Group 52"/>
            <p:cNvGrpSpPr>
              <a:grpSpLocks/>
            </p:cNvGrpSpPr>
            <p:nvPr/>
          </p:nvGrpSpPr>
          <p:grpSpPr bwMode="auto">
            <a:xfrm>
              <a:off x="1968" y="1056"/>
              <a:ext cx="1640" cy="157"/>
              <a:chOff x="3648" y="1584"/>
              <a:chExt cx="1640" cy="157"/>
            </a:xfrm>
          </p:grpSpPr>
          <p:sp>
            <p:nvSpPr>
              <p:cNvPr id="212021" name="Rectangle 53"/>
              <p:cNvSpPr>
                <a:spLocks noChangeArrowheads="1"/>
              </p:cNvSpPr>
              <p:nvPr/>
            </p:nvSpPr>
            <p:spPr bwMode="auto">
              <a:xfrm>
                <a:off x="4688" y="1584"/>
                <a:ext cx="600"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2022" name="Rectangle 54"/>
              <p:cNvSpPr>
                <a:spLocks noChangeArrowheads="1"/>
              </p:cNvSpPr>
              <p:nvPr/>
            </p:nvSpPr>
            <p:spPr bwMode="auto">
              <a:xfrm>
                <a:off x="4391" y="1584"/>
                <a:ext cx="297" cy="157"/>
              </a:xfrm>
              <a:prstGeom prst="rect">
                <a:avLst/>
              </a:prstGeom>
              <a:solidFill>
                <a:srgbClr val="FF99CC"/>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a:t>
                </a:r>
              </a:p>
            </p:txBody>
          </p:sp>
          <p:sp>
            <p:nvSpPr>
              <p:cNvPr id="212023" name="Rectangle 55"/>
              <p:cNvSpPr>
                <a:spLocks noChangeArrowheads="1"/>
              </p:cNvSpPr>
              <p:nvPr/>
            </p:nvSpPr>
            <p:spPr bwMode="auto">
              <a:xfrm>
                <a:off x="4041" y="1584"/>
                <a:ext cx="350"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AH</a:t>
                </a:r>
                <a:r>
                  <a:rPr lang="zh-CN" altLang="en-US" sz="1000">
                    <a:solidFill>
                      <a:srgbClr val="FF3300"/>
                    </a:solidFill>
                    <a:effectLst>
                      <a:outerShdw blurRad="38100" dist="38100" dir="2700000" algn="tl">
                        <a:srgbClr val="000000"/>
                      </a:outerShdw>
                    </a:effectLst>
                  </a:rPr>
                  <a:t>头</a:t>
                </a:r>
              </a:p>
            </p:txBody>
          </p:sp>
          <p:sp>
            <p:nvSpPr>
              <p:cNvPr id="212024" name="Rectangle 56"/>
              <p:cNvSpPr>
                <a:spLocks noChangeArrowheads="1"/>
              </p:cNvSpPr>
              <p:nvPr/>
            </p:nvSpPr>
            <p:spPr bwMode="auto">
              <a:xfrm>
                <a:off x="3648" y="1584"/>
                <a:ext cx="393"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chemeClr val="bg1"/>
                    </a:solidFill>
                    <a:effectLst/>
                  </a:rPr>
                  <a:t>新</a:t>
                </a:r>
                <a:r>
                  <a:rPr lang="en-US" altLang="zh-CN" sz="1000">
                    <a:solidFill>
                      <a:schemeClr val="bg1"/>
                    </a:solidFill>
                    <a:effectLst/>
                  </a:rPr>
                  <a:t>IP</a:t>
                </a:r>
                <a:r>
                  <a:rPr lang="zh-CN" altLang="en-US" sz="1000">
                    <a:solidFill>
                      <a:schemeClr val="bg1"/>
                    </a:solidFill>
                    <a:effectLst/>
                  </a:rPr>
                  <a:t>头</a:t>
                </a:r>
              </a:p>
            </p:txBody>
          </p:sp>
        </p:grpSp>
      </p:grpSp>
      <p:sp>
        <p:nvSpPr>
          <p:cNvPr id="212025" name="Line 57"/>
          <p:cNvSpPr>
            <a:spLocks noChangeShapeType="1"/>
          </p:cNvSpPr>
          <p:nvPr/>
        </p:nvSpPr>
        <p:spPr bwMode="auto">
          <a:xfrm>
            <a:off x="1905000" y="3810000"/>
            <a:ext cx="533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2026" name="Group 58"/>
          <p:cNvGrpSpPr>
            <a:grpSpLocks/>
          </p:cNvGrpSpPr>
          <p:nvPr/>
        </p:nvGrpSpPr>
        <p:grpSpPr bwMode="auto">
          <a:xfrm>
            <a:off x="2743200" y="3048003"/>
            <a:ext cx="2667000" cy="554038"/>
            <a:chOff x="768" y="1920"/>
            <a:chExt cx="1536" cy="349"/>
          </a:xfrm>
        </p:grpSpPr>
        <p:sp>
          <p:nvSpPr>
            <p:cNvPr id="212027" name="Text Box 59"/>
            <p:cNvSpPr txBox="1">
              <a:spLocks noChangeArrowheads="1"/>
            </p:cNvSpPr>
            <p:nvPr/>
          </p:nvSpPr>
          <p:spPr bwMode="auto">
            <a:xfrm>
              <a:off x="1200" y="1920"/>
              <a:ext cx="1104" cy="349"/>
            </a:xfrm>
            <a:prstGeom prst="rect">
              <a:avLst/>
            </a:prstGeom>
            <a:noFill/>
            <a:ln w="76200" cmpd="tri">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Source IP=VPN</a:t>
              </a:r>
              <a:r>
                <a:rPr lang="zh-CN" altLang="en-US" sz="1200">
                  <a:latin typeface="Times New Roman" panose="02020603050405020304" pitchFamily="18" charset="0"/>
                </a:rPr>
                <a:t>网关</a:t>
              </a:r>
              <a:r>
                <a:rPr lang="en-US" altLang="zh-CN" sz="1200">
                  <a:latin typeface="Times New Roman" panose="02020603050405020304" pitchFamily="18" charset="0"/>
                </a:rPr>
                <a:t>1</a:t>
              </a:r>
            </a:p>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Destination IP=VPN</a:t>
              </a:r>
              <a:r>
                <a:rPr lang="zh-CN" altLang="en-US" sz="1200">
                  <a:latin typeface="Times New Roman" panose="02020603050405020304" pitchFamily="18" charset="0"/>
                </a:rPr>
                <a:t>网关</a:t>
              </a:r>
              <a:r>
                <a:rPr lang="en-US" altLang="zh-CN" sz="1200">
                  <a:latin typeface="Times New Roman" panose="02020603050405020304" pitchFamily="18" charset="0"/>
                </a:rPr>
                <a:t>2</a:t>
              </a:r>
            </a:p>
          </p:txBody>
        </p:sp>
        <p:sp>
          <p:nvSpPr>
            <p:cNvPr id="212028" name="Line 60"/>
            <p:cNvSpPr>
              <a:spLocks noChangeShapeType="1"/>
            </p:cNvSpPr>
            <p:nvPr/>
          </p:nvSpPr>
          <p:spPr bwMode="auto">
            <a:xfrm flipH="1">
              <a:off x="768" y="2160"/>
              <a:ext cx="432" cy="0"/>
            </a:xfrm>
            <a:prstGeom prst="line">
              <a:avLst/>
            </a:prstGeom>
            <a:noFill/>
            <a:ln w="76200" cmpd="tri">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212029" name="Group 61"/>
          <p:cNvGrpSpPr>
            <a:grpSpLocks/>
          </p:cNvGrpSpPr>
          <p:nvPr/>
        </p:nvGrpSpPr>
        <p:grpSpPr bwMode="auto">
          <a:xfrm>
            <a:off x="3581400" y="2209803"/>
            <a:ext cx="2438400" cy="554038"/>
            <a:chOff x="768" y="1920"/>
            <a:chExt cx="1536" cy="349"/>
          </a:xfrm>
        </p:grpSpPr>
        <p:sp>
          <p:nvSpPr>
            <p:cNvPr id="212030" name="Text Box 62"/>
            <p:cNvSpPr txBox="1">
              <a:spLocks noChangeArrowheads="1"/>
            </p:cNvSpPr>
            <p:nvPr/>
          </p:nvSpPr>
          <p:spPr bwMode="auto">
            <a:xfrm>
              <a:off x="1200" y="1920"/>
              <a:ext cx="1104" cy="349"/>
            </a:xfrm>
            <a:prstGeom prst="rect">
              <a:avLst/>
            </a:prstGeom>
            <a:noFill/>
            <a:ln w="76200" cmpd="tri">
              <a:solidFill>
                <a:srgbClr val="FF99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Source IP=Host A</a:t>
              </a:r>
            </a:p>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Destination IP=Host B</a:t>
              </a:r>
            </a:p>
          </p:txBody>
        </p:sp>
        <p:sp>
          <p:nvSpPr>
            <p:cNvPr id="212031" name="Line 63"/>
            <p:cNvSpPr>
              <a:spLocks noChangeShapeType="1"/>
            </p:cNvSpPr>
            <p:nvPr/>
          </p:nvSpPr>
          <p:spPr bwMode="auto">
            <a:xfrm flipH="1">
              <a:off x="768" y="2160"/>
              <a:ext cx="432" cy="0"/>
            </a:xfrm>
            <a:prstGeom prst="line">
              <a:avLst/>
            </a:prstGeom>
            <a:noFill/>
            <a:ln w="76200" cmpd="tri">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Tree>
    <p:extLst>
      <p:ext uri="{BB962C8B-B14F-4D97-AF65-F5344CB8AC3E}">
        <p14:creationId xmlns:p14="http://schemas.microsoft.com/office/powerpoint/2010/main" val="26723612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1982"/>
                                        </p:tgtEl>
                                        <p:attrNameLst>
                                          <p:attrName>style.visibility</p:attrName>
                                        </p:attrNameLst>
                                      </p:cBhvr>
                                      <p:to>
                                        <p:strVal val="visible"/>
                                      </p:to>
                                    </p:set>
                                    <p:animEffect transition="in" filter="wipe(left)">
                                      <p:cBhvr>
                                        <p:cTn id="7" dur="500"/>
                                        <p:tgtEl>
                                          <p:spTgt spid="211982"/>
                                        </p:tgtEl>
                                      </p:cBhvr>
                                    </p:animEffect>
                                  </p:childTnLst>
                                </p:cTn>
                              </p:par>
                            </p:childTnLst>
                          </p:cTn>
                        </p:par>
                        <p:par>
                          <p:cTn id="8" fill="hold" nodeType="afterGroup">
                            <p:stCondLst>
                              <p:cond delay="500"/>
                            </p:stCondLst>
                            <p:childTnLst>
                              <p:par>
                                <p:cTn id="9" presetID="12" presetClass="entr" presetSubtype="8" fill="hold" nodeType="afterEffect">
                                  <p:stCondLst>
                                    <p:cond delay="0"/>
                                  </p:stCondLst>
                                  <p:childTnLst>
                                    <p:set>
                                      <p:cBhvr>
                                        <p:cTn id="10" dur="1" fill="hold">
                                          <p:stCondLst>
                                            <p:cond delay="0"/>
                                          </p:stCondLst>
                                        </p:cTn>
                                        <p:tgtEl>
                                          <p:spTgt spid="211977"/>
                                        </p:tgtEl>
                                        <p:attrNameLst>
                                          <p:attrName>style.visibility</p:attrName>
                                        </p:attrNameLst>
                                      </p:cBhvr>
                                      <p:to>
                                        <p:strVal val="visible"/>
                                      </p:to>
                                    </p:set>
                                    <p:animEffect transition="in" filter="slide(fromLeft)">
                                      <p:cBhvr>
                                        <p:cTn id="11" dur="500"/>
                                        <p:tgtEl>
                                          <p:spTgt spid="211977"/>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1983"/>
                                        </p:tgtEl>
                                        <p:attrNameLst>
                                          <p:attrName>style.visibility</p:attrName>
                                        </p:attrNameLst>
                                      </p:cBhvr>
                                      <p:to>
                                        <p:strVal val="visible"/>
                                      </p:to>
                                    </p:set>
                                    <p:animEffect transition="in" filter="wipe(left)">
                                      <p:cBhvr>
                                        <p:cTn id="15" dur="500"/>
                                        <p:tgtEl>
                                          <p:spTgt spid="211983"/>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1984"/>
                                        </p:tgtEl>
                                        <p:attrNameLst>
                                          <p:attrName>style.visibility</p:attrName>
                                        </p:attrNameLst>
                                      </p:cBhvr>
                                      <p:to>
                                        <p:strVal val="visible"/>
                                      </p:to>
                                    </p:set>
                                    <p:animEffect transition="in" filter="wipe(down)">
                                      <p:cBhvr>
                                        <p:cTn id="19" dur="500"/>
                                        <p:tgtEl>
                                          <p:spTgt spid="211984"/>
                                        </p:tgtEl>
                                      </p:cBhvr>
                                    </p:animEffect>
                                  </p:childTnLst>
                                </p:cTn>
                              </p:par>
                            </p:childTnLst>
                          </p:cTn>
                        </p:par>
                        <p:par>
                          <p:cTn id="20" fill="hold" nodeType="afterGroup">
                            <p:stCondLst>
                              <p:cond delay="2000"/>
                            </p:stCondLst>
                            <p:childTnLst>
                              <p:par>
                                <p:cTn id="21" presetID="22" presetClass="entr" presetSubtype="2" fill="hold" nodeType="afterEffect">
                                  <p:stCondLst>
                                    <p:cond delay="0"/>
                                  </p:stCondLst>
                                  <p:childTnLst>
                                    <p:set>
                                      <p:cBhvr>
                                        <p:cTn id="22" dur="1" fill="hold">
                                          <p:stCondLst>
                                            <p:cond delay="0"/>
                                          </p:stCondLst>
                                        </p:cTn>
                                        <p:tgtEl>
                                          <p:spTgt spid="211985"/>
                                        </p:tgtEl>
                                        <p:attrNameLst>
                                          <p:attrName>style.visibility</p:attrName>
                                        </p:attrNameLst>
                                      </p:cBhvr>
                                      <p:to>
                                        <p:strVal val="visible"/>
                                      </p:to>
                                    </p:set>
                                    <p:animEffect transition="in" filter="wipe(right)">
                                      <p:cBhvr>
                                        <p:cTn id="23" dur="500"/>
                                        <p:tgtEl>
                                          <p:spTgt spid="211985"/>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p:cTn id="26" dur="1" fill="hold">
                                          <p:stCondLst>
                                            <p:cond delay="0"/>
                                          </p:stCondLst>
                                        </p:cTn>
                                        <p:tgtEl>
                                          <p:spTgt spid="211986"/>
                                        </p:tgtEl>
                                        <p:attrNameLst>
                                          <p:attrName>style.visibility</p:attrName>
                                        </p:attrNameLst>
                                      </p:cBhvr>
                                      <p:to>
                                        <p:strVal val="visible"/>
                                      </p:to>
                                    </p:set>
                                    <p:animEffect transition="in" filter="wipe(down)">
                                      <p:cBhvr>
                                        <p:cTn id="27" dur="500"/>
                                        <p:tgtEl>
                                          <p:spTgt spid="2119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9" presetClass="entr" presetSubtype="10" fill="hold" grpId="0" nodeType="clickEffect">
                                  <p:stCondLst>
                                    <p:cond delay="0"/>
                                  </p:stCondLst>
                                  <p:childTnLst>
                                    <p:set>
                                      <p:cBhvr>
                                        <p:cTn id="31" dur="1" fill="hold">
                                          <p:stCondLst>
                                            <p:cond delay="0"/>
                                          </p:stCondLst>
                                        </p:cTn>
                                        <p:tgtEl>
                                          <p:spTgt spid="212002"/>
                                        </p:tgtEl>
                                        <p:attrNameLst>
                                          <p:attrName>style.visibility</p:attrName>
                                        </p:attrNameLst>
                                      </p:cBhvr>
                                      <p:to>
                                        <p:strVal val="visible"/>
                                      </p:to>
                                    </p:set>
                                    <p:anim calcmode="lin" valueType="num">
                                      <p:cBhvr>
                                        <p:cTn id="32" dur="5000" fill="hold"/>
                                        <p:tgtEl>
                                          <p:spTgt spid="212002"/>
                                        </p:tgtEl>
                                        <p:attrNameLst>
                                          <p:attrName>ppt_w</p:attrName>
                                        </p:attrNameLst>
                                      </p:cBhvr>
                                      <p:tavLst>
                                        <p:tav tm="0" fmla="#ppt_w*sin(2.5*pi*$)">
                                          <p:val>
                                            <p:fltVal val="0"/>
                                          </p:val>
                                        </p:tav>
                                        <p:tav tm="100000">
                                          <p:val>
                                            <p:fltVal val="1"/>
                                          </p:val>
                                        </p:tav>
                                      </p:tavLst>
                                    </p:anim>
                                    <p:anim calcmode="lin" valueType="num">
                                      <p:cBhvr>
                                        <p:cTn id="33" dur="5000" fill="hold"/>
                                        <p:tgtEl>
                                          <p:spTgt spid="212002"/>
                                        </p:tgtEl>
                                        <p:attrNameLst>
                                          <p:attrName>ppt_h</p:attrName>
                                        </p:attrNameLst>
                                      </p:cBhvr>
                                      <p:tavLst>
                                        <p:tav tm="0">
                                          <p:val>
                                            <p:strVal val="#ppt_h"/>
                                          </p:val>
                                        </p:tav>
                                        <p:tav tm="100000">
                                          <p:val>
                                            <p:strVal val="#ppt_h"/>
                                          </p:val>
                                        </p:tav>
                                      </p:tavLst>
                                    </p:anim>
                                  </p:childTnLst>
                                </p:cTn>
                              </p:par>
                            </p:childTnLst>
                          </p:cTn>
                        </p:par>
                        <p:par>
                          <p:cTn id="34" fill="hold" nodeType="afterGroup">
                            <p:stCondLst>
                              <p:cond delay="5000"/>
                            </p:stCondLst>
                            <p:childTnLst>
                              <p:par>
                                <p:cTn id="35" presetID="22" presetClass="entr" presetSubtype="4" fill="hold" nodeType="afterEffect">
                                  <p:stCondLst>
                                    <p:cond delay="0"/>
                                  </p:stCondLst>
                                  <p:childTnLst>
                                    <p:set>
                                      <p:cBhvr>
                                        <p:cTn id="36" dur="1" fill="hold">
                                          <p:stCondLst>
                                            <p:cond delay="0"/>
                                          </p:stCondLst>
                                        </p:cTn>
                                        <p:tgtEl>
                                          <p:spTgt spid="211991"/>
                                        </p:tgtEl>
                                        <p:attrNameLst>
                                          <p:attrName>style.visibility</p:attrName>
                                        </p:attrNameLst>
                                      </p:cBhvr>
                                      <p:to>
                                        <p:strVal val="visible"/>
                                      </p:to>
                                    </p:set>
                                    <p:animEffect transition="in" filter="wipe(down)">
                                      <p:cBhvr>
                                        <p:cTn id="37" dur="500"/>
                                        <p:tgtEl>
                                          <p:spTgt spid="211991"/>
                                        </p:tgtEl>
                                      </p:cBhvr>
                                    </p:animEffect>
                                  </p:childTnLst>
                                </p:cTn>
                              </p:par>
                            </p:childTnLst>
                          </p:cTn>
                        </p:par>
                        <p:par>
                          <p:cTn id="38" fill="hold" nodeType="afterGroup">
                            <p:stCondLst>
                              <p:cond delay="5500"/>
                            </p:stCondLst>
                            <p:childTnLst>
                              <p:par>
                                <p:cTn id="39" presetID="22" presetClass="entr" presetSubtype="8" fill="hold" nodeType="afterEffect">
                                  <p:stCondLst>
                                    <p:cond delay="0"/>
                                  </p:stCondLst>
                                  <p:childTnLst>
                                    <p:set>
                                      <p:cBhvr>
                                        <p:cTn id="40" dur="1" fill="hold">
                                          <p:stCondLst>
                                            <p:cond delay="0"/>
                                          </p:stCondLst>
                                        </p:cTn>
                                        <p:tgtEl>
                                          <p:spTgt spid="212025"/>
                                        </p:tgtEl>
                                        <p:attrNameLst>
                                          <p:attrName>style.visibility</p:attrName>
                                        </p:attrNameLst>
                                      </p:cBhvr>
                                      <p:to>
                                        <p:strVal val="visible"/>
                                      </p:to>
                                    </p:set>
                                    <p:animEffect transition="in" filter="wipe(left)">
                                      <p:cBhvr>
                                        <p:cTn id="41" dur="500"/>
                                        <p:tgtEl>
                                          <p:spTgt spid="212025"/>
                                        </p:tgtEl>
                                      </p:cBhvr>
                                    </p:animEffect>
                                  </p:childTnLst>
                                </p:cTn>
                              </p:par>
                            </p:childTnLst>
                          </p:cTn>
                        </p:par>
                        <p:par>
                          <p:cTn id="42" fill="hold" nodeType="afterGroup">
                            <p:stCondLst>
                              <p:cond delay="6000"/>
                            </p:stCondLst>
                            <p:childTnLst>
                              <p:par>
                                <p:cTn id="43" presetID="22" presetClass="entr" presetSubtype="4" fill="hold" nodeType="afterEffect">
                                  <p:stCondLst>
                                    <p:cond delay="0"/>
                                  </p:stCondLst>
                                  <p:childTnLst>
                                    <p:set>
                                      <p:cBhvr>
                                        <p:cTn id="44" dur="1" fill="hold">
                                          <p:stCondLst>
                                            <p:cond delay="0"/>
                                          </p:stCondLst>
                                        </p:cTn>
                                        <p:tgtEl>
                                          <p:spTgt spid="212011"/>
                                        </p:tgtEl>
                                        <p:attrNameLst>
                                          <p:attrName>style.visibility</p:attrName>
                                        </p:attrNameLst>
                                      </p:cBhvr>
                                      <p:to>
                                        <p:strVal val="visible"/>
                                      </p:to>
                                    </p:set>
                                    <p:animEffect transition="in" filter="wipe(down)">
                                      <p:cBhvr>
                                        <p:cTn id="45" dur="500"/>
                                        <p:tgtEl>
                                          <p:spTgt spid="212011"/>
                                        </p:tgtEl>
                                      </p:cBhvr>
                                    </p:animEffect>
                                  </p:childTnLst>
                                </p:cTn>
                              </p:par>
                            </p:childTnLst>
                          </p:cTn>
                        </p:par>
                        <p:par>
                          <p:cTn id="46" fill="hold" nodeType="afterGroup">
                            <p:stCondLst>
                              <p:cond delay="6500"/>
                            </p:stCondLst>
                            <p:childTnLst>
                              <p:par>
                                <p:cTn id="47" presetID="12" presetClass="entr" presetSubtype="2" fill="hold" nodeType="afterEffect">
                                  <p:stCondLst>
                                    <p:cond delay="0"/>
                                  </p:stCondLst>
                                  <p:childTnLst>
                                    <p:set>
                                      <p:cBhvr>
                                        <p:cTn id="48" dur="1" fill="hold">
                                          <p:stCondLst>
                                            <p:cond delay="0"/>
                                          </p:stCondLst>
                                        </p:cTn>
                                        <p:tgtEl>
                                          <p:spTgt spid="212026"/>
                                        </p:tgtEl>
                                        <p:attrNameLst>
                                          <p:attrName>style.visibility</p:attrName>
                                        </p:attrNameLst>
                                      </p:cBhvr>
                                      <p:to>
                                        <p:strVal val="visible"/>
                                      </p:to>
                                    </p:set>
                                    <p:animEffect transition="in" filter="slide(fromRight)">
                                      <p:cBhvr>
                                        <p:cTn id="49" dur="500"/>
                                        <p:tgtEl>
                                          <p:spTgt spid="212026"/>
                                        </p:tgtEl>
                                      </p:cBhvr>
                                    </p:animEffect>
                                  </p:childTnLst>
                                </p:cTn>
                              </p:par>
                            </p:childTnLst>
                          </p:cTn>
                        </p:par>
                        <p:par>
                          <p:cTn id="50" fill="hold" nodeType="afterGroup">
                            <p:stCondLst>
                              <p:cond delay="7000"/>
                            </p:stCondLst>
                            <p:childTnLst>
                              <p:par>
                                <p:cTn id="51" presetID="12" presetClass="entr" presetSubtype="2" fill="hold" nodeType="afterEffect">
                                  <p:stCondLst>
                                    <p:cond delay="0"/>
                                  </p:stCondLst>
                                  <p:childTnLst>
                                    <p:set>
                                      <p:cBhvr>
                                        <p:cTn id="52" dur="1" fill="hold">
                                          <p:stCondLst>
                                            <p:cond delay="0"/>
                                          </p:stCondLst>
                                        </p:cTn>
                                        <p:tgtEl>
                                          <p:spTgt spid="212029"/>
                                        </p:tgtEl>
                                        <p:attrNameLst>
                                          <p:attrName>style.visibility</p:attrName>
                                        </p:attrNameLst>
                                      </p:cBhvr>
                                      <p:to>
                                        <p:strVal val="visible"/>
                                      </p:to>
                                    </p:set>
                                    <p:animEffect transition="in" filter="slide(fromRight)">
                                      <p:cBhvr>
                                        <p:cTn id="53" dur="500"/>
                                        <p:tgtEl>
                                          <p:spTgt spid="212029"/>
                                        </p:tgtEl>
                                      </p:cBhvr>
                                    </p:animEffect>
                                  </p:childTnLst>
                                </p:cTn>
                              </p:par>
                            </p:childTnLst>
                          </p:cTn>
                        </p:par>
                        <p:par>
                          <p:cTn id="54" fill="hold" nodeType="afterGroup">
                            <p:stCondLst>
                              <p:cond delay="7500"/>
                            </p:stCondLst>
                            <p:childTnLst>
                              <p:par>
                                <p:cTn id="55" presetID="22" presetClass="entr" presetSubtype="8" fill="hold" nodeType="afterEffect">
                                  <p:stCondLst>
                                    <p:cond delay="0"/>
                                  </p:stCondLst>
                                  <p:childTnLst>
                                    <p:set>
                                      <p:cBhvr>
                                        <p:cTn id="56" dur="1" fill="hold">
                                          <p:stCondLst>
                                            <p:cond delay="0"/>
                                          </p:stCondLst>
                                        </p:cTn>
                                        <p:tgtEl>
                                          <p:spTgt spid="212018"/>
                                        </p:tgtEl>
                                        <p:attrNameLst>
                                          <p:attrName>style.visibility</p:attrName>
                                        </p:attrNameLst>
                                      </p:cBhvr>
                                      <p:to>
                                        <p:strVal val="visible"/>
                                      </p:to>
                                    </p:set>
                                    <p:animEffect transition="in" filter="wipe(left)">
                                      <p:cBhvr>
                                        <p:cTn id="57" dur="500"/>
                                        <p:tgtEl>
                                          <p:spTgt spid="212018"/>
                                        </p:tgtEl>
                                      </p:cBhvr>
                                    </p:animEffect>
                                  </p:childTnLst>
                                </p:cTn>
                              </p:par>
                            </p:childTnLst>
                          </p:cTn>
                        </p:par>
                        <p:par>
                          <p:cTn id="58" fill="hold" nodeType="afterGroup">
                            <p:stCondLst>
                              <p:cond delay="8000"/>
                            </p:stCondLst>
                            <p:childTnLst>
                              <p:par>
                                <p:cTn id="59" presetID="22" presetClass="entr" presetSubtype="8" fill="hold" nodeType="afterEffect">
                                  <p:stCondLst>
                                    <p:cond delay="0"/>
                                  </p:stCondLst>
                                  <p:childTnLst>
                                    <p:set>
                                      <p:cBhvr>
                                        <p:cTn id="60" dur="1" fill="hold">
                                          <p:stCondLst>
                                            <p:cond delay="0"/>
                                          </p:stCondLst>
                                        </p:cTn>
                                        <p:tgtEl>
                                          <p:spTgt spid="211987"/>
                                        </p:tgtEl>
                                        <p:attrNameLst>
                                          <p:attrName>style.visibility</p:attrName>
                                        </p:attrNameLst>
                                      </p:cBhvr>
                                      <p:to>
                                        <p:strVal val="visible"/>
                                      </p:to>
                                    </p:set>
                                    <p:animEffect transition="in" filter="wipe(left)">
                                      <p:cBhvr>
                                        <p:cTn id="61" dur="500"/>
                                        <p:tgtEl>
                                          <p:spTgt spid="211987"/>
                                        </p:tgtEl>
                                      </p:cBhvr>
                                    </p:animEffect>
                                  </p:childTnLst>
                                </p:cTn>
                              </p:par>
                            </p:childTnLst>
                          </p:cTn>
                        </p:par>
                        <p:par>
                          <p:cTn id="62" fill="hold" nodeType="afterGroup">
                            <p:stCondLst>
                              <p:cond delay="8500"/>
                            </p:stCondLst>
                            <p:childTnLst>
                              <p:par>
                                <p:cTn id="63" presetID="22" presetClass="entr" presetSubtype="1" fill="hold" nodeType="afterEffect">
                                  <p:stCondLst>
                                    <p:cond delay="0"/>
                                  </p:stCondLst>
                                  <p:childTnLst>
                                    <p:set>
                                      <p:cBhvr>
                                        <p:cTn id="64" dur="1" fill="hold">
                                          <p:stCondLst>
                                            <p:cond delay="0"/>
                                          </p:stCondLst>
                                        </p:cTn>
                                        <p:tgtEl>
                                          <p:spTgt spid="211988"/>
                                        </p:tgtEl>
                                        <p:attrNameLst>
                                          <p:attrName>style.visibility</p:attrName>
                                        </p:attrNameLst>
                                      </p:cBhvr>
                                      <p:to>
                                        <p:strVal val="visible"/>
                                      </p:to>
                                    </p:set>
                                    <p:animEffect transition="in" filter="wipe(up)">
                                      <p:cBhvr>
                                        <p:cTn id="65" dur="500"/>
                                        <p:tgtEl>
                                          <p:spTgt spid="211988"/>
                                        </p:tgtEl>
                                      </p:cBhvr>
                                    </p:animEffect>
                                  </p:childTnLst>
                                </p:cTn>
                              </p:par>
                            </p:childTnLst>
                          </p:cTn>
                        </p:par>
                        <p:par>
                          <p:cTn id="66" fill="hold" nodeType="afterGroup">
                            <p:stCondLst>
                              <p:cond delay="9000"/>
                            </p:stCondLst>
                            <p:childTnLst>
                              <p:par>
                                <p:cTn id="67" presetID="22" presetClass="entr" presetSubtype="2" fill="hold" nodeType="afterEffect">
                                  <p:stCondLst>
                                    <p:cond delay="0"/>
                                  </p:stCondLst>
                                  <p:childTnLst>
                                    <p:set>
                                      <p:cBhvr>
                                        <p:cTn id="68" dur="1" fill="hold">
                                          <p:stCondLst>
                                            <p:cond delay="0"/>
                                          </p:stCondLst>
                                        </p:cTn>
                                        <p:tgtEl>
                                          <p:spTgt spid="211994"/>
                                        </p:tgtEl>
                                        <p:attrNameLst>
                                          <p:attrName>style.visibility</p:attrName>
                                        </p:attrNameLst>
                                      </p:cBhvr>
                                      <p:to>
                                        <p:strVal val="visible"/>
                                      </p:to>
                                    </p:set>
                                    <p:animEffect transition="in" filter="wipe(right)">
                                      <p:cBhvr>
                                        <p:cTn id="69" dur="500"/>
                                        <p:tgtEl>
                                          <p:spTgt spid="211994"/>
                                        </p:tgtEl>
                                      </p:cBhvr>
                                    </p:animEffect>
                                  </p:childTnLst>
                                </p:cTn>
                              </p:par>
                            </p:childTnLst>
                          </p:cTn>
                        </p:par>
                        <p:par>
                          <p:cTn id="70" fill="hold" nodeType="afterGroup">
                            <p:stCondLst>
                              <p:cond delay="9500"/>
                            </p:stCondLst>
                            <p:childTnLst>
                              <p:par>
                                <p:cTn id="71" presetID="22" presetClass="entr" presetSubtype="2" fill="hold" nodeType="afterEffect">
                                  <p:stCondLst>
                                    <p:cond delay="0"/>
                                  </p:stCondLst>
                                  <p:childTnLst>
                                    <p:set>
                                      <p:cBhvr>
                                        <p:cTn id="72" dur="1" fill="hold">
                                          <p:stCondLst>
                                            <p:cond delay="0"/>
                                          </p:stCondLst>
                                        </p:cTn>
                                        <p:tgtEl>
                                          <p:spTgt spid="212004"/>
                                        </p:tgtEl>
                                        <p:attrNameLst>
                                          <p:attrName>style.visibility</p:attrName>
                                        </p:attrNameLst>
                                      </p:cBhvr>
                                      <p:to>
                                        <p:strVal val="visible"/>
                                      </p:to>
                                    </p:set>
                                    <p:animEffect transition="in" filter="wipe(right)">
                                      <p:cBhvr>
                                        <p:cTn id="73" dur="500"/>
                                        <p:tgtEl>
                                          <p:spTgt spid="212004"/>
                                        </p:tgtEl>
                                      </p:cBhvr>
                                    </p:animEffect>
                                  </p:childTnLst>
                                </p:cTn>
                              </p:par>
                            </p:childTnLst>
                          </p:cTn>
                        </p:par>
                        <p:par>
                          <p:cTn id="74" fill="hold" nodeType="afterGroup">
                            <p:stCondLst>
                              <p:cond delay="10000"/>
                            </p:stCondLst>
                            <p:childTnLst>
                              <p:par>
                                <p:cTn id="75" presetID="22" presetClass="entr" presetSubtype="2" fill="hold" nodeType="afterEffect">
                                  <p:stCondLst>
                                    <p:cond delay="0"/>
                                  </p:stCondLst>
                                  <p:childTnLst>
                                    <p:set>
                                      <p:cBhvr>
                                        <p:cTn id="76" dur="1" fill="hold">
                                          <p:stCondLst>
                                            <p:cond delay="0"/>
                                          </p:stCondLst>
                                        </p:cTn>
                                        <p:tgtEl>
                                          <p:spTgt spid="211995"/>
                                        </p:tgtEl>
                                        <p:attrNameLst>
                                          <p:attrName>style.visibility</p:attrName>
                                        </p:attrNameLst>
                                      </p:cBhvr>
                                      <p:to>
                                        <p:strVal val="visible"/>
                                      </p:to>
                                    </p:set>
                                    <p:animEffect transition="in" filter="wipe(right)">
                                      <p:cBhvr>
                                        <p:cTn id="77" dur="500"/>
                                        <p:tgtEl>
                                          <p:spTgt spid="21199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9" presetClass="entr" presetSubtype="10" fill="hold" grpId="0" nodeType="clickEffect">
                                  <p:stCondLst>
                                    <p:cond delay="0"/>
                                  </p:stCondLst>
                                  <p:childTnLst>
                                    <p:set>
                                      <p:cBhvr>
                                        <p:cTn id="81" dur="1" fill="hold">
                                          <p:stCondLst>
                                            <p:cond delay="0"/>
                                          </p:stCondLst>
                                        </p:cTn>
                                        <p:tgtEl>
                                          <p:spTgt spid="212003"/>
                                        </p:tgtEl>
                                        <p:attrNameLst>
                                          <p:attrName>style.visibility</p:attrName>
                                        </p:attrNameLst>
                                      </p:cBhvr>
                                      <p:to>
                                        <p:strVal val="visible"/>
                                      </p:to>
                                    </p:set>
                                    <p:anim calcmode="lin" valueType="num">
                                      <p:cBhvr>
                                        <p:cTn id="82" dur="5000" fill="hold"/>
                                        <p:tgtEl>
                                          <p:spTgt spid="212003"/>
                                        </p:tgtEl>
                                        <p:attrNameLst>
                                          <p:attrName>ppt_w</p:attrName>
                                        </p:attrNameLst>
                                      </p:cBhvr>
                                      <p:tavLst>
                                        <p:tav tm="0" fmla="#ppt_w*sin(2.5*pi*$)">
                                          <p:val>
                                            <p:fltVal val="0"/>
                                          </p:val>
                                        </p:tav>
                                        <p:tav tm="100000">
                                          <p:val>
                                            <p:fltVal val="1"/>
                                          </p:val>
                                        </p:tav>
                                      </p:tavLst>
                                    </p:anim>
                                    <p:anim calcmode="lin" valueType="num">
                                      <p:cBhvr>
                                        <p:cTn id="83" dur="5000" fill="hold"/>
                                        <p:tgtEl>
                                          <p:spTgt spid="212003"/>
                                        </p:tgtEl>
                                        <p:attrNameLst>
                                          <p:attrName>ppt_h</p:attrName>
                                        </p:attrNameLst>
                                      </p:cBhvr>
                                      <p:tavLst>
                                        <p:tav tm="0">
                                          <p:val>
                                            <p:strVal val="#ppt_h"/>
                                          </p:val>
                                        </p:tav>
                                        <p:tav tm="100000">
                                          <p:val>
                                            <p:strVal val="#ppt_h"/>
                                          </p:val>
                                        </p:tav>
                                      </p:tavLst>
                                    </p:anim>
                                  </p:childTnLst>
                                </p:cTn>
                              </p:par>
                            </p:childTnLst>
                          </p:cTn>
                        </p:par>
                        <p:par>
                          <p:cTn id="84" fill="hold" nodeType="afterGroup">
                            <p:stCondLst>
                              <p:cond delay="5000"/>
                            </p:stCondLst>
                            <p:childTnLst>
                              <p:par>
                                <p:cTn id="85" presetID="22" presetClass="entr" presetSubtype="1" fill="hold" nodeType="afterEffect">
                                  <p:stCondLst>
                                    <p:cond delay="0"/>
                                  </p:stCondLst>
                                  <p:childTnLst>
                                    <p:set>
                                      <p:cBhvr>
                                        <p:cTn id="86" dur="1" fill="hold">
                                          <p:stCondLst>
                                            <p:cond delay="0"/>
                                          </p:stCondLst>
                                        </p:cTn>
                                        <p:tgtEl>
                                          <p:spTgt spid="211997"/>
                                        </p:tgtEl>
                                        <p:attrNameLst>
                                          <p:attrName>style.visibility</p:attrName>
                                        </p:attrNameLst>
                                      </p:cBhvr>
                                      <p:to>
                                        <p:strVal val="visible"/>
                                      </p:to>
                                    </p:set>
                                    <p:animEffect transition="in" filter="wipe(up)">
                                      <p:cBhvr>
                                        <p:cTn id="87" dur="500"/>
                                        <p:tgtEl>
                                          <p:spTgt spid="211997"/>
                                        </p:tgtEl>
                                      </p:cBhvr>
                                    </p:animEffect>
                                  </p:childTnLst>
                                </p:cTn>
                              </p:par>
                            </p:childTnLst>
                          </p:cTn>
                        </p:par>
                        <p:par>
                          <p:cTn id="88" fill="hold" nodeType="afterGroup">
                            <p:stCondLst>
                              <p:cond delay="5500"/>
                            </p:stCondLst>
                            <p:childTnLst>
                              <p:par>
                                <p:cTn id="89" presetID="22" presetClass="entr" presetSubtype="8" fill="hold" nodeType="afterEffect">
                                  <p:stCondLst>
                                    <p:cond delay="0"/>
                                  </p:stCondLst>
                                  <p:childTnLst>
                                    <p:set>
                                      <p:cBhvr>
                                        <p:cTn id="90" dur="1" fill="hold">
                                          <p:stCondLst>
                                            <p:cond delay="0"/>
                                          </p:stCondLst>
                                        </p:cTn>
                                        <p:tgtEl>
                                          <p:spTgt spid="211998"/>
                                        </p:tgtEl>
                                        <p:attrNameLst>
                                          <p:attrName>style.visibility</p:attrName>
                                        </p:attrNameLst>
                                      </p:cBhvr>
                                      <p:to>
                                        <p:strVal val="visible"/>
                                      </p:to>
                                    </p:set>
                                    <p:animEffect transition="in" filter="wipe(left)">
                                      <p:cBhvr>
                                        <p:cTn id="91" dur="500"/>
                                        <p:tgtEl>
                                          <p:spTgt spid="211998"/>
                                        </p:tgtEl>
                                      </p:cBhvr>
                                    </p:animEffect>
                                  </p:childTnLst>
                                </p:cTn>
                              </p:par>
                            </p:childTnLst>
                          </p:cTn>
                        </p:par>
                        <p:par>
                          <p:cTn id="92" fill="hold" nodeType="afterGroup">
                            <p:stCondLst>
                              <p:cond delay="6000"/>
                            </p:stCondLst>
                            <p:childTnLst>
                              <p:par>
                                <p:cTn id="93" presetID="12" presetClass="entr" presetSubtype="8" fill="hold" nodeType="afterEffect">
                                  <p:stCondLst>
                                    <p:cond delay="0"/>
                                  </p:stCondLst>
                                  <p:childTnLst>
                                    <p:set>
                                      <p:cBhvr>
                                        <p:cTn id="94" dur="1" fill="hold">
                                          <p:stCondLst>
                                            <p:cond delay="0"/>
                                          </p:stCondLst>
                                        </p:cTn>
                                        <p:tgtEl>
                                          <p:spTgt spid="211999"/>
                                        </p:tgtEl>
                                        <p:attrNameLst>
                                          <p:attrName>style.visibility</p:attrName>
                                        </p:attrNameLst>
                                      </p:cBhvr>
                                      <p:to>
                                        <p:strVal val="visible"/>
                                      </p:to>
                                    </p:set>
                                    <p:animEffect transition="in" filter="slide(fromLeft)">
                                      <p:cBhvr>
                                        <p:cTn id="95" dur="500"/>
                                        <p:tgtEl>
                                          <p:spTgt spid="211999"/>
                                        </p:tgtEl>
                                      </p:cBhvr>
                                    </p:animEffect>
                                  </p:childTnLst>
                                </p:cTn>
                              </p:par>
                            </p:childTnLst>
                          </p:cTn>
                        </p:par>
                        <p:par>
                          <p:cTn id="96" fill="hold" nodeType="afterGroup">
                            <p:stCondLst>
                              <p:cond delay="6500"/>
                            </p:stCondLst>
                            <p:childTnLst>
                              <p:par>
                                <p:cTn id="97" presetID="22" presetClass="entr" presetSubtype="8" fill="hold" nodeType="afterEffect">
                                  <p:stCondLst>
                                    <p:cond delay="0"/>
                                  </p:stCondLst>
                                  <p:childTnLst>
                                    <p:set>
                                      <p:cBhvr>
                                        <p:cTn id="98" dur="1" fill="hold">
                                          <p:stCondLst>
                                            <p:cond delay="0"/>
                                          </p:stCondLst>
                                        </p:cTn>
                                        <p:tgtEl>
                                          <p:spTgt spid="211989"/>
                                        </p:tgtEl>
                                        <p:attrNameLst>
                                          <p:attrName>style.visibility</p:attrName>
                                        </p:attrNameLst>
                                      </p:cBhvr>
                                      <p:to>
                                        <p:strVal val="visible"/>
                                      </p:to>
                                    </p:set>
                                    <p:animEffect transition="in" filter="wipe(left)">
                                      <p:cBhvr>
                                        <p:cTn id="99" dur="500"/>
                                        <p:tgtEl>
                                          <p:spTgt spid="211989"/>
                                        </p:tgtEl>
                                      </p:cBhvr>
                                    </p:animEffect>
                                  </p:childTnLst>
                                </p:cTn>
                              </p:par>
                            </p:childTnLst>
                          </p:cTn>
                        </p:par>
                        <p:par>
                          <p:cTn id="100" fill="hold" nodeType="afterGroup">
                            <p:stCondLst>
                              <p:cond delay="7000"/>
                            </p:stCondLst>
                            <p:childTnLst>
                              <p:par>
                                <p:cTn id="101" presetID="22" presetClass="entr" presetSubtype="1" fill="hold" nodeType="afterEffect">
                                  <p:stCondLst>
                                    <p:cond delay="0"/>
                                  </p:stCondLst>
                                  <p:childTnLst>
                                    <p:set>
                                      <p:cBhvr>
                                        <p:cTn id="102" dur="1" fill="hold">
                                          <p:stCondLst>
                                            <p:cond delay="0"/>
                                          </p:stCondLst>
                                        </p:cTn>
                                        <p:tgtEl>
                                          <p:spTgt spid="211990"/>
                                        </p:tgtEl>
                                        <p:attrNameLst>
                                          <p:attrName>style.visibility</p:attrName>
                                        </p:attrNameLst>
                                      </p:cBhvr>
                                      <p:to>
                                        <p:strVal val="visible"/>
                                      </p:to>
                                    </p:set>
                                    <p:animEffect transition="in" filter="wipe(up)">
                                      <p:cBhvr>
                                        <p:cTn id="103" dur="500"/>
                                        <p:tgtEl>
                                          <p:spTgt spid="21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002" grpId="0" autoUpdateAnimBg="0"/>
      <p:bldP spid="21200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5" name="Rectangle 3"/>
          <p:cNvSpPr txBox="1">
            <a:spLocks noChangeArrowheads="1"/>
          </p:cNvSpPr>
          <p:nvPr/>
        </p:nvSpPr>
        <p:spPr>
          <a:xfrm>
            <a:off x="259370" y="799019"/>
            <a:ext cx="3770313" cy="457200"/>
          </a:xfrm>
          <a:prstGeom prst="rect">
            <a:avLst/>
          </a:prstGeom>
        </p:spPr>
        <p:txBody>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eaLnBrk="1" hangingPunct="1">
              <a:buFont typeface="Wingdings" panose="05000000000000000000" pitchFamily="2" charset="2"/>
              <a:buNone/>
            </a:pPr>
            <a:r>
              <a:rPr lang="en-US" altLang="zh-CN" sz="2400" b="1" kern="0" smtClean="0">
                <a:solidFill>
                  <a:schemeClr val="hlink"/>
                </a:solidFill>
              </a:rPr>
              <a:t>8</a:t>
            </a:r>
            <a:r>
              <a:rPr lang="zh-CN" altLang="en-US" sz="2400" b="1" kern="0" smtClean="0">
                <a:solidFill>
                  <a:schemeClr val="hlink"/>
                </a:solidFill>
              </a:rPr>
              <a:t>、</a:t>
            </a:r>
            <a:r>
              <a:rPr lang="en-US" altLang="zh-CN" sz="2400" b="1" kern="0" smtClean="0">
                <a:solidFill>
                  <a:schemeClr val="hlink"/>
                </a:solidFill>
              </a:rPr>
              <a:t>ESP</a:t>
            </a:r>
            <a:r>
              <a:rPr lang="zh-CN" altLang="en-US" sz="2400" b="1" kern="0" smtClean="0">
                <a:solidFill>
                  <a:schemeClr val="hlink"/>
                </a:solidFill>
              </a:rPr>
              <a:t>协议</a:t>
            </a:r>
            <a:endParaRPr lang="zh-CN" altLang="en-US" sz="2400" b="1" kern="0" dirty="0">
              <a:solidFill>
                <a:schemeClr val="hlink"/>
              </a:solidFill>
            </a:endParaRPr>
          </a:p>
        </p:txBody>
      </p:sp>
      <p:sp>
        <p:nvSpPr>
          <p:cNvPr id="6" name="矩形 5"/>
          <p:cNvSpPr/>
          <p:nvPr/>
        </p:nvSpPr>
        <p:spPr>
          <a:xfrm>
            <a:off x="259369" y="1359778"/>
            <a:ext cx="10645337" cy="3970318"/>
          </a:xfrm>
          <a:prstGeom prst="rect">
            <a:avLst/>
          </a:prstGeom>
        </p:spPr>
        <p:txBody>
          <a:bodyPr wrap="square">
            <a:spAutoFit/>
          </a:bodyPr>
          <a:lstStyle/>
          <a:p>
            <a:pPr marL="285750" indent="-285750">
              <a:buFont typeface="Wingdings" panose="05000000000000000000" pitchFamily="2" charset="2"/>
              <a:buChar char="n"/>
            </a:pPr>
            <a:r>
              <a:rPr lang="en-US" altLang="zh-CN" smtClean="0"/>
              <a:t>ESP</a:t>
            </a:r>
            <a:r>
              <a:rPr lang="zh-CN" altLang="en-US"/>
              <a:t>功能</a:t>
            </a:r>
            <a:endParaRPr lang="en-US" altLang="zh-CN" smtClean="0"/>
          </a:p>
          <a:p>
            <a:pPr marL="741363" lvl="1" indent="-285750">
              <a:buFont typeface="Wingdings" panose="05000000000000000000" pitchFamily="2" charset="2"/>
              <a:buChar char="ü"/>
            </a:pPr>
            <a:r>
              <a:rPr lang="zh-CN" altLang="en-US" smtClean="0"/>
              <a:t>数据完整性</a:t>
            </a:r>
            <a:r>
              <a:rPr lang="zh-CN" altLang="en-US"/>
              <a:t>保障</a:t>
            </a:r>
          </a:p>
          <a:p>
            <a:pPr marL="741363" lvl="1" indent="-285750">
              <a:buFont typeface="Wingdings" panose="05000000000000000000" pitchFamily="2" charset="2"/>
              <a:buChar char="ü"/>
            </a:pPr>
            <a:r>
              <a:rPr lang="zh-CN" altLang="en-US" smtClean="0"/>
              <a:t>数据源</a:t>
            </a:r>
            <a:r>
              <a:rPr lang="zh-CN" altLang="en-US"/>
              <a:t>认证</a:t>
            </a:r>
            <a:r>
              <a:rPr lang="en-US" altLang="zh-CN"/>
              <a:t>---</a:t>
            </a:r>
            <a:r>
              <a:rPr lang="zh-CN" altLang="en-US"/>
              <a:t>身份认证</a:t>
            </a:r>
          </a:p>
          <a:p>
            <a:pPr marL="741363" lvl="1" indent="-285750">
              <a:buFont typeface="Wingdings" panose="05000000000000000000" pitchFamily="2" charset="2"/>
              <a:buChar char="ü"/>
            </a:pPr>
            <a:r>
              <a:rPr lang="zh-CN" altLang="en-US" smtClean="0"/>
              <a:t>抗</a:t>
            </a:r>
            <a:r>
              <a:rPr lang="zh-CN" altLang="en-US"/>
              <a:t>重放攻击</a:t>
            </a:r>
          </a:p>
          <a:p>
            <a:pPr marL="741363" lvl="1" indent="-285750">
              <a:buFont typeface="Wingdings" panose="05000000000000000000" pitchFamily="2" charset="2"/>
              <a:buChar char="ü"/>
            </a:pPr>
            <a:r>
              <a:rPr lang="en-US" altLang="zh-CN" b="1" smtClean="0"/>
              <a:t>ESP</a:t>
            </a:r>
            <a:r>
              <a:rPr lang="zh-CN" altLang="en-US" b="1"/>
              <a:t>可以提供数据的加解密服务</a:t>
            </a:r>
            <a:r>
              <a:rPr lang="zh-CN" altLang="en-US"/>
              <a:t> ，并且， </a:t>
            </a:r>
            <a:r>
              <a:rPr lang="zh-CN" altLang="en-US" b="1"/>
              <a:t>加解密是可选的</a:t>
            </a:r>
            <a:r>
              <a:rPr lang="zh-CN" altLang="en-US" b="1" smtClean="0"/>
              <a:t>。</a:t>
            </a:r>
            <a:endParaRPr lang="en-US" altLang="zh-CN" b="1" smtClean="0"/>
          </a:p>
          <a:p>
            <a:pPr marL="285750" indent="-285750">
              <a:buFont typeface="Wingdings" panose="05000000000000000000" pitchFamily="2" charset="2"/>
              <a:buChar char="n"/>
            </a:pPr>
            <a:r>
              <a:rPr lang="en-US" altLang="zh-CN"/>
              <a:t>ESP</a:t>
            </a:r>
            <a:r>
              <a:rPr lang="zh-CN" altLang="en-US"/>
              <a:t>的保护范围</a:t>
            </a:r>
          </a:p>
          <a:p>
            <a:pPr marL="741363" lvl="1" indent="-285750">
              <a:buFont typeface="Wingdings" panose="05000000000000000000" pitchFamily="2" charset="2"/>
              <a:buChar char="ü"/>
            </a:pPr>
            <a:r>
              <a:rPr lang="zh-CN" altLang="en-US"/>
              <a:t>加密范围 </a:t>
            </a:r>
            <a:r>
              <a:rPr lang="en-US" altLang="zh-CN"/>
              <a:t>---</a:t>
            </a:r>
            <a:r>
              <a:rPr lang="zh-CN" altLang="en-US"/>
              <a:t> 除了</a:t>
            </a:r>
            <a:r>
              <a:rPr lang="en-US" altLang="zh-CN"/>
              <a:t>IP</a:t>
            </a:r>
            <a:r>
              <a:rPr lang="zh-CN" altLang="en-US"/>
              <a:t>头部内容和</a:t>
            </a:r>
            <a:r>
              <a:rPr lang="en-US" altLang="zh-CN"/>
              <a:t>ESP</a:t>
            </a:r>
            <a:r>
              <a:rPr lang="zh-CN" altLang="en-US"/>
              <a:t>头部的内容外 ，剩余所有网络层以上的数据都会进行加密。</a:t>
            </a:r>
          </a:p>
          <a:p>
            <a:pPr marL="741363" lvl="1" indent="-285750">
              <a:buFont typeface="Wingdings" panose="05000000000000000000" pitchFamily="2" charset="2"/>
              <a:buChar char="ü"/>
            </a:pPr>
            <a:r>
              <a:rPr lang="zh-CN" altLang="en-US"/>
              <a:t>认证范围</a:t>
            </a:r>
            <a:r>
              <a:rPr lang="en-US" altLang="zh-CN"/>
              <a:t>---</a:t>
            </a:r>
            <a:r>
              <a:rPr lang="zh-CN" altLang="en-US"/>
              <a:t>不包含最外层的</a:t>
            </a:r>
            <a:r>
              <a:rPr lang="en-US" altLang="zh-CN"/>
              <a:t>IP</a:t>
            </a:r>
            <a:r>
              <a:rPr lang="zh-CN" altLang="en-US"/>
              <a:t>头部，但是包含</a:t>
            </a:r>
            <a:r>
              <a:rPr lang="en-US" altLang="zh-CN"/>
              <a:t>ESP</a:t>
            </a:r>
            <a:r>
              <a:rPr lang="zh-CN" altLang="en-US"/>
              <a:t>头部</a:t>
            </a:r>
            <a:r>
              <a:rPr lang="zh-CN" altLang="en-US" smtClean="0"/>
              <a:t>。</a:t>
            </a:r>
            <a:endParaRPr lang="en-US" altLang="zh-CN"/>
          </a:p>
          <a:p>
            <a:pPr marL="285750" indent="-285750">
              <a:buFont typeface="Wingdings" panose="05000000000000000000" pitchFamily="2" charset="2"/>
              <a:buChar char="n"/>
            </a:pPr>
            <a:r>
              <a:rPr lang="en-US" altLang="zh-CN" smtClean="0"/>
              <a:t>ESP</a:t>
            </a:r>
            <a:r>
              <a:rPr lang="zh-CN" altLang="en-US" smtClean="0"/>
              <a:t>不能取代</a:t>
            </a:r>
            <a:r>
              <a:rPr lang="en-US" altLang="zh-CN" smtClean="0"/>
              <a:t>AH</a:t>
            </a:r>
          </a:p>
          <a:p>
            <a:pPr lvl="1"/>
            <a:r>
              <a:rPr lang="zh-CN" altLang="en-US" smtClean="0"/>
              <a:t>虽然 </a:t>
            </a:r>
            <a:r>
              <a:rPr lang="en-US" altLang="zh-CN" smtClean="0"/>
              <a:t>AH</a:t>
            </a:r>
            <a:r>
              <a:rPr lang="zh-CN" altLang="en-US" smtClean="0"/>
              <a:t>和</a:t>
            </a:r>
            <a:r>
              <a:rPr lang="en-US" altLang="zh-CN" smtClean="0"/>
              <a:t>ESP</a:t>
            </a:r>
            <a:r>
              <a:rPr lang="zh-CN" altLang="en-US" smtClean="0"/>
              <a:t>都可以提供身份认证</a:t>
            </a:r>
            <a:r>
              <a:rPr lang="en-US" altLang="zh-CN" smtClean="0"/>
              <a:t>,</a:t>
            </a:r>
            <a:r>
              <a:rPr lang="zh-CN" altLang="en-US" smtClean="0"/>
              <a:t>但</a:t>
            </a:r>
            <a:r>
              <a:rPr lang="en-US" altLang="zh-CN" smtClean="0"/>
              <a:t>ESP</a:t>
            </a:r>
            <a:r>
              <a:rPr lang="zh-CN" altLang="en-US" smtClean="0"/>
              <a:t>要求使用高强度的加密算法，会受到许多限制。多数情况下，使用</a:t>
            </a:r>
            <a:r>
              <a:rPr lang="en-US" altLang="zh-CN" smtClean="0"/>
              <a:t>AH </a:t>
            </a:r>
            <a:r>
              <a:rPr lang="zh-CN" altLang="en-US" smtClean="0"/>
              <a:t>的认证服务已经能够满足要求，相对来说， </a:t>
            </a:r>
            <a:r>
              <a:rPr lang="en-US" altLang="zh-CN" smtClean="0"/>
              <a:t>ESP</a:t>
            </a:r>
            <a:r>
              <a:rPr lang="zh-CN" altLang="en-US" smtClean="0"/>
              <a:t>开销较大。</a:t>
            </a:r>
            <a:endParaRPr lang="en-US" altLang="zh-CN" smtClean="0"/>
          </a:p>
          <a:p>
            <a:pPr lvl="1"/>
            <a:r>
              <a:rPr lang="zh-CN" altLang="en-US" smtClean="0"/>
              <a:t>有两套不同的安全协议意味着可以对</a:t>
            </a:r>
            <a:r>
              <a:rPr lang="en-US" altLang="zh-CN" smtClean="0"/>
              <a:t>IPSec </a:t>
            </a:r>
            <a:r>
              <a:rPr lang="zh-CN" altLang="en-US" smtClean="0"/>
              <a:t>网络进行更细粒度的控制，选择安全方案可以有更大的灵活</a:t>
            </a:r>
          </a:p>
          <a:p>
            <a:pPr lvl="1"/>
            <a:r>
              <a:rPr lang="zh-CN" altLang="en-US" smtClean="0"/>
              <a:t>度。</a:t>
            </a:r>
            <a:endParaRPr lang="zh-CN" altLang="en-US"/>
          </a:p>
        </p:txBody>
      </p:sp>
    </p:spTree>
    <p:extLst>
      <p:ext uri="{BB962C8B-B14F-4D97-AF65-F5344CB8AC3E}">
        <p14:creationId xmlns:p14="http://schemas.microsoft.com/office/powerpoint/2010/main" val="28334802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287948" y="743966"/>
            <a:ext cx="8739940" cy="5749525"/>
          </a:xfrm>
          <a:prstGeom prst="rect">
            <a:avLst/>
          </a:prstGeom>
        </p:spPr>
      </p:pic>
      <p:sp>
        <p:nvSpPr>
          <p:cNvPr id="4" name="Rectangle 2"/>
          <p:cNvSpPr>
            <a:spLocks noGrp="1" noChangeArrowheads="1"/>
          </p:cNvSpPr>
          <p:nvPr>
            <p:ph type="title"/>
          </p:nvPr>
        </p:nvSpPr>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5" name="Rectangle 3"/>
          <p:cNvSpPr txBox="1">
            <a:spLocks noChangeArrowheads="1"/>
          </p:cNvSpPr>
          <p:nvPr/>
        </p:nvSpPr>
        <p:spPr>
          <a:xfrm>
            <a:off x="259370" y="799019"/>
            <a:ext cx="3770313" cy="457200"/>
          </a:xfrm>
          <a:prstGeom prst="rect">
            <a:avLst/>
          </a:prstGeom>
        </p:spPr>
        <p:txBody>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eaLnBrk="1" hangingPunct="1">
              <a:buFont typeface="Wingdings" panose="05000000000000000000" pitchFamily="2" charset="2"/>
              <a:buNone/>
            </a:pPr>
            <a:r>
              <a:rPr lang="en-US" altLang="zh-CN" sz="2400" b="1" kern="0" smtClean="0">
                <a:solidFill>
                  <a:schemeClr val="hlink"/>
                </a:solidFill>
              </a:rPr>
              <a:t>8</a:t>
            </a:r>
            <a:r>
              <a:rPr lang="zh-CN" altLang="en-US" sz="2400" b="1" kern="0" smtClean="0">
                <a:solidFill>
                  <a:schemeClr val="hlink"/>
                </a:solidFill>
              </a:rPr>
              <a:t>、</a:t>
            </a:r>
            <a:r>
              <a:rPr lang="en-US" altLang="zh-CN" sz="2400" b="1" kern="0" smtClean="0">
                <a:solidFill>
                  <a:schemeClr val="hlink"/>
                </a:solidFill>
              </a:rPr>
              <a:t>ESP</a:t>
            </a:r>
            <a:r>
              <a:rPr lang="zh-CN" altLang="en-US" sz="2400" b="1" kern="0" smtClean="0">
                <a:solidFill>
                  <a:schemeClr val="hlink"/>
                </a:solidFill>
              </a:rPr>
              <a:t>协议</a:t>
            </a:r>
            <a:endParaRPr lang="zh-CN" altLang="en-US" sz="2400" b="1" kern="0" dirty="0">
              <a:solidFill>
                <a:schemeClr val="hlink"/>
              </a:solidFill>
            </a:endParaRPr>
          </a:p>
        </p:txBody>
      </p:sp>
      <p:sp>
        <p:nvSpPr>
          <p:cNvPr id="6" name="矩形 5"/>
          <p:cNvSpPr/>
          <p:nvPr/>
        </p:nvSpPr>
        <p:spPr>
          <a:xfrm>
            <a:off x="-1" y="1359778"/>
            <a:ext cx="3171218" cy="4773614"/>
          </a:xfrm>
          <a:prstGeom prst="rect">
            <a:avLst/>
          </a:prstGeom>
        </p:spPr>
        <p:txBody>
          <a:bodyPr wrap="square">
            <a:spAutoFit/>
          </a:bodyPr>
          <a:lstStyle/>
          <a:p>
            <a:pPr>
              <a:lnSpc>
                <a:spcPct val="130000"/>
              </a:lnSpc>
            </a:pPr>
            <a:r>
              <a:rPr lang="zh-CN" altLang="en-US"/>
              <a:t> ESP尾部主要目的是进行数据的填充 </a:t>
            </a:r>
            <a:r>
              <a:rPr lang="zh-CN" altLang="en-US" smtClean="0"/>
              <a:t>。</a:t>
            </a:r>
            <a:endParaRPr lang="en-US" altLang="zh-CN" smtClean="0"/>
          </a:p>
          <a:p>
            <a:pPr marL="285750" indent="-285750">
              <a:lnSpc>
                <a:spcPct val="130000"/>
              </a:lnSpc>
              <a:buFont typeface="Wingdings" panose="05000000000000000000" pitchFamily="2" charset="2"/>
              <a:buChar char="n"/>
            </a:pPr>
            <a:r>
              <a:rPr lang="zh-CN" altLang="en-US" smtClean="0"/>
              <a:t>因为</a:t>
            </a:r>
            <a:r>
              <a:rPr lang="zh-CN" altLang="en-US"/>
              <a:t>数据进行加密主要使用的 对称加密算法，而其中分组加密需要针对固定长度的分组进行加密 ，如果最后分组的长度不足，则需要</a:t>
            </a:r>
            <a:r>
              <a:rPr lang="zh-CN" altLang="en-US" smtClean="0"/>
              <a:t>填充，以满足</a:t>
            </a:r>
            <a:r>
              <a:rPr lang="zh-CN" altLang="en-US"/>
              <a:t>加密的条件</a:t>
            </a:r>
            <a:r>
              <a:rPr lang="zh-CN" altLang="en-US" smtClean="0"/>
              <a:t>。</a:t>
            </a:r>
            <a:endParaRPr lang="en-US" altLang="zh-CN" smtClean="0"/>
          </a:p>
          <a:p>
            <a:pPr marL="285750" indent="-285750">
              <a:lnSpc>
                <a:spcPct val="130000"/>
              </a:lnSpc>
              <a:buFont typeface="Wingdings" panose="05000000000000000000" pitchFamily="2" charset="2"/>
              <a:buChar char="n"/>
            </a:pPr>
            <a:r>
              <a:rPr lang="zh-CN" altLang="en-US" smtClean="0"/>
              <a:t>下</a:t>
            </a:r>
            <a:r>
              <a:rPr lang="zh-CN" altLang="en-US"/>
              <a:t>一头部因为包含数据信息，所以，也放在尾部进行保护，因为负载部分和尾部部分是会进行加密的</a:t>
            </a:r>
            <a:r>
              <a:rPr lang="zh-CN" altLang="en-US" smtClean="0"/>
              <a:t>。</a:t>
            </a:r>
            <a:endParaRPr lang="zh-CN" altLang="en-US"/>
          </a:p>
        </p:txBody>
      </p:sp>
    </p:spTree>
    <p:extLst>
      <p:ext uri="{BB962C8B-B14F-4D97-AF65-F5344CB8AC3E}">
        <p14:creationId xmlns:p14="http://schemas.microsoft.com/office/powerpoint/2010/main" val="11451864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5"/>
          <p:cNvSpPr>
            <a:spLocks noChangeArrowheads="1"/>
          </p:cNvSpPr>
          <p:nvPr/>
        </p:nvSpPr>
        <p:spPr bwMode="auto">
          <a:xfrm>
            <a:off x="0" y="68094"/>
            <a:ext cx="304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en-US" altLang="zh-CN" sz="3200" b="1" dirty="0">
                <a:solidFill>
                  <a:schemeClr val="bg1"/>
                </a:solidFill>
                <a:latin typeface="微软雅黑" panose="020B0503020204020204" pitchFamily="34" charset="-122"/>
                <a:ea typeface="微软雅黑" panose="020B0503020204020204" pitchFamily="34" charset="-122"/>
              </a:rPr>
              <a:t>ESP-</a:t>
            </a:r>
            <a:r>
              <a:rPr lang="zh-CN" altLang="en-US" sz="3200" b="1" dirty="0">
                <a:solidFill>
                  <a:schemeClr val="bg1"/>
                </a:solidFill>
                <a:latin typeface="微软雅黑" panose="020B0503020204020204" pitchFamily="34" charset="-122"/>
                <a:ea typeface="微软雅黑" panose="020B0503020204020204" pitchFamily="34" charset="-122"/>
              </a:rPr>
              <a:t>传输模式</a:t>
            </a:r>
          </a:p>
        </p:txBody>
      </p:sp>
      <p:pic>
        <p:nvPicPr>
          <p:cNvPr id="2" name="图片 1"/>
          <p:cNvPicPr>
            <a:picLocks noChangeAspect="1"/>
          </p:cNvPicPr>
          <p:nvPr/>
        </p:nvPicPr>
        <p:blipFill>
          <a:blip r:embed="rId2"/>
          <a:stretch>
            <a:fillRect/>
          </a:stretch>
        </p:blipFill>
        <p:spPr>
          <a:xfrm>
            <a:off x="992221" y="1140078"/>
            <a:ext cx="7991248" cy="3119771"/>
          </a:xfrm>
          <a:prstGeom prst="rect">
            <a:avLst/>
          </a:prstGeom>
        </p:spPr>
      </p:pic>
    </p:spTree>
    <p:extLst>
      <p:ext uri="{BB962C8B-B14F-4D97-AF65-F5344CB8AC3E}">
        <p14:creationId xmlns:p14="http://schemas.microsoft.com/office/powerpoint/2010/main" val="348832360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0" y="70644"/>
            <a:ext cx="5486400"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hangingPunct="0">
              <a:spcBef>
                <a:spcPct val="50000"/>
              </a:spcBef>
              <a:buFont typeface="Wingdings" panose="05000000000000000000" pitchFamily="2" charset="2"/>
              <a:buNone/>
            </a:pPr>
            <a:r>
              <a:rPr lang="zh-CN" altLang="en-US" sz="3200" b="1">
                <a:solidFill>
                  <a:schemeClr val="bg1"/>
                </a:solidFill>
                <a:latin typeface="微软雅黑" panose="020B0503020204020204" pitchFamily="34" charset="-122"/>
                <a:ea typeface="微软雅黑" panose="020B0503020204020204" pitchFamily="34" charset="-122"/>
              </a:rPr>
              <a:t>传输模式下的</a:t>
            </a:r>
            <a:r>
              <a:rPr lang="en-US" altLang="zh-CN" sz="3200" b="1">
                <a:solidFill>
                  <a:schemeClr val="bg1"/>
                </a:solidFill>
                <a:latin typeface="微软雅黑" panose="020B0503020204020204" pitchFamily="34" charset="-122"/>
                <a:ea typeface="微软雅黑" panose="020B0503020204020204" pitchFamily="34" charset="-122"/>
              </a:rPr>
              <a:t>ESP</a:t>
            </a:r>
            <a:r>
              <a:rPr lang="zh-CN" altLang="en-US" sz="3200" b="1">
                <a:solidFill>
                  <a:schemeClr val="bg1"/>
                </a:solidFill>
                <a:latin typeface="微软雅黑" panose="020B0503020204020204" pitchFamily="34" charset="-122"/>
                <a:ea typeface="微软雅黑" panose="020B0503020204020204" pitchFamily="34" charset="-122"/>
              </a:rPr>
              <a:t>工作原理</a:t>
            </a:r>
          </a:p>
        </p:txBody>
      </p:sp>
      <p:pic>
        <p:nvPicPr>
          <p:cNvPr id="214019"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7150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402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6388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4021" name="Group 5"/>
          <p:cNvGrpSpPr>
            <a:grpSpLocks/>
          </p:cNvGrpSpPr>
          <p:nvPr/>
        </p:nvGrpSpPr>
        <p:grpSpPr bwMode="auto">
          <a:xfrm>
            <a:off x="3733801" y="762000"/>
            <a:ext cx="4335463" cy="1447800"/>
            <a:chOff x="1680" y="1152"/>
            <a:chExt cx="2731" cy="912"/>
          </a:xfrm>
        </p:grpSpPr>
        <p:pic>
          <p:nvPicPr>
            <p:cNvPr id="214022"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152"/>
              <a:ext cx="2731"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14023" name="Text Box 7"/>
            <p:cNvSpPr txBox="1">
              <a:spLocks noChangeArrowheads="1"/>
            </p:cNvSpPr>
            <p:nvPr/>
          </p:nvSpPr>
          <p:spPr bwMode="auto">
            <a:xfrm>
              <a:off x="2496" y="1440"/>
              <a:ext cx="124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2800" b="1">
                  <a:latin typeface="Times New Roman" panose="02020603050405020304" pitchFamily="18" charset="0"/>
                </a:rPr>
                <a:t>Internet</a:t>
              </a:r>
            </a:p>
          </p:txBody>
        </p:sp>
      </p:grpSp>
      <p:graphicFrame>
        <p:nvGraphicFramePr>
          <p:cNvPr id="214024" name="Object 8"/>
          <p:cNvGraphicFramePr>
            <a:graphicFrameLocks noChangeAspect="1"/>
          </p:cNvGraphicFramePr>
          <p:nvPr/>
        </p:nvGraphicFramePr>
        <p:xfrm>
          <a:off x="1752600" y="4114800"/>
          <a:ext cx="762000" cy="338138"/>
        </p:xfrm>
        <a:graphic>
          <a:graphicData uri="http://schemas.openxmlformats.org/presentationml/2006/ole">
            <mc:AlternateContent xmlns:mc="http://schemas.openxmlformats.org/markup-compatibility/2006">
              <mc:Choice xmlns:v="urn:schemas-microsoft-com:vml" Requires="v">
                <p:oleObj spid="_x0000_s88414" name="文档" r:id="rId5" imgW="886320" imgH="937800" progId="Word.Document.8">
                  <p:embed/>
                </p:oleObj>
              </mc:Choice>
              <mc:Fallback>
                <p:oleObj name="文档" r:id="rId5" imgW="886320" imgH="937800" progId="Word.Document.8">
                  <p:embed/>
                  <p:pic>
                    <p:nvPicPr>
                      <p:cNvPr id="21402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41148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14025" name="Group 9"/>
          <p:cNvGrpSpPr>
            <a:grpSpLocks/>
          </p:cNvGrpSpPr>
          <p:nvPr/>
        </p:nvGrpSpPr>
        <p:grpSpPr bwMode="auto">
          <a:xfrm>
            <a:off x="3429000" y="5867400"/>
            <a:ext cx="1843088" cy="249238"/>
            <a:chOff x="1200" y="3696"/>
            <a:chExt cx="1161" cy="157"/>
          </a:xfrm>
        </p:grpSpPr>
        <p:sp>
          <p:nvSpPr>
            <p:cNvPr id="214026" name="Rectangle 10"/>
            <p:cNvSpPr>
              <a:spLocks noChangeArrowheads="1"/>
            </p:cNvSpPr>
            <p:nvPr/>
          </p:nvSpPr>
          <p:spPr bwMode="auto">
            <a:xfrm>
              <a:off x="1593" y="3696"/>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4027" name="Rectangle 11"/>
            <p:cNvSpPr>
              <a:spLocks noChangeArrowheads="1"/>
            </p:cNvSpPr>
            <p:nvPr/>
          </p:nvSpPr>
          <p:spPr bwMode="auto">
            <a:xfrm>
              <a:off x="1200" y="3696"/>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
        <p:nvSpPr>
          <p:cNvPr id="214028" name="Text Box 12"/>
          <p:cNvSpPr txBox="1">
            <a:spLocks noChangeArrowheads="1"/>
          </p:cNvSpPr>
          <p:nvPr/>
        </p:nvSpPr>
        <p:spPr bwMode="auto">
          <a:xfrm>
            <a:off x="1752600" y="62484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hlink"/>
                </a:solidFill>
                <a:latin typeface="Times New Roman" panose="02020603050405020304" pitchFamily="18" charset="0"/>
              </a:rPr>
              <a:t>Host A</a:t>
            </a:r>
          </a:p>
        </p:txBody>
      </p:sp>
      <p:sp>
        <p:nvSpPr>
          <p:cNvPr id="214029" name="Text Box 13"/>
          <p:cNvSpPr txBox="1">
            <a:spLocks noChangeArrowheads="1"/>
          </p:cNvSpPr>
          <p:nvPr/>
        </p:nvSpPr>
        <p:spPr bwMode="auto">
          <a:xfrm>
            <a:off x="9144000" y="6248400"/>
            <a:ext cx="1143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accent2"/>
                </a:solidFill>
                <a:latin typeface="Times New Roman" panose="02020603050405020304" pitchFamily="18" charset="0"/>
              </a:rPr>
              <a:t>Host B</a:t>
            </a:r>
          </a:p>
        </p:txBody>
      </p:sp>
      <p:sp>
        <p:nvSpPr>
          <p:cNvPr id="214030" name="Line 14"/>
          <p:cNvSpPr>
            <a:spLocks noChangeShapeType="1"/>
          </p:cNvSpPr>
          <p:nvPr/>
        </p:nvSpPr>
        <p:spPr bwMode="auto">
          <a:xfrm>
            <a:off x="2514600" y="6019800"/>
            <a:ext cx="914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1" name="Line 15"/>
          <p:cNvSpPr>
            <a:spLocks noChangeShapeType="1"/>
          </p:cNvSpPr>
          <p:nvPr/>
        </p:nvSpPr>
        <p:spPr bwMode="auto">
          <a:xfrm flipV="1">
            <a:off x="5334000" y="6019800"/>
            <a:ext cx="533400" cy="793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2" name="Line 16"/>
          <p:cNvSpPr>
            <a:spLocks noChangeShapeType="1"/>
          </p:cNvSpPr>
          <p:nvPr/>
        </p:nvSpPr>
        <p:spPr bwMode="auto">
          <a:xfrm flipH="1" flipV="1">
            <a:off x="4953000" y="5029200"/>
            <a:ext cx="990600" cy="9906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3" name="Line 17"/>
          <p:cNvSpPr>
            <a:spLocks noChangeShapeType="1"/>
          </p:cNvSpPr>
          <p:nvPr/>
        </p:nvSpPr>
        <p:spPr bwMode="auto">
          <a:xfrm flipH="1">
            <a:off x="2209800" y="5029200"/>
            <a:ext cx="26670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4" name="Line 18"/>
          <p:cNvSpPr>
            <a:spLocks noChangeShapeType="1"/>
          </p:cNvSpPr>
          <p:nvPr/>
        </p:nvSpPr>
        <p:spPr bwMode="auto">
          <a:xfrm flipV="1">
            <a:off x="2209800" y="4495800"/>
            <a:ext cx="0" cy="533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5" name="Line 19"/>
          <p:cNvSpPr>
            <a:spLocks noChangeShapeType="1"/>
          </p:cNvSpPr>
          <p:nvPr/>
        </p:nvSpPr>
        <p:spPr bwMode="auto">
          <a:xfrm flipV="1">
            <a:off x="2209800" y="3048000"/>
            <a:ext cx="4572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6" name="Line 20"/>
          <p:cNvSpPr>
            <a:spLocks noChangeShapeType="1"/>
          </p:cNvSpPr>
          <p:nvPr/>
        </p:nvSpPr>
        <p:spPr bwMode="auto">
          <a:xfrm>
            <a:off x="5867400" y="3048000"/>
            <a:ext cx="6096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7" name="Line 21"/>
          <p:cNvSpPr>
            <a:spLocks noChangeShapeType="1"/>
          </p:cNvSpPr>
          <p:nvPr/>
        </p:nvSpPr>
        <p:spPr bwMode="auto">
          <a:xfrm flipH="1" flipV="1">
            <a:off x="2057400" y="1676400"/>
            <a:ext cx="4419600" cy="914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8" name="Line 22"/>
          <p:cNvSpPr>
            <a:spLocks noChangeShapeType="1"/>
          </p:cNvSpPr>
          <p:nvPr/>
        </p:nvSpPr>
        <p:spPr bwMode="auto">
          <a:xfrm>
            <a:off x="2438400" y="1676400"/>
            <a:ext cx="13716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39" name="Line 23"/>
          <p:cNvSpPr>
            <a:spLocks noChangeShapeType="1"/>
          </p:cNvSpPr>
          <p:nvPr/>
        </p:nvSpPr>
        <p:spPr bwMode="auto">
          <a:xfrm flipV="1">
            <a:off x="8001000" y="1600200"/>
            <a:ext cx="2438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0" name="Line 24"/>
          <p:cNvSpPr>
            <a:spLocks noChangeShapeType="1"/>
          </p:cNvSpPr>
          <p:nvPr/>
        </p:nvSpPr>
        <p:spPr bwMode="auto">
          <a:xfrm flipV="1">
            <a:off x="6477000" y="2590800"/>
            <a:ext cx="0" cy="4572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1" name="Line 25"/>
          <p:cNvSpPr>
            <a:spLocks noChangeShapeType="1"/>
          </p:cNvSpPr>
          <p:nvPr/>
        </p:nvSpPr>
        <p:spPr bwMode="auto">
          <a:xfrm>
            <a:off x="10439400" y="1676400"/>
            <a:ext cx="0" cy="2057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2" name="Line 26"/>
          <p:cNvSpPr>
            <a:spLocks noChangeShapeType="1"/>
          </p:cNvSpPr>
          <p:nvPr/>
        </p:nvSpPr>
        <p:spPr bwMode="auto">
          <a:xfrm flipH="1">
            <a:off x="9144000" y="4876800"/>
            <a:ext cx="838200" cy="0"/>
          </a:xfrm>
          <a:prstGeom prst="line">
            <a:avLst/>
          </a:prstGeom>
          <a:noFill/>
          <a:ln w="38100">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3" name="Line 27"/>
          <p:cNvSpPr>
            <a:spLocks noChangeShapeType="1"/>
          </p:cNvSpPr>
          <p:nvPr/>
        </p:nvSpPr>
        <p:spPr bwMode="auto">
          <a:xfrm>
            <a:off x="9982200" y="4876800"/>
            <a:ext cx="0" cy="762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4" name="Line 28"/>
          <p:cNvSpPr>
            <a:spLocks noChangeShapeType="1"/>
          </p:cNvSpPr>
          <p:nvPr/>
        </p:nvSpPr>
        <p:spPr bwMode="auto">
          <a:xfrm flipV="1">
            <a:off x="2209800" y="3048000"/>
            <a:ext cx="0" cy="10668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5" name="Text Box 29"/>
          <p:cNvSpPr txBox="1">
            <a:spLocks noChangeArrowheads="1"/>
          </p:cNvSpPr>
          <p:nvPr/>
        </p:nvSpPr>
        <p:spPr bwMode="auto">
          <a:xfrm>
            <a:off x="2286000" y="44958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p>
        </p:txBody>
      </p:sp>
      <p:sp>
        <p:nvSpPr>
          <p:cNvPr id="214046" name="Text Box 30"/>
          <p:cNvSpPr txBox="1">
            <a:spLocks noChangeArrowheads="1"/>
          </p:cNvSpPr>
          <p:nvPr/>
        </p:nvSpPr>
        <p:spPr bwMode="auto">
          <a:xfrm>
            <a:off x="5410200" y="33528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p>
        </p:txBody>
      </p:sp>
      <p:sp>
        <p:nvSpPr>
          <p:cNvPr id="214047" name="Line 31"/>
          <p:cNvSpPr>
            <a:spLocks noChangeShapeType="1"/>
          </p:cNvSpPr>
          <p:nvPr/>
        </p:nvSpPr>
        <p:spPr bwMode="auto">
          <a:xfrm flipH="1">
            <a:off x="9906000" y="3810000"/>
            <a:ext cx="533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48" name="Line 32"/>
          <p:cNvSpPr>
            <a:spLocks noChangeShapeType="1"/>
          </p:cNvSpPr>
          <p:nvPr/>
        </p:nvSpPr>
        <p:spPr bwMode="auto">
          <a:xfrm flipH="1">
            <a:off x="6248400" y="3810000"/>
            <a:ext cx="533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214049" name="Object 33"/>
          <p:cNvGraphicFramePr>
            <a:graphicFrameLocks noChangeAspect="1"/>
          </p:cNvGraphicFramePr>
          <p:nvPr/>
        </p:nvGraphicFramePr>
        <p:xfrm>
          <a:off x="5486400" y="3657600"/>
          <a:ext cx="762000" cy="338138"/>
        </p:xfrm>
        <a:graphic>
          <a:graphicData uri="http://schemas.openxmlformats.org/presentationml/2006/ole">
            <mc:AlternateContent xmlns:mc="http://schemas.openxmlformats.org/markup-compatibility/2006">
              <mc:Choice xmlns:v="urn:schemas-microsoft-com:vml" Requires="v">
                <p:oleObj spid="_x0000_s88415" name="文档" r:id="rId7" imgW="886320" imgH="937800" progId="Word.Document.8">
                  <p:embed/>
                </p:oleObj>
              </mc:Choice>
              <mc:Fallback>
                <p:oleObj name="文档" r:id="rId7" imgW="886320" imgH="937800" progId="Word.Document.8">
                  <p:embed/>
                  <p:pic>
                    <p:nvPicPr>
                      <p:cNvPr id="214049"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6576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4050" name="Line 34"/>
          <p:cNvSpPr>
            <a:spLocks noChangeShapeType="1"/>
          </p:cNvSpPr>
          <p:nvPr/>
        </p:nvSpPr>
        <p:spPr bwMode="auto">
          <a:xfrm>
            <a:off x="5867400" y="4038600"/>
            <a:ext cx="0" cy="914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51" name="Line 35"/>
          <p:cNvSpPr>
            <a:spLocks noChangeShapeType="1"/>
          </p:cNvSpPr>
          <p:nvPr/>
        </p:nvSpPr>
        <p:spPr bwMode="auto">
          <a:xfrm>
            <a:off x="5943600" y="4953000"/>
            <a:ext cx="13716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4052" name="Group 36"/>
          <p:cNvGrpSpPr>
            <a:grpSpLocks/>
          </p:cNvGrpSpPr>
          <p:nvPr/>
        </p:nvGrpSpPr>
        <p:grpSpPr bwMode="auto">
          <a:xfrm>
            <a:off x="7315200" y="4800600"/>
            <a:ext cx="1843088" cy="249238"/>
            <a:chOff x="3648" y="3024"/>
            <a:chExt cx="1161" cy="157"/>
          </a:xfrm>
        </p:grpSpPr>
        <p:sp>
          <p:nvSpPr>
            <p:cNvPr id="214053" name="Rectangle 37"/>
            <p:cNvSpPr>
              <a:spLocks noChangeArrowheads="1"/>
            </p:cNvSpPr>
            <p:nvPr/>
          </p:nvSpPr>
          <p:spPr bwMode="auto">
            <a:xfrm>
              <a:off x="4041" y="3024"/>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4054" name="Rectangle 38"/>
            <p:cNvSpPr>
              <a:spLocks noChangeArrowheads="1"/>
            </p:cNvSpPr>
            <p:nvPr/>
          </p:nvSpPr>
          <p:spPr bwMode="auto">
            <a:xfrm>
              <a:off x="3648" y="3024"/>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a:t>
              </a:r>
              <a:r>
                <a:rPr lang="zh-CN" altLang="en-US" sz="1000"/>
                <a:t>头部</a:t>
              </a:r>
            </a:p>
          </p:txBody>
        </p:sp>
      </p:grpSp>
      <p:sp>
        <p:nvSpPr>
          <p:cNvPr id="214055" name="Text Box 39"/>
          <p:cNvSpPr txBox="1">
            <a:spLocks noChangeArrowheads="1"/>
          </p:cNvSpPr>
          <p:nvPr/>
        </p:nvSpPr>
        <p:spPr bwMode="auto">
          <a:xfrm>
            <a:off x="1981200" y="37338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sp>
        <p:nvSpPr>
          <p:cNvPr id="214056" name="Text Box 40"/>
          <p:cNvSpPr txBox="1">
            <a:spLocks noChangeArrowheads="1"/>
          </p:cNvSpPr>
          <p:nvPr/>
        </p:nvSpPr>
        <p:spPr bwMode="auto">
          <a:xfrm>
            <a:off x="4648200" y="41148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grpSp>
        <p:nvGrpSpPr>
          <p:cNvPr id="214057" name="Group 41"/>
          <p:cNvGrpSpPr>
            <a:grpSpLocks/>
          </p:cNvGrpSpPr>
          <p:nvPr/>
        </p:nvGrpSpPr>
        <p:grpSpPr bwMode="auto">
          <a:xfrm>
            <a:off x="2667001" y="2895600"/>
            <a:ext cx="3178175" cy="762000"/>
            <a:chOff x="720" y="1824"/>
            <a:chExt cx="2002" cy="480"/>
          </a:xfrm>
        </p:grpSpPr>
        <p:sp>
          <p:nvSpPr>
            <p:cNvPr id="214058" name="Line 42"/>
            <p:cNvSpPr>
              <a:spLocks noChangeShapeType="1"/>
            </p:cNvSpPr>
            <p:nvPr/>
          </p:nvSpPr>
          <p:spPr bwMode="auto">
            <a:xfrm>
              <a:off x="1392" y="1968"/>
              <a:ext cx="0" cy="192"/>
            </a:xfrm>
            <a:prstGeom prst="line">
              <a:avLst/>
            </a:prstGeom>
            <a:noFill/>
            <a:ln w="3175">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4059" name="Group 43"/>
            <p:cNvGrpSpPr>
              <a:grpSpLocks/>
            </p:cNvGrpSpPr>
            <p:nvPr/>
          </p:nvGrpSpPr>
          <p:grpSpPr bwMode="auto">
            <a:xfrm>
              <a:off x="720" y="1824"/>
              <a:ext cx="2002" cy="157"/>
              <a:chOff x="3312" y="1776"/>
              <a:chExt cx="2002" cy="157"/>
            </a:xfrm>
          </p:grpSpPr>
          <p:sp>
            <p:nvSpPr>
              <p:cNvPr id="214060" name="Rectangle 44"/>
              <p:cNvSpPr>
                <a:spLocks noChangeArrowheads="1"/>
              </p:cNvSpPr>
              <p:nvPr/>
            </p:nvSpPr>
            <p:spPr bwMode="auto">
              <a:xfrm>
                <a:off x="4841" y="1776"/>
                <a:ext cx="473" cy="157"/>
              </a:xfrm>
              <a:prstGeom prst="rect">
                <a:avLst/>
              </a:prstGeom>
              <a:solidFill>
                <a:srgbClr val="FF9933"/>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tx2"/>
                    </a:solidFill>
                  </a:rPr>
                  <a:t>ESP</a:t>
                </a:r>
                <a:r>
                  <a:rPr lang="zh-CN" altLang="en-US" sz="1000">
                    <a:solidFill>
                      <a:schemeClr val="tx2"/>
                    </a:solidFill>
                  </a:rPr>
                  <a:t>认证</a:t>
                </a:r>
              </a:p>
            </p:txBody>
          </p:sp>
          <p:sp>
            <p:nvSpPr>
              <p:cNvPr id="214061" name="Rectangle 45"/>
              <p:cNvSpPr>
                <a:spLocks noChangeArrowheads="1"/>
              </p:cNvSpPr>
              <p:nvPr/>
            </p:nvSpPr>
            <p:spPr bwMode="auto">
              <a:xfrm>
                <a:off x="4464" y="1776"/>
                <a:ext cx="377" cy="157"/>
              </a:xfrm>
              <a:prstGeom prst="rect">
                <a:avLst/>
              </a:prstGeom>
              <a:solidFill>
                <a:srgbClr val="0099FF"/>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hlink"/>
                    </a:solidFill>
                    <a:effectLst>
                      <a:outerShdw blurRad="38100" dist="38100" dir="2700000" algn="tl">
                        <a:srgbClr val="000000"/>
                      </a:outerShdw>
                    </a:effectLst>
                  </a:rPr>
                  <a:t>ESP</a:t>
                </a:r>
                <a:r>
                  <a:rPr lang="zh-CN" altLang="en-US" sz="1000">
                    <a:solidFill>
                      <a:schemeClr val="hlink"/>
                    </a:solidFill>
                    <a:effectLst>
                      <a:outerShdw blurRad="38100" dist="38100" dir="2700000" algn="tl">
                        <a:srgbClr val="000000"/>
                      </a:outerShdw>
                    </a:effectLst>
                  </a:rPr>
                  <a:t>尾</a:t>
                </a:r>
              </a:p>
            </p:txBody>
          </p:sp>
          <p:sp>
            <p:nvSpPr>
              <p:cNvPr id="214062" name="Rectangle 46"/>
              <p:cNvSpPr>
                <a:spLocks noChangeArrowheads="1"/>
              </p:cNvSpPr>
              <p:nvPr/>
            </p:nvSpPr>
            <p:spPr bwMode="auto">
              <a:xfrm>
                <a:off x="3986" y="1776"/>
                <a:ext cx="478"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4063" name="Rectangle 47"/>
              <p:cNvSpPr>
                <a:spLocks noChangeArrowheads="1"/>
              </p:cNvSpPr>
              <p:nvPr/>
            </p:nvSpPr>
            <p:spPr bwMode="auto">
              <a:xfrm>
                <a:off x="3609" y="1776"/>
                <a:ext cx="377"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ESP</a:t>
                </a:r>
                <a:r>
                  <a:rPr lang="zh-CN" altLang="en-US" sz="1000">
                    <a:solidFill>
                      <a:srgbClr val="FF3300"/>
                    </a:solidFill>
                    <a:effectLst>
                      <a:outerShdw blurRad="38100" dist="38100" dir="2700000" algn="tl">
                        <a:srgbClr val="000000"/>
                      </a:outerShdw>
                    </a:effectLst>
                  </a:rPr>
                  <a:t>头</a:t>
                </a:r>
              </a:p>
            </p:txBody>
          </p:sp>
          <p:sp>
            <p:nvSpPr>
              <p:cNvPr id="214064" name="Rectangle 48"/>
              <p:cNvSpPr>
                <a:spLocks noChangeArrowheads="1"/>
              </p:cNvSpPr>
              <p:nvPr/>
            </p:nvSpPr>
            <p:spPr bwMode="auto">
              <a:xfrm>
                <a:off x="3312" y="1776"/>
                <a:ext cx="297"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bg1"/>
                    </a:solidFill>
                    <a:effectLst/>
                  </a:rPr>
                  <a:t>IP</a:t>
                </a:r>
                <a:r>
                  <a:rPr lang="zh-CN" altLang="en-US" sz="1000">
                    <a:solidFill>
                      <a:schemeClr val="bg1"/>
                    </a:solidFill>
                    <a:effectLst/>
                  </a:rPr>
                  <a:t>头</a:t>
                </a:r>
              </a:p>
            </p:txBody>
          </p:sp>
          <p:sp>
            <p:nvSpPr>
              <p:cNvPr id="214065" name="Line 49"/>
              <p:cNvSpPr>
                <a:spLocks noChangeShapeType="1"/>
              </p:cNvSpPr>
              <p:nvPr/>
            </p:nvSpPr>
            <p:spPr bwMode="auto">
              <a:xfrm>
                <a:off x="3312" y="1776"/>
                <a:ext cx="200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66" name="Line 50"/>
              <p:cNvSpPr>
                <a:spLocks noChangeShapeType="1"/>
              </p:cNvSpPr>
              <p:nvPr/>
            </p:nvSpPr>
            <p:spPr bwMode="auto">
              <a:xfrm>
                <a:off x="3312" y="1933"/>
                <a:ext cx="200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67" name="Line 51"/>
              <p:cNvSpPr>
                <a:spLocks noChangeShapeType="1"/>
              </p:cNvSpPr>
              <p:nvPr/>
            </p:nvSpPr>
            <p:spPr bwMode="auto">
              <a:xfrm>
                <a:off x="3312" y="1776"/>
                <a:ext cx="0" cy="15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68" name="Line 52"/>
              <p:cNvSpPr>
                <a:spLocks noChangeShapeType="1"/>
              </p:cNvSpPr>
              <p:nvPr/>
            </p:nvSpPr>
            <p:spPr bwMode="auto">
              <a:xfrm>
                <a:off x="5314" y="1776"/>
                <a:ext cx="0" cy="15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214069" name="Line 53"/>
            <p:cNvSpPr>
              <a:spLocks noChangeShapeType="1"/>
            </p:cNvSpPr>
            <p:nvPr/>
          </p:nvSpPr>
          <p:spPr bwMode="auto">
            <a:xfrm>
              <a:off x="2256" y="1968"/>
              <a:ext cx="0" cy="192"/>
            </a:xfrm>
            <a:prstGeom prst="line">
              <a:avLst/>
            </a:prstGeom>
            <a:noFill/>
            <a:ln w="3175">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70" name="Text Box 54"/>
            <p:cNvSpPr txBox="1">
              <a:spLocks noChangeArrowheads="1"/>
            </p:cNvSpPr>
            <p:nvPr/>
          </p:nvSpPr>
          <p:spPr bwMode="auto">
            <a:xfrm>
              <a:off x="1536" y="1968"/>
              <a:ext cx="48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FF99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000">
                  <a:latin typeface="Times New Roman" panose="02020603050405020304" pitchFamily="18" charset="0"/>
                </a:rPr>
                <a:t>加密数据</a:t>
              </a:r>
            </a:p>
          </p:txBody>
        </p:sp>
        <p:sp>
          <p:nvSpPr>
            <p:cNvPr id="214071" name="Line 55"/>
            <p:cNvSpPr>
              <a:spLocks noChangeShapeType="1"/>
            </p:cNvSpPr>
            <p:nvPr/>
          </p:nvSpPr>
          <p:spPr bwMode="auto">
            <a:xfrm>
              <a:off x="1392" y="2112"/>
              <a:ext cx="864" cy="0"/>
            </a:xfrm>
            <a:prstGeom prst="line">
              <a:avLst/>
            </a:prstGeom>
            <a:noFill/>
            <a:ln w="3175">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72" name="Line 56"/>
            <p:cNvSpPr>
              <a:spLocks noChangeShapeType="1"/>
            </p:cNvSpPr>
            <p:nvPr/>
          </p:nvSpPr>
          <p:spPr bwMode="auto">
            <a:xfrm>
              <a:off x="1008" y="1968"/>
              <a:ext cx="0" cy="336"/>
            </a:xfrm>
            <a:prstGeom prst="line">
              <a:avLst/>
            </a:prstGeom>
            <a:noFill/>
            <a:ln w="3175">
              <a:solidFill>
                <a:srgbClr val="66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73" name="Line 57"/>
            <p:cNvSpPr>
              <a:spLocks noChangeShapeType="1"/>
            </p:cNvSpPr>
            <p:nvPr/>
          </p:nvSpPr>
          <p:spPr bwMode="auto">
            <a:xfrm>
              <a:off x="2256" y="2112"/>
              <a:ext cx="0" cy="192"/>
            </a:xfrm>
            <a:prstGeom prst="line">
              <a:avLst/>
            </a:prstGeom>
            <a:noFill/>
            <a:ln w="3175">
              <a:solidFill>
                <a:srgbClr val="66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74" name="Line 58"/>
            <p:cNvSpPr>
              <a:spLocks noChangeShapeType="1"/>
            </p:cNvSpPr>
            <p:nvPr/>
          </p:nvSpPr>
          <p:spPr bwMode="auto">
            <a:xfrm>
              <a:off x="1008" y="2256"/>
              <a:ext cx="1248" cy="0"/>
            </a:xfrm>
            <a:prstGeom prst="line">
              <a:avLst/>
            </a:prstGeom>
            <a:noFill/>
            <a:ln w="3175">
              <a:solidFill>
                <a:srgbClr val="66CC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75" name="Text Box 59"/>
            <p:cNvSpPr txBox="1">
              <a:spLocks noChangeArrowheads="1"/>
            </p:cNvSpPr>
            <p:nvPr/>
          </p:nvSpPr>
          <p:spPr bwMode="auto">
            <a:xfrm>
              <a:off x="1440" y="2112"/>
              <a:ext cx="48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FF99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000">
                  <a:latin typeface="Times New Roman" panose="02020603050405020304" pitchFamily="18" charset="0"/>
                </a:rPr>
                <a:t>认证数据</a:t>
              </a:r>
            </a:p>
          </p:txBody>
        </p:sp>
      </p:grpSp>
      <p:grpSp>
        <p:nvGrpSpPr>
          <p:cNvPr id="214076" name="Group 60"/>
          <p:cNvGrpSpPr>
            <a:grpSpLocks/>
          </p:cNvGrpSpPr>
          <p:nvPr/>
        </p:nvGrpSpPr>
        <p:grpSpPr bwMode="auto">
          <a:xfrm>
            <a:off x="4038600" y="1600200"/>
            <a:ext cx="3733800" cy="325438"/>
            <a:chOff x="1584" y="1008"/>
            <a:chExt cx="2352" cy="205"/>
          </a:xfrm>
        </p:grpSpPr>
        <p:sp>
          <p:nvSpPr>
            <p:cNvPr id="214077" name="Line 61"/>
            <p:cNvSpPr>
              <a:spLocks noChangeShapeType="1"/>
            </p:cNvSpPr>
            <p:nvPr/>
          </p:nvSpPr>
          <p:spPr bwMode="auto">
            <a:xfrm>
              <a:off x="1584" y="1008"/>
              <a:ext cx="2352" cy="0"/>
            </a:xfrm>
            <a:prstGeom prst="line">
              <a:avLst/>
            </a:prstGeom>
            <a:noFill/>
            <a:ln w="76200" cmpd="tri">
              <a:solidFill>
                <a:schemeClr val="accent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4078" name="Group 62"/>
            <p:cNvGrpSpPr>
              <a:grpSpLocks/>
            </p:cNvGrpSpPr>
            <p:nvPr/>
          </p:nvGrpSpPr>
          <p:grpSpPr bwMode="auto">
            <a:xfrm>
              <a:off x="1680" y="1056"/>
              <a:ext cx="2002" cy="157"/>
              <a:chOff x="3312" y="1776"/>
              <a:chExt cx="2002" cy="157"/>
            </a:xfrm>
          </p:grpSpPr>
          <p:sp>
            <p:nvSpPr>
              <p:cNvPr id="214079" name="Rectangle 63"/>
              <p:cNvSpPr>
                <a:spLocks noChangeArrowheads="1"/>
              </p:cNvSpPr>
              <p:nvPr/>
            </p:nvSpPr>
            <p:spPr bwMode="auto">
              <a:xfrm>
                <a:off x="4841" y="1776"/>
                <a:ext cx="473" cy="157"/>
              </a:xfrm>
              <a:prstGeom prst="rect">
                <a:avLst/>
              </a:prstGeom>
              <a:solidFill>
                <a:srgbClr val="FF9933"/>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tx2"/>
                    </a:solidFill>
                  </a:rPr>
                  <a:t>ESP</a:t>
                </a:r>
                <a:r>
                  <a:rPr lang="zh-CN" altLang="en-US" sz="1000">
                    <a:solidFill>
                      <a:schemeClr val="tx2"/>
                    </a:solidFill>
                  </a:rPr>
                  <a:t>认证</a:t>
                </a:r>
              </a:p>
            </p:txBody>
          </p:sp>
          <p:sp>
            <p:nvSpPr>
              <p:cNvPr id="214080" name="Rectangle 64"/>
              <p:cNvSpPr>
                <a:spLocks noChangeArrowheads="1"/>
              </p:cNvSpPr>
              <p:nvPr/>
            </p:nvSpPr>
            <p:spPr bwMode="auto">
              <a:xfrm>
                <a:off x="4464" y="1776"/>
                <a:ext cx="377" cy="157"/>
              </a:xfrm>
              <a:prstGeom prst="rect">
                <a:avLst/>
              </a:prstGeom>
              <a:solidFill>
                <a:srgbClr val="0099FF"/>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hlink"/>
                    </a:solidFill>
                    <a:effectLst>
                      <a:outerShdw blurRad="38100" dist="38100" dir="2700000" algn="tl">
                        <a:srgbClr val="000000"/>
                      </a:outerShdw>
                    </a:effectLst>
                  </a:rPr>
                  <a:t>ESP</a:t>
                </a:r>
                <a:r>
                  <a:rPr lang="zh-CN" altLang="en-US" sz="1000">
                    <a:solidFill>
                      <a:schemeClr val="hlink"/>
                    </a:solidFill>
                    <a:effectLst>
                      <a:outerShdw blurRad="38100" dist="38100" dir="2700000" algn="tl">
                        <a:srgbClr val="000000"/>
                      </a:outerShdw>
                    </a:effectLst>
                  </a:rPr>
                  <a:t>尾</a:t>
                </a:r>
              </a:p>
            </p:txBody>
          </p:sp>
          <p:sp>
            <p:nvSpPr>
              <p:cNvPr id="214081" name="Rectangle 65"/>
              <p:cNvSpPr>
                <a:spLocks noChangeArrowheads="1"/>
              </p:cNvSpPr>
              <p:nvPr/>
            </p:nvSpPr>
            <p:spPr bwMode="auto">
              <a:xfrm>
                <a:off x="3986" y="1776"/>
                <a:ext cx="478"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4082" name="Rectangle 66"/>
              <p:cNvSpPr>
                <a:spLocks noChangeArrowheads="1"/>
              </p:cNvSpPr>
              <p:nvPr/>
            </p:nvSpPr>
            <p:spPr bwMode="auto">
              <a:xfrm>
                <a:off x="3609" y="1776"/>
                <a:ext cx="377"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ESP</a:t>
                </a:r>
                <a:r>
                  <a:rPr lang="zh-CN" altLang="en-US" sz="1000">
                    <a:solidFill>
                      <a:srgbClr val="FF3300"/>
                    </a:solidFill>
                    <a:effectLst>
                      <a:outerShdw blurRad="38100" dist="38100" dir="2700000" algn="tl">
                        <a:srgbClr val="000000"/>
                      </a:outerShdw>
                    </a:effectLst>
                  </a:rPr>
                  <a:t>头</a:t>
                </a:r>
              </a:p>
            </p:txBody>
          </p:sp>
          <p:sp>
            <p:nvSpPr>
              <p:cNvPr id="214083" name="Rectangle 67"/>
              <p:cNvSpPr>
                <a:spLocks noChangeArrowheads="1"/>
              </p:cNvSpPr>
              <p:nvPr/>
            </p:nvSpPr>
            <p:spPr bwMode="auto">
              <a:xfrm>
                <a:off x="3312" y="1776"/>
                <a:ext cx="297"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bg1"/>
                    </a:solidFill>
                    <a:effectLst/>
                  </a:rPr>
                  <a:t>IP</a:t>
                </a:r>
                <a:r>
                  <a:rPr lang="zh-CN" altLang="en-US" sz="1000">
                    <a:solidFill>
                      <a:schemeClr val="bg1"/>
                    </a:solidFill>
                    <a:effectLst/>
                  </a:rPr>
                  <a:t>头</a:t>
                </a:r>
              </a:p>
            </p:txBody>
          </p:sp>
          <p:sp>
            <p:nvSpPr>
              <p:cNvPr id="214084" name="Line 68"/>
              <p:cNvSpPr>
                <a:spLocks noChangeShapeType="1"/>
              </p:cNvSpPr>
              <p:nvPr/>
            </p:nvSpPr>
            <p:spPr bwMode="auto">
              <a:xfrm>
                <a:off x="3312" y="1776"/>
                <a:ext cx="200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85" name="Line 69"/>
              <p:cNvSpPr>
                <a:spLocks noChangeShapeType="1"/>
              </p:cNvSpPr>
              <p:nvPr/>
            </p:nvSpPr>
            <p:spPr bwMode="auto">
              <a:xfrm>
                <a:off x="3312" y="1933"/>
                <a:ext cx="200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86" name="Line 70"/>
              <p:cNvSpPr>
                <a:spLocks noChangeShapeType="1"/>
              </p:cNvSpPr>
              <p:nvPr/>
            </p:nvSpPr>
            <p:spPr bwMode="auto">
              <a:xfrm>
                <a:off x="3312" y="1776"/>
                <a:ext cx="0" cy="15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87" name="Line 71"/>
              <p:cNvSpPr>
                <a:spLocks noChangeShapeType="1"/>
              </p:cNvSpPr>
              <p:nvPr/>
            </p:nvSpPr>
            <p:spPr bwMode="auto">
              <a:xfrm>
                <a:off x="5314" y="1776"/>
                <a:ext cx="0" cy="15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grpSp>
        <p:nvGrpSpPr>
          <p:cNvPr id="214088" name="Group 72"/>
          <p:cNvGrpSpPr>
            <a:grpSpLocks/>
          </p:cNvGrpSpPr>
          <p:nvPr/>
        </p:nvGrpSpPr>
        <p:grpSpPr bwMode="auto">
          <a:xfrm>
            <a:off x="6781801" y="3657600"/>
            <a:ext cx="3178175" cy="762000"/>
            <a:chOff x="720" y="1824"/>
            <a:chExt cx="2002" cy="480"/>
          </a:xfrm>
        </p:grpSpPr>
        <p:sp>
          <p:nvSpPr>
            <p:cNvPr id="214089" name="Line 73"/>
            <p:cNvSpPr>
              <a:spLocks noChangeShapeType="1"/>
            </p:cNvSpPr>
            <p:nvPr/>
          </p:nvSpPr>
          <p:spPr bwMode="auto">
            <a:xfrm>
              <a:off x="1392" y="1968"/>
              <a:ext cx="0" cy="192"/>
            </a:xfrm>
            <a:prstGeom prst="line">
              <a:avLst/>
            </a:prstGeom>
            <a:noFill/>
            <a:ln w="3175">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4090" name="Group 74"/>
            <p:cNvGrpSpPr>
              <a:grpSpLocks/>
            </p:cNvGrpSpPr>
            <p:nvPr/>
          </p:nvGrpSpPr>
          <p:grpSpPr bwMode="auto">
            <a:xfrm>
              <a:off x="720" y="1824"/>
              <a:ext cx="2002" cy="157"/>
              <a:chOff x="3312" y="1776"/>
              <a:chExt cx="2002" cy="157"/>
            </a:xfrm>
          </p:grpSpPr>
          <p:sp>
            <p:nvSpPr>
              <p:cNvPr id="214091" name="Rectangle 75"/>
              <p:cNvSpPr>
                <a:spLocks noChangeArrowheads="1"/>
              </p:cNvSpPr>
              <p:nvPr/>
            </p:nvSpPr>
            <p:spPr bwMode="auto">
              <a:xfrm>
                <a:off x="4841" y="1776"/>
                <a:ext cx="473" cy="157"/>
              </a:xfrm>
              <a:prstGeom prst="rect">
                <a:avLst/>
              </a:prstGeom>
              <a:solidFill>
                <a:srgbClr val="FF9933"/>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tx2"/>
                    </a:solidFill>
                  </a:rPr>
                  <a:t>ESP</a:t>
                </a:r>
                <a:r>
                  <a:rPr lang="zh-CN" altLang="en-US" sz="1000">
                    <a:solidFill>
                      <a:schemeClr val="tx2"/>
                    </a:solidFill>
                  </a:rPr>
                  <a:t>认证</a:t>
                </a:r>
              </a:p>
            </p:txBody>
          </p:sp>
          <p:sp>
            <p:nvSpPr>
              <p:cNvPr id="214092" name="Rectangle 76"/>
              <p:cNvSpPr>
                <a:spLocks noChangeArrowheads="1"/>
              </p:cNvSpPr>
              <p:nvPr/>
            </p:nvSpPr>
            <p:spPr bwMode="auto">
              <a:xfrm>
                <a:off x="4464" y="1776"/>
                <a:ext cx="377" cy="157"/>
              </a:xfrm>
              <a:prstGeom prst="rect">
                <a:avLst/>
              </a:prstGeom>
              <a:solidFill>
                <a:srgbClr val="0099FF"/>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hlink"/>
                    </a:solidFill>
                    <a:effectLst>
                      <a:outerShdw blurRad="38100" dist="38100" dir="2700000" algn="tl">
                        <a:srgbClr val="000000"/>
                      </a:outerShdw>
                    </a:effectLst>
                  </a:rPr>
                  <a:t>ESP</a:t>
                </a:r>
                <a:r>
                  <a:rPr lang="zh-CN" altLang="en-US" sz="1000">
                    <a:solidFill>
                      <a:schemeClr val="hlink"/>
                    </a:solidFill>
                    <a:effectLst>
                      <a:outerShdw blurRad="38100" dist="38100" dir="2700000" algn="tl">
                        <a:srgbClr val="000000"/>
                      </a:outerShdw>
                    </a:effectLst>
                  </a:rPr>
                  <a:t>尾</a:t>
                </a:r>
              </a:p>
            </p:txBody>
          </p:sp>
          <p:sp>
            <p:nvSpPr>
              <p:cNvPr id="214093" name="Rectangle 77"/>
              <p:cNvSpPr>
                <a:spLocks noChangeArrowheads="1"/>
              </p:cNvSpPr>
              <p:nvPr/>
            </p:nvSpPr>
            <p:spPr bwMode="auto">
              <a:xfrm>
                <a:off x="3986" y="1776"/>
                <a:ext cx="478"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4094" name="Rectangle 78"/>
              <p:cNvSpPr>
                <a:spLocks noChangeArrowheads="1"/>
              </p:cNvSpPr>
              <p:nvPr/>
            </p:nvSpPr>
            <p:spPr bwMode="auto">
              <a:xfrm>
                <a:off x="3609" y="1776"/>
                <a:ext cx="377"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ESP</a:t>
                </a:r>
                <a:r>
                  <a:rPr lang="zh-CN" altLang="en-US" sz="1000">
                    <a:solidFill>
                      <a:srgbClr val="FF3300"/>
                    </a:solidFill>
                    <a:effectLst>
                      <a:outerShdw blurRad="38100" dist="38100" dir="2700000" algn="tl">
                        <a:srgbClr val="000000"/>
                      </a:outerShdw>
                    </a:effectLst>
                  </a:rPr>
                  <a:t>头</a:t>
                </a:r>
              </a:p>
            </p:txBody>
          </p:sp>
          <p:sp>
            <p:nvSpPr>
              <p:cNvPr id="214095" name="Rectangle 79"/>
              <p:cNvSpPr>
                <a:spLocks noChangeArrowheads="1"/>
              </p:cNvSpPr>
              <p:nvPr/>
            </p:nvSpPr>
            <p:spPr bwMode="auto">
              <a:xfrm>
                <a:off x="3312" y="1776"/>
                <a:ext cx="297"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bg1"/>
                    </a:solidFill>
                    <a:effectLst/>
                  </a:rPr>
                  <a:t>IP</a:t>
                </a:r>
                <a:r>
                  <a:rPr lang="zh-CN" altLang="en-US" sz="1000">
                    <a:solidFill>
                      <a:schemeClr val="bg1"/>
                    </a:solidFill>
                    <a:effectLst/>
                  </a:rPr>
                  <a:t>头</a:t>
                </a:r>
              </a:p>
            </p:txBody>
          </p:sp>
          <p:sp>
            <p:nvSpPr>
              <p:cNvPr id="214096" name="Line 80"/>
              <p:cNvSpPr>
                <a:spLocks noChangeShapeType="1"/>
              </p:cNvSpPr>
              <p:nvPr/>
            </p:nvSpPr>
            <p:spPr bwMode="auto">
              <a:xfrm>
                <a:off x="3312" y="1776"/>
                <a:ext cx="200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97" name="Line 81"/>
              <p:cNvSpPr>
                <a:spLocks noChangeShapeType="1"/>
              </p:cNvSpPr>
              <p:nvPr/>
            </p:nvSpPr>
            <p:spPr bwMode="auto">
              <a:xfrm>
                <a:off x="3312" y="1933"/>
                <a:ext cx="200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98" name="Line 82"/>
              <p:cNvSpPr>
                <a:spLocks noChangeShapeType="1"/>
              </p:cNvSpPr>
              <p:nvPr/>
            </p:nvSpPr>
            <p:spPr bwMode="auto">
              <a:xfrm>
                <a:off x="3312" y="1776"/>
                <a:ext cx="0" cy="15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099" name="Line 83"/>
              <p:cNvSpPr>
                <a:spLocks noChangeShapeType="1"/>
              </p:cNvSpPr>
              <p:nvPr/>
            </p:nvSpPr>
            <p:spPr bwMode="auto">
              <a:xfrm>
                <a:off x="5314" y="1776"/>
                <a:ext cx="0" cy="15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214100" name="Line 84"/>
            <p:cNvSpPr>
              <a:spLocks noChangeShapeType="1"/>
            </p:cNvSpPr>
            <p:nvPr/>
          </p:nvSpPr>
          <p:spPr bwMode="auto">
            <a:xfrm>
              <a:off x="2256" y="1968"/>
              <a:ext cx="0" cy="192"/>
            </a:xfrm>
            <a:prstGeom prst="line">
              <a:avLst/>
            </a:prstGeom>
            <a:noFill/>
            <a:ln w="3175">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101" name="Text Box 85"/>
            <p:cNvSpPr txBox="1">
              <a:spLocks noChangeArrowheads="1"/>
            </p:cNvSpPr>
            <p:nvPr/>
          </p:nvSpPr>
          <p:spPr bwMode="auto">
            <a:xfrm>
              <a:off x="1536" y="1968"/>
              <a:ext cx="48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FF99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000">
                  <a:latin typeface="Times New Roman" panose="02020603050405020304" pitchFamily="18" charset="0"/>
                </a:rPr>
                <a:t>加密数据</a:t>
              </a:r>
            </a:p>
          </p:txBody>
        </p:sp>
        <p:sp>
          <p:nvSpPr>
            <p:cNvPr id="214102" name="Line 86"/>
            <p:cNvSpPr>
              <a:spLocks noChangeShapeType="1"/>
            </p:cNvSpPr>
            <p:nvPr/>
          </p:nvSpPr>
          <p:spPr bwMode="auto">
            <a:xfrm>
              <a:off x="1392" y="2112"/>
              <a:ext cx="864" cy="0"/>
            </a:xfrm>
            <a:prstGeom prst="line">
              <a:avLst/>
            </a:prstGeom>
            <a:noFill/>
            <a:ln w="3175">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103" name="Line 87"/>
            <p:cNvSpPr>
              <a:spLocks noChangeShapeType="1"/>
            </p:cNvSpPr>
            <p:nvPr/>
          </p:nvSpPr>
          <p:spPr bwMode="auto">
            <a:xfrm>
              <a:off x="1008" y="1968"/>
              <a:ext cx="0" cy="336"/>
            </a:xfrm>
            <a:prstGeom prst="line">
              <a:avLst/>
            </a:prstGeom>
            <a:noFill/>
            <a:ln w="3175">
              <a:solidFill>
                <a:srgbClr val="66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104" name="Line 88"/>
            <p:cNvSpPr>
              <a:spLocks noChangeShapeType="1"/>
            </p:cNvSpPr>
            <p:nvPr/>
          </p:nvSpPr>
          <p:spPr bwMode="auto">
            <a:xfrm>
              <a:off x="2256" y="2112"/>
              <a:ext cx="0" cy="192"/>
            </a:xfrm>
            <a:prstGeom prst="line">
              <a:avLst/>
            </a:prstGeom>
            <a:noFill/>
            <a:ln w="3175">
              <a:solidFill>
                <a:srgbClr val="66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105" name="Line 89"/>
            <p:cNvSpPr>
              <a:spLocks noChangeShapeType="1"/>
            </p:cNvSpPr>
            <p:nvPr/>
          </p:nvSpPr>
          <p:spPr bwMode="auto">
            <a:xfrm>
              <a:off x="1008" y="2256"/>
              <a:ext cx="1248" cy="0"/>
            </a:xfrm>
            <a:prstGeom prst="line">
              <a:avLst/>
            </a:prstGeom>
            <a:noFill/>
            <a:ln w="3175">
              <a:solidFill>
                <a:srgbClr val="66CC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4106" name="Text Box 90"/>
            <p:cNvSpPr txBox="1">
              <a:spLocks noChangeArrowheads="1"/>
            </p:cNvSpPr>
            <p:nvPr/>
          </p:nvSpPr>
          <p:spPr bwMode="auto">
            <a:xfrm>
              <a:off x="1440" y="2112"/>
              <a:ext cx="48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FF99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000">
                  <a:latin typeface="Times New Roman" panose="02020603050405020304" pitchFamily="18" charset="0"/>
                </a:rPr>
                <a:t>认证数据</a:t>
              </a:r>
            </a:p>
          </p:txBody>
        </p:sp>
      </p:grpSp>
    </p:spTree>
    <p:extLst>
      <p:ext uri="{BB962C8B-B14F-4D97-AF65-F5344CB8AC3E}">
        <p14:creationId xmlns:p14="http://schemas.microsoft.com/office/powerpoint/2010/main" val="1836621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4030"/>
                                        </p:tgtEl>
                                        <p:attrNameLst>
                                          <p:attrName>style.visibility</p:attrName>
                                        </p:attrNameLst>
                                      </p:cBhvr>
                                      <p:to>
                                        <p:strVal val="visible"/>
                                      </p:to>
                                    </p:set>
                                    <p:animEffect transition="in" filter="wipe(left)">
                                      <p:cBhvr>
                                        <p:cTn id="7" dur="500"/>
                                        <p:tgtEl>
                                          <p:spTgt spid="21403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14025"/>
                                        </p:tgtEl>
                                        <p:attrNameLst>
                                          <p:attrName>style.visibility</p:attrName>
                                        </p:attrNameLst>
                                      </p:cBhvr>
                                      <p:to>
                                        <p:strVal val="visible"/>
                                      </p:to>
                                    </p:set>
                                    <p:animEffect transition="in" filter="wipe(left)">
                                      <p:cBhvr>
                                        <p:cTn id="11" dur="500"/>
                                        <p:tgtEl>
                                          <p:spTgt spid="21402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4031"/>
                                        </p:tgtEl>
                                        <p:attrNameLst>
                                          <p:attrName>style.visibility</p:attrName>
                                        </p:attrNameLst>
                                      </p:cBhvr>
                                      <p:to>
                                        <p:strVal val="visible"/>
                                      </p:to>
                                    </p:set>
                                    <p:animEffect transition="in" filter="wipe(left)">
                                      <p:cBhvr>
                                        <p:cTn id="15" dur="500"/>
                                        <p:tgtEl>
                                          <p:spTgt spid="214031"/>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4032"/>
                                        </p:tgtEl>
                                        <p:attrNameLst>
                                          <p:attrName>style.visibility</p:attrName>
                                        </p:attrNameLst>
                                      </p:cBhvr>
                                      <p:to>
                                        <p:strVal val="visible"/>
                                      </p:to>
                                    </p:set>
                                    <p:animEffect transition="in" filter="wipe(down)">
                                      <p:cBhvr>
                                        <p:cTn id="19" dur="500"/>
                                        <p:tgtEl>
                                          <p:spTgt spid="214032"/>
                                        </p:tgtEl>
                                      </p:cBhvr>
                                    </p:animEffect>
                                  </p:childTnLst>
                                </p:cTn>
                              </p:par>
                            </p:childTnLst>
                          </p:cTn>
                        </p:par>
                        <p:par>
                          <p:cTn id="20" fill="hold" nodeType="afterGroup">
                            <p:stCondLst>
                              <p:cond delay="2000"/>
                            </p:stCondLst>
                            <p:childTnLst>
                              <p:par>
                                <p:cTn id="21" presetID="22" presetClass="entr" presetSubtype="2" fill="hold" nodeType="afterEffect">
                                  <p:stCondLst>
                                    <p:cond delay="0"/>
                                  </p:stCondLst>
                                  <p:childTnLst>
                                    <p:set>
                                      <p:cBhvr>
                                        <p:cTn id="22" dur="1" fill="hold">
                                          <p:stCondLst>
                                            <p:cond delay="0"/>
                                          </p:stCondLst>
                                        </p:cTn>
                                        <p:tgtEl>
                                          <p:spTgt spid="214033"/>
                                        </p:tgtEl>
                                        <p:attrNameLst>
                                          <p:attrName>style.visibility</p:attrName>
                                        </p:attrNameLst>
                                      </p:cBhvr>
                                      <p:to>
                                        <p:strVal val="visible"/>
                                      </p:to>
                                    </p:set>
                                    <p:animEffect transition="in" filter="wipe(right)">
                                      <p:cBhvr>
                                        <p:cTn id="23" dur="500"/>
                                        <p:tgtEl>
                                          <p:spTgt spid="214033"/>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p:cTn id="26" dur="1" fill="hold">
                                          <p:stCondLst>
                                            <p:cond delay="0"/>
                                          </p:stCondLst>
                                        </p:cTn>
                                        <p:tgtEl>
                                          <p:spTgt spid="214034"/>
                                        </p:tgtEl>
                                        <p:attrNameLst>
                                          <p:attrName>style.visibility</p:attrName>
                                        </p:attrNameLst>
                                      </p:cBhvr>
                                      <p:to>
                                        <p:strVal val="visible"/>
                                      </p:to>
                                    </p:set>
                                    <p:animEffect transition="in" filter="wipe(down)">
                                      <p:cBhvr>
                                        <p:cTn id="27" dur="500"/>
                                        <p:tgtEl>
                                          <p:spTgt spid="2140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9" presetClass="entr" presetSubtype="10" fill="hold" grpId="0" nodeType="clickEffect">
                                  <p:stCondLst>
                                    <p:cond delay="0"/>
                                  </p:stCondLst>
                                  <p:childTnLst>
                                    <p:set>
                                      <p:cBhvr>
                                        <p:cTn id="31" dur="1" fill="hold">
                                          <p:stCondLst>
                                            <p:cond delay="0"/>
                                          </p:stCondLst>
                                        </p:cTn>
                                        <p:tgtEl>
                                          <p:spTgt spid="214055"/>
                                        </p:tgtEl>
                                        <p:attrNameLst>
                                          <p:attrName>style.visibility</p:attrName>
                                        </p:attrNameLst>
                                      </p:cBhvr>
                                      <p:to>
                                        <p:strVal val="visible"/>
                                      </p:to>
                                    </p:set>
                                    <p:anim calcmode="lin" valueType="num">
                                      <p:cBhvr>
                                        <p:cTn id="32" dur="5000" fill="hold"/>
                                        <p:tgtEl>
                                          <p:spTgt spid="214055"/>
                                        </p:tgtEl>
                                        <p:attrNameLst>
                                          <p:attrName>ppt_w</p:attrName>
                                        </p:attrNameLst>
                                      </p:cBhvr>
                                      <p:tavLst>
                                        <p:tav tm="0" fmla="#ppt_w*sin(2.5*pi*$)">
                                          <p:val>
                                            <p:fltVal val="0"/>
                                          </p:val>
                                        </p:tav>
                                        <p:tav tm="100000">
                                          <p:val>
                                            <p:fltVal val="1"/>
                                          </p:val>
                                        </p:tav>
                                      </p:tavLst>
                                    </p:anim>
                                    <p:anim calcmode="lin" valueType="num">
                                      <p:cBhvr>
                                        <p:cTn id="33" dur="5000" fill="hold"/>
                                        <p:tgtEl>
                                          <p:spTgt spid="214055"/>
                                        </p:tgtEl>
                                        <p:attrNameLst>
                                          <p:attrName>ppt_h</p:attrName>
                                        </p:attrNameLst>
                                      </p:cBhvr>
                                      <p:tavLst>
                                        <p:tav tm="0">
                                          <p:val>
                                            <p:strVal val="#ppt_h"/>
                                          </p:val>
                                        </p:tav>
                                        <p:tav tm="100000">
                                          <p:val>
                                            <p:strVal val="#ppt_h"/>
                                          </p:val>
                                        </p:tav>
                                      </p:tavLst>
                                    </p:anim>
                                  </p:childTnLst>
                                </p:cTn>
                              </p:par>
                            </p:childTnLst>
                          </p:cTn>
                        </p:par>
                        <p:par>
                          <p:cTn id="34" fill="hold" nodeType="afterGroup">
                            <p:stCondLst>
                              <p:cond delay="5000"/>
                            </p:stCondLst>
                            <p:childTnLst>
                              <p:par>
                                <p:cTn id="35" presetID="22" presetClass="entr" presetSubtype="4" fill="hold" nodeType="afterEffect">
                                  <p:stCondLst>
                                    <p:cond delay="0"/>
                                  </p:stCondLst>
                                  <p:childTnLst>
                                    <p:set>
                                      <p:cBhvr>
                                        <p:cTn id="36" dur="1" fill="hold">
                                          <p:stCondLst>
                                            <p:cond delay="0"/>
                                          </p:stCondLst>
                                        </p:cTn>
                                        <p:tgtEl>
                                          <p:spTgt spid="214044"/>
                                        </p:tgtEl>
                                        <p:attrNameLst>
                                          <p:attrName>style.visibility</p:attrName>
                                        </p:attrNameLst>
                                      </p:cBhvr>
                                      <p:to>
                                        <p:strVal val="visible"/>
                                      </p:to>
                                    </p:set>
                                    <p:animEffect transition="in" filter="wipe(down)">
                                      <p:cBhvr>
                                        <p:cTn id="37" dur="500"/>
                                        <p:tgtEl>
                                          <p:spTgt spid="214044"/>
                                        </p:tgtEl>
                                      </p:cBhvr>
                                    </p:animEffect>
                                  </p:childTnLst>
                                </p:cTn>
                              </p:par>
                            </p:childTnLst>
                          </p:cTn>
                        </p:par>
                        <p:par>
                          <p:cTn id="38" fill="hold" nodeType="afterGroup">
                            <p:stCondLst>
                              <p:cond delay="5500"/>
                            </p:stCondLst>
                            <p:childTnLst>
                              <p:par>
                                <p:cTn id="39" presetID="22" presetClass="entr" presetSubtype="8" fill="hold" nodeType="afterEffect">
                                  <p:stCondLst>
                                    <p:cond delay="0"/>
                                  </p:stCondLst>
                                  <p:childTnLst>
                                    <p:set>
                                      <p:cBhvr>
                                        <p:cTn id="40" dur="1" fill="hold">
                                          <p:stCondLst>
                                            <p:cond delay="0"/>
                                          </p:stCondLst>
                                        </p:cTn>
                                        <p:tgtEl>
                                          <p:spTgt spid="214035"/>
                                        </p:tgtEl>
                                        <p:attrNameLst>
                                          <p:attrName>style.visibility</p:attrName>
                                        </p:attrNameLst>
                                      </p:cBhvr>
                                      <p:to>
                                        <p:strVal val="visible"/>
                                      </p:to>
                                    </p:set>
                                    <p:animEffect transition="in" filter="wipe(left)">
                                      <p:cBhvr>
                                        <p:cTn id="41" dur="500"/>
                                        <p:tgtEl>
                                          <p:spTgt spid="214035"/>
                                        </p:tgtEl>
                                      </p:cBhvr>
                                    </p:animEffect>
                                  </p:childTnLst>
                                </p:cTn>
                              </p:par>
                            </p:childTnLst>
                          </p:cTn>
                        </p:par>
                        <p:par>
                          <p:cTn id="42" fill="hold" nodeType="afterGroup">
                            <p:stCondLst>
                              <p:cond delay="6000"/>
                            </p:stCondLst>
                            <p:childTnLst>
                              <p:par>
                                <p:cTn id="43" presetID="22" presetClass="entr" presetSubtype="8" fill="hold" nodeType="afterEffect">
                                  <p:stCondLst>
                                    <p:cond delay="0"/>
                                  </p:stCondLst>
                                  <p:childTnLst>
                                    <p:set>
                                      <p:cBhvr>
                                        <p:cTn id="44" dur="1" fill="hold">
                                          <p:stCondLst>
                                            <p:cond delay="0"/>
                                          </p:stCondLst>
                                        </p:cTn>
                                        <p:tgtEl>
                                          <p:spTgt spid="214057"/>
                                        </p:tgtEl>
                                        <p:attrNameLst>
                                          <p:attrName>style.visibility</p:attrName>
                                        </p:attrNameLst>
                                      </p:cBhvr>
                                      <p:to>
                                        <p:strVal val="visible"/>
                                      </p:to>
                                    </p:set>
                                    <p:animEffect transition="in" filter="wipe(left)">
                                      <p:cBhvr>
                                        <p:cTn id="45" dur="500"/>
                                        <p:tgtEl>
                                          <p:spTgt spid="214057"/>
                                        </p:tgtEl>
                                      </p:cBhvr>
                                    </p:animEffect>
                                  </p:childTnLst>
                                </p:cTn>
                              </p:par>
                            </p:childTnLst>
                          </p:cTn>
                        </p:par>
                        <p:par>
                          <p:cTn id="46" fill="hold" nodeType="afterGroup">
                            <p:stCondLst>
                              <p:cond delay="6500"/>
                            </p:stCondLst>
                            <p:childTnLst>
                              <p:par>
                                <p:cTn id="47" presetID="22" presetClass="entr" presetSubtype="8" fill="hold" nodeType="afterEffect">
                                  <p:stCondLst>
                                    <p:cond delay="0"/>
                                  </p:stCondLst>
                                  <p:childTnLst>
                                    <p:set>
                                      <p:cBhvr>
                                        <p:cTn id="48" dur="1" fill="hold">
                                          <p:stCondLst>
                                            <p:cond delay="0"/>
                                          </p:stCondLst>
                                        </p:cTn>
                                        <p:tgtEl>
                                          <p:spTgt spid="214036"/>
                                        </p:tgtEl>
                                        <p:attrNameLst>
                                          <p:attrName>style.visibility</p:attrName>
                                        </p:attrNameLst>
                                      </p:cBhvr>
                                      <p:to>
                                        <p:strVal val="visible"/>
                                      </p:to>
                                    </p:set>
                                    <p:animEffect transition="in" filter="wipe(left)">
                                      <p:cBhvr>
                                        <p:cTn id="49" dur="500"/>
                                        <p:tgtEl>
                                          <p:spTgt spid="214036"/>
                                        </p:tgtEl>
                                      </p:cBhvr>
                                    </p:animEffect>
                                  </p:childTnLst>
                                </p:cTn>
                              </p:par>
                            </p:childTnLst>
                          </p:cTn>
                        </p:par>
                        <p:par>
                          <p:cTn id="50" fill="hold" nodeType="afterGroup">
                            <p:stCondLst>
                              <p:cond delay="7000"/>
                            </p:stCondLst>
                            <p:childTnLst>
                              <p:par>
                                <p:cTn id="51" presetID="22" presetClass="entr" presetSubtype="4" fill="hold" nodeType="afterEffect">
                                  <p:stCondLst>
                                    <p:cond delay="0"/>
                                  </p:stCondLst>
                                  <p:childTnLst>
                                    <p:set>
                                      <p:cBhvr>
                                        <p:cTn id="52" dur="1" fill="hold">
                                          <p:stCondLst>
                                            <p:cond delay="0"/>
                                          </p:stCondLst>
                                        </p:cTn>
                                        <p:tgtEl>
                                          <p:spTgt spid="214040"/>
                                        </p:tgtEl>
                                        <p:attrNameLst>
                                          <p:attrName>style.visibility</p:attrName>
                                        </p:attrNameLst>
                                      </p:cBhvr>
                                      <p:to>
                                        <p:strVal val="visible"/>
                                      </p:to>
                                    </p:set>
                                    <p:animEffect transition="in" filter="wipe(down)">
                                      <p:cBhvr>
                                        <p:cTn id="53" dur="500"/>
                                        <p:tgtEl>
                                          <p:spTgt spid="214040"/>
                                        </p:tgtEl>
                                      </p:cBhvr>
                                    </p:animEffect>
                                  </p:childTnLst>
                                </p:cTn>
                              </p:par>
                            </p:childTnLst>
                          </p:cTn>
                        </p:par>
                        <p:par>
                          <p:cTn id="54" fill="hold" nodeType="afterGroup">
                            <p:stCondLst>
                              <p:cond delay="7500"/>
                            </p:stCondLst>
                            <p:childTnLst>
                              <p:par>
                                <p:cTn id="55" presetID="22" presetClass="entr" presetSubtype="4" fill="hold" nodeType="afterEffect">
                                  <p:stCondLst>
                                    <p:cond delay="0"/>
                                  </p:stCondLst>
                                  <p:childTnLst>
                                    <p:set>
                                      <p:cBhvr>
                                        <p:cTn id="56" dur="1" fill="hold">
                                          <p:stCondLst>
                                            <p:cond delay="0"/>
                                          </p:stCondLst>
                                        </p:cTn>
                                        <p:tgtEl>
                                          <p:spTgt spid="214037"/>
                                        </p:tgtEl>
                                        <p:attrNameLst>
                                          <p:attrName>style.visibility</p:attrName>
                                        </p:attrNameLst>
                                      </p:cBhvr>
                                      <p:to>
                                        <p:strVal val="visible"/>
                                      </p:to>
                                    </p:set>
                                    <p:animEffect transition="in" filter="wipe(down)">
                                      <p:cBhvr>
                                        <p:cTn id="57" dur="500"/>
                                        <p:tgtEl>
                                          <p:spTgt spid="214037"/>
                                        </p:tgtEl>
                                      </p:cBhvr>
                                    </p:animEffect>
                                  </p:childTnLst>
                                </p:cTn>
                              </p:par>
                            </p:childTnLst>
                          </p:cTn>
                        </p:par>
                        <p:par>
                          <p:cTn id="58" fill="hold" nodeType="afterGroup">
                            <p:stCondLst>
                              <p:cond delay="8000"/>
                            </p:stCondLst>
                            <p:childTnLst>
                              <p:par>
                                <p:cTn id="59" presetID="22" presetClass="entr" presetSubtype="8" fill="hold" nodeType="afterEffect">
                                  <p:stCondLst>
                                    <p:cond delay="0"/>
                                  </p:stCondLst>
                                  <p:childTnLst>
                                    <p:set>
                                      <p:cBhvr>
                                        <p:cTn id="60" dur="1" fill="hold">
                                          <p:stCondLst>
                                            <p:cond delay="0"/>
                                          </p:stCondLst>
                                        </p:cTn>
                                        <p:tgtEl>
                                          <p:spTgt spid="214038"/>
                                        </p:tgtEl>
                                        <p:attrNameLst>
                                          <p:attrName>style.visibility</p:attrName>
                                        </p:attrNameLst>
                                      </p:cBhvr>
                                      <p:to>
                                        <p:strVal val="visible"/>
                                      </p:to>
                                    </p:set>
                                    <p:animEffect transition="in" filter="wipe(left)">
                                      <p:cBhvr>
                                        <p:cTn id="61" dur="500"/>
                                        <p:tgtEl>
                                          <p:spTgt spid="214038"/>
                                        </p:tgtEl>
                                      </p:cBhvr>
                                    </p:animEffect>
                                  </p:childTnLst>
                                </p:cTn>
                              </p:par>
                            </p:childTnLst>
                          </p:cTn>
                        </p:par>
                        <p:par>
                          <p:cTn id="62" fill="hold" nodeType="afterGroup">
                            <p:stCondLst>
                              <p:cond delay="8500"/>
                            </p:stCondLst>
                            <p:childTnLst>
                              <p:par>
                                <p:cTn id="63" presetID="22" presetClass="entr" presetSubtype="8" fill="hold" nodeType="afterEffect">
                                  <p:stCondLst>
                                    <p:cond delay="0"/>
                                  </p:stCondLst>
                                  <p:childTnLst>
                                    <p:set>
                                      <p:cBhvr>
                                        <p:cTn id="64" dur="1" fill="hold">
                                          <p:stCondLst>
                                            <p:cond delay="0"/>
                                          </p:stCondLst>
                                        </p:cTn>
                                        <p:tgtEl>
                                          <p:spTgt spid="214076"/>
                                        </p:tgtEl>
                                        <p:attrNameLst>
                                          <p:attrName>style.visibility</p:attrName>
                                        </p:attrNameLst>
                                      </p:cBhvr>
                                      <p:to>
                                        <p:strVal val="visible"/>
                                      </p:to>
                                    </p:set>
                                    <p:animEffect transition="in" filter="wipe(left)">
                                      <p:cBhvr>
                                        <p:cTn id="65" dur="500"/>
                                        <p:tgtEl>
                                          <p:spTgt spid="214076"/>
                                        </p:tgtEl>
                                      </p:cBhvr>
                                    </p:animEffect>
                                  </p:childTnLst>
                                </p:cTn>
                              </p:par>
                            </p:childTnLst>
                          </p:cTn>
                        </p:par>
                        <p:par>
                          <p:cTn id="66" fill="hold" nodeType="afterGroup">
                            <p:stCondLst>
                              <p:cond delay="9000"/>
                            </p:stCondLst>
                            <p:childTnLst>
                              <p:par>
                                <p:cTn id="67" presetID="22" presetClass="entr" presetSubtype="8" fill="hold" nodeType="afterEffect">
                                  <p:stCondLst>
                                    <p:cond delay="0"/>
                                  </p:stCondLst>
                                  <p:childTnLst>
                                    <p:set>
                                      <p:cBhvr>
                                        <p:cTn id="68" dur="1" fill="hold">
                                          <p:stCondLst>
                                            <p:cond delay="0"/>
                                          </p:stCondLst>
                                        </p:cTn>
                                        <p:tgtEl>
                                          <p:spTgt spid="214039"/>
                                        </p:tgtEl>
                                        <p:attrNameLst>
                                          <p:attrName>style.visibility</p:attrName>
                                        </p:attrNameLst>
                                      </p:cBhvr>
                                      <p:to>
                                        <p:strVal val="visible"/>
                                      </p:to>
                                    </p:set>
                                    <p:animEffect transition="in" filter="wipe(left)">
                                      <p:cBhvr>
                                        <p:cTn id="69" dur="500"/>
                                        <p:tgtEl>
                                          <p:spTgt spid="214039"/>
                                        </p:tgtEl>
                                      </p:cBhvr>
                                    </p:animEffect>
                                  </p:childTnLst>
                                </p:cTn>
                              </p:par>
                            </p:childTnLst>
                          </p:cTn>
                        </p:par>
                        <p:par>
                          <p:cTn id="70" fill="hold" nodeType="afterGroup">
                            <p:stCondLst>
                              <p:cond delay="9500"/>
                            </p:stCondLst>
                            <p:childTnLst>
                              <p:par>
                                <p:cTn id="71" presetID="22" presetClass="entr" presetSubtype="1" fill="hold" nodeType="afterEffect">
                                  <p:stCondLst>
                                    <p:cond delay="0"/>
                                  </p:stCondLst>
                                  <p:childTnLst>
                                    <p:set>
                                      <p:cBhvr>
                                        <p:cTn id="72" dur="1" fill="hold">
                                          <p:stCondLst>
                                            <p:cond delay="0"/>
                                          </p:stCondLst>
                                        </p:cTn>
                                        <p:tgtEl>
                                          <p:spTgt spid="214041"/>
                                        </p:tgtEl>
                                        <p:attrNameLst>
                                          <p:attrName>style.visibility</p:attrName>
                                        </p:attrNameLst>
                                      </p:cBhvr>
                                      <p:to>
                                        <p:strVal val="visible"/>
                                      </p:to>
                                    </p:set>
                                    <p:animEffect transition="in" filter="wipe(up)">
                                      <p:cBhvr>
                                        <p:cTn id="73" dur="500"/>
                                        <p:tgtEl>
                                          <p:spTgt spid="214041"/>
                                        </p:tgtEl>
                                      </p:cBhvr>
                                    </p:animEffect>
                                  </p:childTnLst>
                                </p:cTn>
                              </p:par>
                            </p:childTnLst>
                          </p:cTn>
                        </p:par>
                        <p:par>
                          <p:cTn id="74" fill="hold" nodeType="afterGroup">
                            <p:stCondLst>
                              <p:cond delay="10000"/>
                            </p:stCondLst>
                            <p:childTnLst>
                              <p:par>
                                <p:cTn id="75" presetID="22" presetClass="entr" presetSubtype="2" fill="hold" nodeType="afterEffect">
                                  <p:stCondLst>
                                    <p:cond delay="0"/>
                                  </p:stCondLst>
                                  <p:childTnLst>
                                    <p:set>
                                      <p:cBhvr>
                                        <p:cTn id="76" dur="1" fill="hold">
                                          <p:stCondLst>
                                            <p:cond delay="0"/>
                                          </p:stCondLst>
                                        </p:cTn>
                                        <p:tgtEl>
                                          <p:spTgt spid="214047"/>
                                        </p:tgtEl>
                                        <p:attrNameLst>
                                          <p:attrName>style.visibility</p:attrName>
                                        </p:attrNameLst>
                                      </p:cBhvr>
                                      <p:to>
                                        <p:strVal val="visible"/>
                                      </p:to>
                                    </p:set>
                                    <p:animEffect transition="in" filter="wipe(right)">
                                      <p:cBhvr>
                                        <p:cTn id="77" dur="500"/>
                                        <p:tgtEl>
                                          <p:spTgt spid="214047"/>
                                        </p:tgtEl>
                                      </p:cBhvr>
                                    </p:animEffect>
                                  </p:childTnLst>
                                </p:cTn>
                              </p:par>
                            </p:childTnLst>
                          </p:cTn>
                        </p:par>
                        <p:par>
                          <p:cTn id="78" fill="hold" nodeType="afterGroup">
                            <p:stCondLst>
                              <p:cond delay="10500"/>
                            </p:stCondLst>
                            <p:childTnLst>
                              <p:par>
                                <p:cTn id="79" presetID="22" presetClass="entr" presetSubtype="2" fill="hold" nodeType="afterEffect">
                                  <p:stCondLst>
                                    <p:cond delay="0"/>
                                  </p:stCondLst>
                                  <p:childTnLst>
                                    <p:set>
                                      <p:cBhvr>
                                        <p:cTn id="80" dur="1" fill="hold">
                                          <p:stCondLst>
                                            <p:cond delay="0"/>
                                          </p:stCondLst>
                                        </p:cTn>
                                        <p:tgtEl>
                                          <p:spTgt spid="214088"/>
                                        </p:tgtEl>
                                        <p:attrNameLst>
                                          <p:attrName>style.visibility</p:attrName>
                                        </p:attrNameLst>
                                      </p:cBhvr>
                                      <p:to>
                                        <p:strVal val="visible"/>
                                      </p:to>
                                    </p:set>
                                    <p:animEffect transition="in" filter="wipe(right)">
                                      <p:cBhvr>
                                        <p:cTn id="81" dur="500"/>
                                        <p:tgtEl>
                                          <p:spTgt spid="214088"/>
                                        </p:tgtEl>
                                      </p:cBhvr>
                                    </p:animEffect>
                                  </p:childTnLst>
                                </p:cTn>
                              </p:par>
                            </p:childTnLst>
                          </p:cTn>
                        </p:par>
                        <p:par>
                          <p:cTn id="82" fill="hold" nodeType="afterGroup">
                            <p:stCondLst>
                              <p:cond delay="11000"/>
                            </p:stCondLst>
                            <p:childTnLst>
                              <p:par>
                                <p:cTn id="83" presetID="22" presetClass="entr" presetSubtype="2" fill="hold" nodeType="afterEffect">
                                  <p:stCondLst>
                                    <p:cond delay="0"/>
                                  </p:stCondLst>
                                  <p:childTnLst>
                                    <p:set>
                                      <p:cBhvr>
                                        <p:cTn id="84" dur="1" fill="hold">
                                          <p:stCondLst>
                                            <p:cond delay="0"/>
                                          </p:stCondLst>
                                        </p:cTn>
                                        <p:tgtEl>
                                          <p:spTgt spid="214048"/>
                                        </p:tgtEl>
                                        <p:attrNameLst>
                                          <p:attrName>style.visibility</p:attrName>
                                        </p:attrNameLst>
                                      </p:cBhvr>
                                      <p:to>
                                        <p:strVal val="visible"/>
                                      </p:to>
                                    </p:set>
                                    <p:animEffect transition="in" filter="wipe(right)">
                                      <p:cBhvr>
                                        <p:cTn id="85" dur="500"/>
                                        <p:tgtEl>
                                          <p:spTgt spid="21404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9" presetClass="entr" presetSubtype="10" fill="hold" grpId="0" nodeType="clickEffect">
                                  <p:stCondLst>
                                    <p:cond delay="0"/>
                                  </p:stCondLst>
                                  <p:childTnLst>
                                    <p:set>
                                      <p:cBhvr>
                                        <p:cTn id="89" dur="1" fill="hold">
                                          <p:stCondLst>
                                            <p:cond delay="0"/>
                                          </p:stCondLst>
                                        </p:cTn>
                                        <p:tgtEl>
                                          <p:spTgt spid="214056"/>
                                        </p:tgtEl>
                                        <p:attrNameLst>
                                          <p:attrName>style.visibility</p:attrName>
                                        </p:attrNameLst>
                                      </p:cBhvr>
                                      <p:to>
                                        <p:strVal val="visible"/>
                                      </p:to>
                                    </p:set>
                                    <p:anim calcmode="lin" valueType="num">
                                      <p:cBhvr>
                                        <p:cTn id="90" dur="5000" fill="hold"/>
                                        <p:tgtEl>
                                          <p:spTgt spid="214056"/>
                                        </p:tgtEl>
                                        <p:attrNameLst>
                                          <p:attrName>ppt_w</p:attrName>
                                        </p:attrNameLst>
                                      </p:cBhvr>
                                      <p:tavLst>
                                        <p:tav tm="0" fmla="#ppt_w*sin(2.5*pi*$)">
                                          <p:val>
                                            <p:fltVal val="0"/>
                                          </p:val>
                                        </p:tav>
                                        <p:tav tm="100000">
                                          <p:val>
                                            <p:fltVal val="1"/>
                                          </p:val>
                                        </p:tav>
                                      </p:tavLst>
                                    </p:anim>
                                    <p:anim calcmode="lin" valueType="num">
                                      <p:cBhvr>
                                        <p:cTn id="91" dur="5000" fill="hold"/>
                                        <p:tgtEl>
                                          <p:spTgt spid="214056"/>
                                        </p:tgtEl>
                                        <p:attrNameLst>
                                          <p:attrName>ppt_h</p:attrName>
                                        </p:attrNameLst>
                                      </p:cBhvr>
                                      <p:tavLst>
                                        <p:tav tm="0">
                                          <p:val>
                                            <p:strVal val="#ppt_h"/>
                                          </p:val>
                                        </p:tav>
                                        <p:tav tm="100000">
                                          <p:val>
                                            <p:strVal val="#ppt_h"/>
                                          </p:val>
                                        </p:tav>
                                      </p:tavLst>
                                    </p:anim>
                                  </p:childTnLst>
                                </p:cTn>
                              </p:par>
                            </p:childTnLst>
                          </p:cTn>
                        </p:par>
                        <p:par>
                          <p:cTn id="92" fill="hold" nodeType="afterGroup">
                            <p:stCondLst>
                              <p:cond delay="5000"/>
                            </p:stCondLst>
                            <p:childTnLst>
                              <p:par>
                                <p:cTn id="93" presetID="22" presetClass="entr" presetSubtype="1" fill="hold" nodeType="afterEffect">
                                  <p:stCondLst>
                                    <p:cond delay="0"/>
                                  </p:stCondLst>
                                  <p:childTnLst>
                                    <p:set>
                                      <p:cBhvr>
                                        <p:cTn id="94" dur="1" fill="hold">
                                          <p:stCondLst>
                                            <p:cond delay="0"/>
                                          </p:stCondLst>
                                        </p:cTn>
                                        <p:tgtEl>
                                          <p:spTgt spid="214050"/>
                                        </p:tgtEl>
                                        <p:attrNameLst>
                                          <p:attrName>style.visibility</p:attrName>
                                        </p:attrNameLst>
                                      </p:cBhvr>
                                      <p:to>
                                        <p:strVal val="visible"/>
                                      </p:to>
                                    </p:set>
                                    <p:animEffect transition="in" filter="wipe(up)">
                                      <p:cBhvr>
                                        <p:cTn id="95" dur="500"/>
                                        <p:tgtEl>
                                          <p:spTgt spid="214050"/>
                                        </p:tgtEl>
                                      </p:cBhvr>
                                    </p:animEffect>
                                  </p:childTnLst>
                                </p:cTn>
                              </p:par>
                            </p:childTnLst>
                          </p:cTn>
                        </p:par>
                        <p:par>
                          <p:cTn id="96" fill="hold" nodeType="afterGroup">
                            <p:stCondLst>
                              <p:cond delay="5500"/>
                            </p:stCondLst>
                            <p:childTnLst>
                              <p:par>
                                <p:cTn id="97" presetID="22" presetClass="entr" presetSubtype="8" fill="hold" nodeType="afterEffect">
                                  <p:stCondLst>
                                    <p:cond delay="0"/>
                                  </p:stCondLst>
                                  <p:childTnLst>
                                    <p:set>
                                      <p:cBhvr>
                                        <p:cTn id="98" dur="1" fill="hold">
                                          <p:stCondLst>
                                            <p:cond delay="0"/>
                                          </p:stCondLst>
                                        </p:cTn>
                                        <p:tgtEl>
                                          <p:spTgt spid="214051"/>
                                        </p:tgtEl>
                                        <p:attrNameLst>
                                          <p:attrName>style.visibility</p:attrName>
                                        </p:attrNameLst>
                                      </p:cBhvr>
                                      <p:to>
                                        <p:strVal val="visible"/>
                                      </p:to>
                                    </p:set>
                                    <p:animEffect transition="in" filter="wipe(left)">
                                      <p:cBhvr>
                                        <p:cTn id="99" dur="500"/>
                                        <p:tgtEl>
                                          <p:spTgt spid="214051"/>
                                        </p:tgtEl>
                                      </p:cBhvr>
                                    </p:animEffect>
                                  </p:childTnLst>
                                </p:cTn>
                              </p:par>
                            </p:childTnLst>
                          </p:cTn>
                        </p:par>
                        <p:par>
                          <p:cTn id="100" fill="hold" nodeType="afterGroup">
                            <p:stCondLst>
                              <p:cond delay="6000"/>
                            </p:stCondLst>
                            <p:childTnLst>
                              <p:par>
                                <p:cTn id="101" presetID="22" presetClass="entr" presetSubtype="8" fill="hold" nodeType="afterEffect">
                                  <p:stCondLst>
                                    <p:cond delay="0"/>
                                  </p:stCondLst>
                                  <p:childTnLst>
                                    <p:set>
                                      <p:cBhvr>
                                        <p:cTn id="102" dur="1" fill="hold">
                                          <p:stCondLst>
                                            <p:cond delay="0"/>
                                          </p:stCondLst>
                                        </p:cTn>
                                        <p:tgtEl>
                                          <p:spTgt spid="214052"/>
                                        </p:tgtEl>
                                        <p:attrNameLst>
                                          <p:attrName>style.visibility</p:attrName>
                                        </p:attrNameLst>
                                      </p:cBhvr>
                                      <p:to>
                                        <p:strVal val="visible"/>
                                      </p:to>
                                    </p:set>
                                    <p:animEffect transition="in" filter="wipe(left)">
                                      <p:cBhvr>
                                        <p:cTn id="103" dur="500"/>
                                        <p:tgtEl>
                                          <p:spTgt spid="214052"/>
                                        </p:tgtEl>
                                      </p:cBhvr>
                                    </p:animEffect>
                                  </p:childTnLst>
                                </p:cTn>
                              </p:par>
                            </p:childTnLst>
                          </p:cTn>
                        </p:par>
                        <p:par>
                          <p:cTn id="104" fill="hold" nodeType="afterGroup">
                            <p:stCondLst>
                              <p:cond delay="6500"/>
                            </p:stCondLst>
                            <p:childTnLst>
                              <p:par>
                                <p:cTn id="105" presetID="22" presetClass="entr" presetSubtype="8" fill="hold" nodeType="afterEffect">
                                  <p:stCondLst>
                                    <p:cond delay="0"/>
                                  </p:stCondLst>
                                  <p:childTnLst>
                                    <p:set>
                                      <p:cBhvr>
                                        <p:cTn id="106" dur="1" fill="hold">
                                          <p:stCondLst>
                                            <p:cond delay="0"/>
                                          </p:stCondLst>
                                        </p:cTn>
                                        <p:tgtEl>
                                          <p:spTgt spid="214042"/>
                                        </p:tgtEl>
                                        <p:attrNameLst>
                                          <p:attrName>style.visibility</p:attrName>
                                        </p:attrNameLst>
                                      </p:cBhvr>
                                      <p:to>
                                        <p:strVal val="visible"/>
                                      </p:to>
                                    </p:set>
                                    <p:animEffect transition="in" filter="wipe(left)">
                                      <p:cBhvr>
                                        <p:cTn id="107" dur="500"/>
                                        <p:tgtEl>
                                          <p:spTgt spid="214042"/>
                                        </p:tgtEl>
                                      </p:cBhvr>
                                    </p:animEffect>
                                  </p:childTnLst>
                                </p:cTn>
                              </p:par>
                            </p:childTnLst>
                          </p:cTn>
                        </p:par>
                        <p:par>
                          <p:cTn id="108" fill="hold" nodeType="afterGroup">
                            <p:stCondLst>
                              <p:cond delay="7000"/>
                            </p:stCondLst>
                            <p:childTnLst>
                              <p:par>
                                <p:cTn id="109" presetID="22" presetClass="entr" presetSubtype="1" fill="hold" nodeType="afterEffect">
                                  <p:stCondLst>
                                    <p:cond delay="0"/>
                                  </p:stCondLst>
                                  <p:childTnLst>
                                    <p:set>
                                      <p:cBhvr>
                                        <p:cTn id="110" dur="1" fill="hold">
                                          <p:stCondLst>
                                            <p:cond delay="0"/>
                                          </p:stCondLst>
                                        </p:cTn>
                                        <p:tgtEl>
                                          <p:spTgt spid="214043"/>
                                        </p:tgtEl>
                                        <p:attrNameLst>
                                          <p:attrName>style.visibility</p:attrName>
                                        </p:attrNameLst>
                                      </p:cBhvr>
                                      <p:to>
                                        <p:strVal val="visible"/>
                                      </p:to>
                                    </p:set>
                                    <p:animEffect transition="in" filter="wipe(up)">
                                      <p:cBhvr>
                                        <p:cTn id="111" dur="500"/>
                                        <p:tgtEl>
                                          <p:spTgt spid="214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55" grpId="0" autoUpdateAnimBg="0"/>
      <p:bldP spid="214056"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5"/>
          <p:cNvSpPr>
            <a:spLocks noChangeArrowheads="1"/>
          </p:cNvSpPr>
          <p:nvPr/>
        </p:nvSpPr>
        <p:spPr bwMode="auto">
          <a:xfrm>
            <a:off x="0" y="68094"/>
            <a:ext cx="304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en-US" altLang="zh-CN" sz="3200" b="1" smtClean="0">
                <a:solidFill>
                  <a:schemeClr val="bg1"/>
                </a:solidFill>
                <a:latin typeface="微软雅黑" panose="020B0503020204020204" pitchFamily="34" charset="-122"/>
                <a:ea typeface="微软雅黑" panose="020B0503020204020204" pitchFamily="34" charset="-122"/>
              </a:rPr>
              <a:t>ESP-</a:t>
            </a:r>
            <a:r>
              <a:rPr lang="zh-CN" altLang="en-US" sz="3200" b="1" smtClean="0">
                <a:solidFill>
                  <a:schemeClr val="bg1"/>
                </a:solidFill>
                <a:latin typeface="微软雅黑" panose="020B0503020204020204" pitchFamily="34" charset="-122"/>
                <a:ea typeface="微软雅黑" panose="020B0503020204020204" pitchFamily="34" charset="-122"/>
              </a:rPr>
              <a:t>隧道模式</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515566" y="1375126"/>
            <a:ext cx="10154902" cy="3198882"/>
          </a:xfrm>
          <a:prstGeom prst="rect">
            <a:avLst/>
          </a:prstGeom>
        </p:spPr>
      </p:pic>
    </p:spTree>
    <p:extLst>
      <p:ext uri="{BB962C8B-B14F-4D97-AF65-F5344CB8AC3E}">
        <p14:creationId xmlns:p14="http://schemas.microsoft.com/office/powerpoint/2010/main" val="183029278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2"/>
          <p:cNvSpPr txBox="1">
            <a:spLocks noChangeArrowheads="1"/>
          </p:cNvSpPr>
          <p:nvPr/>
        </p:nvSpPr>
        <p:spPr bwMode="auto">
          <a:xfrm>
            <a:off x="-61913" y="58163"/>
            <a:ext cx="5853113"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hangingPunct="0">
              <a:spcBef>
                <a:spcPct val="50000"/>
              </a:spcBef>
              <a:buFont typeface="Wingdings" panose="05000000000000000000" pitchFamily="2" charset="2"/>
              <a:buNone/>
            </a:pPr>
            <a:r>
              <a:rPr lang="zh-CN" altLang="en-US" sz="3200" b="1" dirty="0">
                <a:solidFill>
                  <a:schemeClr val="bg1"/>
                </a:solidFill>
                <a:latin typeface="微软雅黑" panose="020B0503020204020204" pitchFamily="34" charset="-122"/>
                <a:ea typeface="微软雅黑" panose="020B0503020204020204" pitchFamily="34" charset="-122"/>
              </a:rPr>
              <a:t>隧道模式下的</a:t>
            </a:r>
            <a:r>
              <a:rPr lang="en-US" altLang="zh-CN" sz="3200" b="1" dirty="0">
                <a:solidFill>
                  <a:schemeClr val="bg1"/>
                </a:solidFill>
                <a:latin typeface="微软雅黑" panose="020B0503020204020204" pitchFamily="34" charset="-122"/>
                <a:ea typeface="微软雅黑" panose="020B0503020204020204" pitchFamily="34" charset="-122"/>
              </a:rPr>
              <a:t>ESP</a:t>
            </a:r>
            <a:r>
              <a:rPr lang="zh-CN" altLang="en-US" sz="3200" b="1" dirty="0">
                <a:solidFill>
                  <a:schemeClr val="bg1"/>
                </a:solidFill>
                <a:latin typeface="微软雅黑" panose="020B0503020204020204" pitchFamily="34" charset="-122"/>
                <a:ea typeface="微软雅黑" panose="020B0503020204020204" pitchFamily="34" charset="-122"/>
              </a:rPr>
              <a:t>工作原理</a:t>
            </a:r>
          </a:p>
        </p:txBody>
      </p:sp>
      <p:pic>
        <p:nvPicPr>
          <p:cNvPr id="21504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7150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44"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638800"/>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5045" name="Group 5"/>
          <p:cNvGrpSpPr>
            <a:grpSpLocks/>
          </p:cNvGrpSpPr>
          <p:nvPr/>
        </p:nvGrpSpPr>
        <p:grpSpPr bwMode="auto">
          <a:xfrm>
            <a:off x="4495801" y="762000"/>
            <a:ext cx="4335463" cy="1447800"/>
            <a:chOff x="1680" y="1152"/>
            <a:chExt cx="2731" cy="912"/>
          </a:xfrm>
        </p:grpSpPr>
        <p:pic>
          <p:nvPicPr>
            <p:cNvPr id="21504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152"/>
              <a:ext cx="2731"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15047" name="Text Box 7"/>
            <p:cNvSpPr txBox="1">
              <a:spLocks noChangeArrowheads="1"/>
            </p:cNvSpPr>
            <p:nvPr/>
          </p:nvSpPr>
          <p:spPr bwMode="auto">
            <a:xfrm>
              <a:off x="2496" y="1440"/>
              <a:ext cx="124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2800" b="1">
                  <a:latin typeface="Times New Roman" panose="02020603050405020304" pitchFamily="18" charset="0"/>
                </a:rPr>
                <a:t>Internet</a:t>
              </a:r>
            </a:p>
          </p:txBody>
        </p:sp>
      </p:grpSp>
      <p:graphicFrame>
        <p:nvGraphicFramePr>
          <p:cNvPr id="215048" name="Object 8"/>
          <p:cNvGraphicFramePr>
            <a:graphicFrameLocks noChangeAspect="1"/>
          </p:cNvGraphicFramePr>
          <p:nvPr/>
        </p:nvGraphicFramePr>
        <p:xfrm>
          <a:off x="1676400" y="5029200"/>
          <a:ext cx="762000" cy="338138"/>
        </p:xfrm>
        <a:graphic>
          <a:graphicData uri="http://schemas.openxmlformats.org/presentationml/2006/ole">
            <mc:AlternateContent xmlns:mc="http://schemas.openxmlformats.org/markup-compatibility/2006">
              <mc:Choice xmlns:v="urn:schemas-microsoft-com:vml" Requires="v">
                <p:oleObj spid="_x0000_s89438" name="文档" r:id="rId5" imgW="886320" imgH="937800" progId="Word.Document.8">
                  <p:embed/>
                </p:oleObj>
              </mc:Choice>
              <mc:Fallback>
                <p:oleObj name="文档" r:id="rId5" imgW="886320" imgH="937800" progId="Word.Document.8">
                  <p:embed/>
                  <p:pic>
                    <p:nvPicPr>
                      <p:cNvPr id="21504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50292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15049" name="Group 9"/>
          <p:cNvGrpSpPr>
            <a:grpSpLocks/>
          </p:cNvGrpSpPr>
          <p:nvPr/>
        </p:nvGrpSpPr>
        <p:grpSpPr bwMode="auto">
          <a:xfrm>
            <a:off x="3429000" y="5867400"/>
            <a:ext cx="1843088" cy="249238"/>
            <a:chOff x="1200" y="3696"/>
            <a:chExt cx="1161" cy="157"/>
          </a:xfrm>
        </p:grpSpPr>
        <p:sp>
          <p:nvSpPr>
            <p:cNvPr id="215050" name="Rectangle 10"/>
            <p:cNvSpPr>
              <a:spLocks noChangeArrowheads="1"/>
            </p:cNvSpPr>
            <p:nvPr/>
          </p:nvSpPr>
          <p:spPr bwMode="auto">
            <a:xfrm>
              <a:off x="1593" y="3696"/>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5051" name="Rectangle 11"/>
            <p:cNvSpPr>
              <a:spLocks noChangeArrowheads="1"/>
            </p:cNvSpPr>
            <p:nvPr/>
          </p:nvSpPr>
          <p:spPr bwMode="auto">
            <a:xfrm>
              <a:off x="1200" y="3696"/>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 </a:t>
              </a:r>
              <a:r>
                <a:rPr lang="zh-CN" altLang="en-US" sz="1000"/>
                <a:t>头</a:t>
              </a:r>
            </a:p>
          </p:txBody>
        </p:sp>
      </p:grpSp>
      <p:sp>
        <p:nvSpPr>
          <p:cNvPr id="215052" name="Text Box 12"/>
          <p:cNvSpPr txBox="1">
            <a:spLocks noChangeArrowheads="1"/>
          </p:cNvSpPr>
          <p:nvPr/>
        </p:nvSpPr>
        <p:spPr bwMode="auto">
          <a:xfrm>
            <a:off x="1752600" y="62484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hlink"/>
                </a:solidFill>
                <a:latin typeface="Times New Roman" panose="02020603050405020304" pitchFamily="18" charset="0"/>
              </a:rPr>
              <a:t>Host A</a:t>
            </a:r>
          </a:p>
        </p:txBody>
      </p:sp>
      <p:sp>
        <p:nvSpPr>
          <p:cNvPr id="215053" name="Text Box 13"/>
          <p:cNvSpPr txBox="1">
            <a:spLocks noChangeArrowheads="1"/>
          </p:cNvSpPr>
          <p:nvPr/>
        </p:nvSpPr>
        <p:spPr bwMode="auto">
          <a:xfrm>
            <a:off x="9144000" y="6248400"/>
            <a:ext cx="1143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b="1">
                <a:solidFill>
                  <a:schemeClr val="accent2"/>
                </a:solidFill>
                <a:latin typeface="Times New Roman" panose="02020603050405020304" pitchFamily="18" charset="0"/>
              </a:rPr>
              <a:t>Host B</a:t>
            </a:r>
          </a:p>
        </p:txBody>
      </p:sp>
      <p:sp>
        <p:nvSpPr>
          <p:cNvPr id="215054" name="Line 14"/>
          <p:cNvSpPr>
            <a:spLocks noChangeShapeType="1"/>
          </p:cNvSpPr>
          <p:nvPr/>
        </p:nvSpPr>
        <p:spPr bwMode="auto">
          <a:xfrm>
            <a:off x="2514600" y="6019800"/>
            <a:ext cx="914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55" name="Line 15"/>
          <p:cNvSpPr>
            <a:spLocks noChangeShapeType="1"/>
          </p:cNvSpPr>
          <p:nvPr/>
        </p:nvSpPr>
        <p:spPr bwMode="auto">
          <a:xfrm flipV="1">
            <a:off x="5334000" y="6019800"/>
            <a:ext cx="533400" cy="793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56" name="Line 16"/>
          <p:cNvSpPr>
            <a:spLocks noChangeShapeType="1"/>
          </p:cNvSpPr>
          <p:nvPr/>
        </p:nvSpPr>
        <p:spPr bwMode="auto">
          <a:xfrm flipH="1" flipV="1">
            <a:off x="5181600" y="5257800"/>
            <a:ext cx="685800" cy="6858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57" name="Line 17"/>
          <p:cNvSpPr>
            <a:spLocks noChangeShapeType="1"/>
          </p:cNvSpPr>
          <p:nvPr/>
        </p:nvSpPr>
        <p:spPr bwMode="auto">
          <a:xfrm flipH="1">
            <a:off x="2514600" y="5257800"/>
            <a:ext cx="25908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58" name="Line 18"/>
          <p:cNvSpPr>
            <a:spLocks noChangeShapeType="1"/>
          </p:cNvSpPr>
          <p:nvPr/>
        </p:nvSpPr>
        <p:spPr bwMode="auto">
          <a:xfrm flipV="1">
            <a:off x="8763000" y="1600200"/>
            <a:ext cx="16764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59" name="Line 19"/>
          <p:cNvSpPr>
            <a:spLocks noChangeShapeType="1"/>
          </p:cNvSpPr>
          <p:nvPr/>
        </p:nvSpPr>
        <p:spPr bwMode="auto">
          <a:xfrm>
            <a:off x="10439400" y="1676400"/>
            <a:ext cx="0" cy="24384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60" name="Line 20"/>
          <p:cNvSpPr>
            <a:spLocks noChangeShapeType="1"/>
          </p:cNvSpPr>
          <p:nvPr/>
        </p:nvSpPr>
        <p:spPr bwMode="auto">
          <a:xfrm flipH="1">
            <a:off x="9144000" y="5181600"/>
            <a:ext cx="838200" cy="0"/>
          </a:xfrm>
          <a:prstGeom prst="line">
            <a:avLst/>
          </a:prstGeom>
          <a:noFill/>
          <a:ln w="38100">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61" name="Line 21"/>
          <p:cNvSpPr>
            <a:spLocks noChangeShapeType="1"/>
          </p:cNvSpPr>
          <p:nvPr/>
        </p:nvSpPr>
        <p:spPr bwMode="auto">
          <a:xfrm>
            <a:off x="9982200" y="5181600"/>
            <a:ext cx="0" cy="4572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62" name="Line 22"/>
          <p:cNvSpPr>
            <a:spLocks noChangeShapeType="1"/>
          </p:cNvSpPr>
          <p:nvPr/>
        </p:nvSpPr>
        <p:spPr bwMode="auto">
          <a:xfrm flipV="1">
            <a:off x="1828800" y="4343400"/>
            <a:ext cx="0" cy="60960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63" name="Text Box 23"/>
          <p:cNvSpPr txBox="1">
            <a:spLocks noChangeArrowheads="1"/>
          </p:cNvSpPr>
          <p:nvPr/>
        </p:nvSpPr>
        <p:spPr bwMode="auto">
          <a:xfrm>
            <a:off x="1524000" y="53340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r>
              <a:rPr lang="en-US" altLang="zh-CN" sz="1400">
                <a:latin typeface="Times New Roman" panose="02020603050405020304" pitchFamily="18" charset="0"/>
              </a:rPr>
              <a:t>1</a:t>
            </a:r>
          </a:p>
        </p:txBody>
      </p:sp>
      <p:sp>
        <p:nvSpPr>
          <p:cNvPr id="215064" name="Text Box 24"/>
          <p:cNvSpPr txBox="1">
            <a:spLocks noChangeArrowheads="1"/>
          </p:cNvSpPr>
          <p:nvPr/>
        </p:nvSpPr>
        <p:spPr bwMode="auto">
          <a:xfrm>
            <a:off x="5257800" y="3733800"/>
            <a:ext cx="106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en-US" altLang="zh-CN" sz="1400">
                <a:latin typeface="Times New Roman" panose="02020603050405020304" pitchFamily="18" charset="0"/>
              </a:rPr>
              <a:t>VPN</a:t>
            </a:r>
            <a:r>
              <a:rPr lang="zh-CN" altLang="en-US" sz="1400">
                <a:latin typeface="Times New Roman" panose="02020603050405020304" pitchFamily="18" charset="0"/>
              </a:rPr>
              <a:t>网关</a:t>
            </a:r>
            <a:r>
              <a:rPr lang="en-US" altLang="zh-CN" sz="1400">
                <a:latin typeface="Times New Roman" panose="02020603050405020304" pitchFamily="18" charset="0"/>
              </a:rPr>
              <a:t>2</a:t>
            </a:r>
          </a:p>
        </p:txBody>
      </p:sp>
      <p:sp>
        <p:nvSpPr>
          <p:cNvPr id="215065" name="Line 25"/>
          <p:cNvSpPr>
            <a:spLocks noChangeShapeType="1"/>
          </p:cNvSpPr>
          <p:nvPr/>
        </p:nvSpPr>
        <p:spPr bwMode="auto">
          <a:xfrm flipH="1">
            <a:off x="9982200" y="4114800"/>
            <a:ext cx="4572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66" name="Line 26"/>
          <p:cNvSpPr>
            <a:spLocks noChangeShapeType="1"/>
          </p:cNvSpPr>
          <p:nvPr/>
        </p:nvSpPr>
        <p:spPr bwMode="auto">
          <a:xfrm flipH="1">
            <a:off x="6096000" y="4114800"/>
            <a:ext cx="685800" cy="0"/>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215067" name="Object 27"/>
          <p:cNvGraphicFramePr>
            <a:graphicFrameLocks noChangeAspect="1"/>
          </p:cNvGraphicFramePr>
          <p:nvPr/>
        </p:nvGraphicFramePr>
        <p:xfrm>
          <a:off x="5334000" y="3962400"/>
          <a:ext cx="762000" cy="338138"/>
        </p:xfrm>
        <a:graphic>
          <a:graphicData uri="http://schemas.openxmlformats.org/presentationml/2006/ole">
            <mc:AlternateContent xmlns:mc="http://schemas.openxmlformats.org/markup-compatibility/2006">
              <mc:Choice xmlns:v="urn:schemas-microsoft-com:vml" Requires="v">
                <p:oleObj spid="_x0000_s89439" name="文档" r:id="rId7" imgW="886320" imgH="937800" progId="Word.Document.8">
                  <p:embed/>
                </p:oleObj>
              </mc:Choice>
              <mc:Fallback>
                <p:oleObj name="文档" r:id="rId7" imgW="886320" imgH="937800" progId="Word.Document.8">
                  <p:embed/>
                  <p:pic>
                    <p:nvPicPr>
                      <p:cNvPr id="215067"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3962400"/>
                        <a:ext cx="762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68" name="Line 28"/>
          <p:cNvSpPr>
            <a:spLocks noChangeShapeType="1"/>
          </p:cNvSpPr>
          <p:nvPr/>
        </p:nvSpPr>
        <p:spPr bwMode="auto">
          <a:xfrm>
            <a:off x="5638800" y="4343400"/>
            <a:ext cx="0" cy="914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69" name="Line 29"/>
          <p:cNvSpPr>
            <a:spLocks noChangeShapeType="1"/>
          </p:cNvSpPr>
          <p:nvPr/>
        </p:nvSpPr>
        <p:spPr bwMode="auto">
          <a:xfrm>
            <a:off x="5638800" y="5257800"/>
            <a:ext cx="1676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5070" name="Group 30"/>
          <p:cNvGrpSpPr>
            <a:grpSpLocks/>
          </p:cNvGrpSpPr>
          <p:nvPr/>
        </p:nvGrpSpPr>
        <p:grpSpPr bwMode="auto">
          <a:xfrm>
            <a:off x="7315200" y="5105400"/>
            <a:ext cx="1843088" cy="249238"/>
            <a:chOff x="3648" y="3024"/>
            <a:chExt cx="1161" cy="157"/>
          </a:xfrm>
        </p:grpSpPr>
        <p:sp>
          <p:nvSpPr>
            <p:cNvPr id="215071" name="Rectangle 31"/>
            <p:cNvSpPr>
              <a:spLocks noChangeArrowheads="1"/>
            </p:cNvSpPr>
            <p:nvPr/>
          </p:nvSpPr>
          <p:spPr bwMode="auto">
            <a:xfrm>
              <a:off x="4041" y="3024"/>
              <a:ext cx="768" cy="157"/>
            </a:xfrm>
            <a:prstGeom prst="rect">
              <a:avLst/>
            </a:prstGeom>
            <a:solidFill>
              <a:srgbClr val="008080"/>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    载</a:t>
              </a:r>
            </a:p>
          </p:txBody>
        </p:sp>
        <p:sp>
          <p:nvSpPr>
            <p:cNvPr id="215072" name="Rectangle 32"/>
            <p:cNvSpPr>
              <a:spLocks noChangeArrowheads="1"/>
            </p:cNvSpPr>
            <p:nvPr/>
          </p:nvSpPr>
          <p:spPr bwMode="auto">
            <a:xfrm>
              <a:off x="3648" y="3024"/>
              <a:ext cx="393" cy="157"/>
            </a:xfrm>
            <a:prstGeom prst="rect">
              <a:avLst/>
            </a:prstGeom>
            <a:solidFill>
              <a:srgbClr val="DC94F6"/>
            </a:solidFill>
            <a:ln>
              <a:noFill/>
            </a:ln>
            <a:effectLst/>
            <a:extLst>
              <a:ext uri="{91240B29-F687-4F45-9708-019B960494DF}">
                <a14:hiddenLine xmlns:a14="http://schemas.microsoft.com/office/drawing/2010/main" w="76200" cmpd="tri">
                  <a:solidFill>
                    <a:srgbClr val="DC94F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t>IP </a:t>
              </a:r>
              <a:r>
                <a:rPr lang="zh-CN" altLang="en-US" sz="1000"/>
                <a:t>头</a:t>
              </a:r>
            </a:p>
          </p:txBody>
        </p:sp>
      </p:grpSp>
      <p:sp>
        <p:nvSpPr>
          <p:cNvPr id="215073" name="Text Box 33"/>
          <p:cNvSpPr txBox="1">
            <a:spLocks noChangeArrowheads="1"/>
          </p:cNvSpPr>
          <p:nvPr/>
        </p:nvSpPr>
        <p:spPr bwMode="auto">
          <a:xfrm>
            <a:off x="1828800" y="46482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sp>
        <p:nvSpPr>
          <p:cNvPr id="215074" name="Text Box 34"/>
          <p:cNvSpPr txBox="1">
            <a:spLocks noChangeArrowheads="1"/>
          </p:cNvSpPr>
          <p:nvPr/>
        </p:nvSpPr>
        <p:spPr bwMode="auto">
          <a:xfrm>
            <a:off x="5715000" y="4572000"/>
            <a:ext cx="2286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buFont typeface="Wingdings" panose="05000000000000000000" pitchFamily="2" charset="2"/>
              <a:buNone/>
            </a:pPr>
            <a:r>
              <a:rPr lang="zh-CN" altLang="en-US" sz="1400">
                <a:latin typeface="Times New Roman" panose="02020603050405020304" pitchFamily="18" charset="0"/>
              </a:rPr>
              <a:t>经过</a:t>
            </a:r>
            <a:r>
              <a:rPr lang="en-US" altLang="zh-CN" sz="1400">
                <a:latin typeface="Times New Roman" panose="02020603050405020304" pitchFamily="18" charset="0"/>
              </a:rPr>
              <a:t>IPSec </a:t>
            </a:r>
            <a:r>
              <a:rPr lang="zh-CN" altLang="en-US" sz="1400">
                <a:latin typeface="Times New Roman" panose="02020603050405020304" pitchFamily="18" charset="0"/>
              </a:rPr>
              <a:t>核心处理以后</a:t>
            </a:r>
          </a:p>
        </p:txBody>
      </p:sp>
      <p:grpSp>
        <p:nvGrpSpPr>
          <p:cNvPr id="215075" name="Group 35"/>
          <p:cNvGrpSpPr>
            <a:grpSpLocks/>
          </p:cNvGrpSpPr>
          <p:nvPr/>
        </p:nvGrpSpPr>
        <p:grpSpPr bwMode="auto">
          <a:xfrm>
            <a:off x="2286000" y="3657603"/>
            <a:ext cx="2667000" cy="554038"/>
            <a:chOff x="768" y="1920"/>
            <a:chExt cx="1536" cy="349"/>
          </a:xfrm>
        </p:grpSpPr>
        <p:sp>
          <p:nvSpPr>
            <p:cNvPr id="215076" name="Text Box 36"/>
            <p:cNvSpPr txBox="1">
              <a:spLocks noChangeArrowheads="1"/>
            </p:cNvSpPr>
            <p:nvPr/>
          </p:nvSpPr>
          <p:spPr bwMode="auto">
            <a:xfrm>
              <a:off x="1200" y="1920"/>
              <a:ext cx="1104" cy="349"/>
            </a:xfrm>
            <a:prstGeom prst="rect">
              <a:avLst/>
            </a:prstGeom>
            <a:noFill/>
            <a:ln w="76200" cmpd="tri">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Source IP=VPN</a:t>
              </a:r>
              <a:r>
                <a:rPr lang="zh-CN" altLang="en-US" sz="1200">
                  <a:latin typeface="Times New Roman" panose="02020603050405020304" pitchFamily="18" charset="0"/>
                </a:rPr>
                <a:t>网关</a:t>
              </a:r>
              <a:r>
                <a:rPr lang="en-US" altLang="zh-CN" sz="1200">
                  <a:latin typeface="Times New Roman" panose="02020603050405020304" pitchFamily="18" charset="0"/>
                </a:rPr>
                <a:t>1</a:t>
              </a:r>
            </a:p>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Destination IP=VPN</a:t>
              </a:r>
              <a:r>
                <a:rPr lang="zh-CN" altLang="en-US" sz="1200">
                  <a:latin typeface="Times New Roman" panose="02020603050405020304" pitchFamily="18" charset="0"/>
                </a:rPr>
                <a:t>网关</a:t>
              </a:r>
              <a:r>
                <a:rPr lang="en-US" altLang="zh-CN" sz="1200">
                  <a:latin typeface="Times New Roman" panose="02020603050405020304" pitchFamily="18" charset="0"/>
                </a:rPr>
                <a:t>2</a:t>
              </a:r>
            </a:p>
          </p:txBody>
        </p:sp>
        <p:sp>
          <p:nvSpPr>
            <p:cNvPr id="215077" name="Line 37"/>
            <p:cNvSpPr>
              <a:spLocks noChangeShapeType="1"/>
            </p:cNvSpPr>
            <p:nvPr/>
          </p:nvSpPr>
          <p:spPr bwMode="auto">
            <a:xfrm flipH="1">
              <a:off x="768" y="2160"/>
              <a:ext cx="432" cy="0"/>
            </a:xfrm>
            <a:prstGeom prst="line">
              <a:avLst/>
            </a:prstGeom>
            <a:noFill/>
            <a:ln w="76200" cmpd="tri">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215078" name="Group 38"/>
          <p:cNvGrpSpPr>
            <a:grpSpLocks/>
          </p:cNvGrpSpPr>
          <p:nvPr/>
        </p:nvGrpSpPr>
        <p:grpSpPr bwMode="auto">
          <a:xfrm>
            <a:off x="2971800" y="2819403"/>
            <a:ext cx="2438400" cy="554038"/>
            <a:chOff x="768" y="1920"/>
            <a:chExt cx="1536" cy="349"/>
          </a:xfrm>
        </p:grpSpPr>
        <p:sp>
          <p:nvSpPr>
            <p:cNvPr id="215079" name="Text Box 39"/>
            <p:cNvSpPr txBox="1">
              <a:spLocks noChangeArrowheads="1"/>
            </p:cNvSpPr>
            <p:nvPr/>
          </p:nvSpPr>
          <p:spPr bwMode="auto">
            <a:xfrm>
              <a:off x="1200" y="1920"/>
              <a:ext cx="1104" cy="349"/>
            </a:xfrm>
            <a:prstGeom prst="rect">
              <a:avLst/>
            </a:prstGeom>
            <a:noFill/>
            <a:ln w="76200" cmpd="tri">
              <a:solidFill>
                <a:srgbClr val="FF99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Source IP=Host A</a:t>
              </a:r>
            </a:p>
            <a:p>
              <a:pPr algn="l" eaLnBrk="0" hangingPunct="0">
                <a:spcBef>
                  <a:spcPct val="50000"/>
                </a:spcBef>
                <a:buFont typeface="Wingdings" panose="05000000000000000000" pitchFamily="2" charset="2"/>
                <a:buNone/>
              </a:pPr>
              <a:r>
                <a:rPr lang="en-US" altLang="zh-CN" sz="1200">
                  <a:latin typeface="Times New Roman" panose="02020603050405020304" pitchFamily="18" charset="0"/>
                </a:rPr>
                <a:t>Destination IP=Host B</a:t>
              </a:r>
            </a:p>
          </p:txBody>
        </p:sp>
        <p:sp>
          <p:nvSpPr>
            <p:cNvPr id="215080" name="Line 40"/>
            <p:cNvSpPr>
              <a:spLocks noChangeShapeType="1"/>
            </p:cNvSpPr>
            <p:nvPr/>
          </p:nvSpPr>
          <p:spPr bwMode="auto">
            <a:xfrm flipH="1">
              <a:off x="768" y="2160"/>
              <a:ext cx="432" cy="0"/>
            </a:xfrm>
            <a:prstGeom prst="line">
              <a:avLst/>
            </a:prstGeom>
            <a:noFill/>
            <a:ln w="76200" cmpd="tri">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215081" name="Group 41"/>
          <p:cNvGrpSpPr>
            <a:grpSpLocks/>
          </p:cNvGrpSpPr>
          <p:nvPr/>
        </p:nvGrpSpPr>
        <p:grpSpPr bwMode="auto">
          <a:xfrm>
            <a:off x="6477000" y="3962400"/>
            <a:ext cx="3563938" cy="249238"/>
            <a:chOff x="3168" y="2064"/>
            <a:chExt cx="2245" cy="157"/>
          </a:xfrm>
        </p:grpSpPr>
        <p:sp>
          <p:nvSpPr>
            <p:cNvPr id="215082" name="Rectangle 42"/>
            <p:cNvSpPr>
              <a:spLocks noChangeArrowheads="1"/>
            </p:cNvSpPr>
            <p:nvPr/>
          </p:nvSpPr>
          <p:spPr bwMode="auto">
            <a:xfrm>
              <a:off x="4244" y="2064"/>
              <a:ext cx="308"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负载</a:t>
              </a:r>
            </a:p>
          </p:txBody>
        </p:sp>
        <p:sp>
          <p:nvSpPr>
            <p:cNvPr id="215083" name="Rectangle 43"/>
            <p:cNvSpPr>
              <a:spLocks noChangeArrowheads="1"/>
            </p:cNvSpPr>
            <p:nvPr/>
          </p:nvSpPr>
          <p:spPr bwMode="auto">
            <a:xfrm>
              <a:off x="4940" y="2064"/>
              <a:ext cx="473" cy="157"/>
            </a:xfrm>
            <a:prstGeom prst="rect">
              <a:avLst/>
            </a:prstGeom>
            <a:solidFill>
              <a:srgbClr val="FF9933"/>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tx2"/>
                  </a:solidFill>
                </a:rPr>
                <a:t>ESP</a:t>
              </a:r>
              <a:r>
                <a:rPr lang="zh-CN" altLang="en-US" sz="1000">
                  <a:solidFill>
                    <a:schemeClr val="tx2"/>
                  </a:solidFill>
                </a:rPr>
                <a:t>认证</a:t>
              </a:r>
            </a:p>
          </p:txBody>
        </p:sp>
        <p:sp>
          <p:nvSpPr>
            <p:cNvPr id="215084" name="Rectangle 44"/>
            <p:cNvSpPr>
              <a:spLocks noChangeArrowheads="1"/>
            </p:cNvSpPr>
            <p:nvPr/>
          </p:nvSpPr>
          <p:spPr bwMode="auto">
            <a:xfrm>
              <a:off x="4552" y="2064"/>
              <a:ext cx="388" cy="157"/>
            </a:xfrm>
            <a:prstGeom prst="rect">
              <a:avLst/>
            </a:prstGeom>
            <a:solidFill>
              <a:srgbClr val="0099FF"/>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hlink"/>
                  </a:solidFill>
                  <a:effectLst>
                    <a:outerShdw blurRad="38100" dist="38100" dir="2700000" algn="tl">
                      <a:srgbClr val="000000"/>
                    </a:outerShdw>
                  </a:effectLst>
                </a:rPr>
                <a:t>ESP</a:t>
              </a:r>
              <a:r>
                <a:rPr lang="zh-CN" altLang="en-US" sz="1000">
                  <a:solidFill>
                    <a:schemeClr val="hlink"/>
                  </a:solidFill>
                  <a:effectLst>
                    <a:outerShdw blurRad="38100" dist="38100" dir="2700000" algn="tl">
                      <a:srgbClr val="000000"/>
                    </a:outerShdw>
                  </a:effectLst>
                </a:rPr>
                <a:t>尾</a:t>
              </a:r>
            </a:p>
          </p:txBody>
        </p:sp>
        <p:sp>
          <p:nvSpPr>
            <p:cNvPr id="215085" name="Rectangle 45"/>
            <p:cNvSpPr>
              <a:spLocks noChangeArrowheads="1"/>
            </p:cNvSpPr>
            <p:nvPr/>
          </p:nvSpPr>
          <p:spPr bwMode="auto">
            <a:xfrm>
              <a:off x="3947" y="2064"/>
              <a:ext cx="297" cy="157"/>
            </a:xfrm>
            <a:prstGeom prst="rect">
              <a:avLst/>
            </a:prstGeom>
            <a:solidFill>
              <a:srgbClr val="FF99CC"/>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IP</a:t>
              </a:r>
              <a:r>
                <a:rPr lang="zh-CN" altLang="en-US" sz="1000">
                  <a:solidFill>
                    <a:srgbClr val="FF3300"/>
                  </a:solidFill>
                  <a:effectLst>
                    <a:outerShdw blurRad="38100" dist="38100" dir="2700000" algn="tl">
                      <a:srgbClr val="000000"/>
                    </a:outerShdw>
                  </a:effectLst>
                </a:rPr>
                <a:t>头</a:t>
              </a:r>
            </a:p>
          </p:txBody>
        </p:sp>
        <p:sp>
          <p:nvSpPr>
            <p:cNvPr id="215086" name="Rectangle 46"/>
            <p:cNvSpPr>
              <a:spLocks noChangeArrowheads="1"/>
            </p:cNvSpPr>
            <p:nvPr/>
          </p:nvSpPr>
          <p:spPr bwMode="auto">
            <a:xfrm>
              <a:off x="3561" y="2064"/>
              <a:ext cx="386"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ESP</a:t>
              </a:r>
              <a:r>
                <a:rPr lang="zh-CN" altLang="en-US" sz="1000">
                  <a:solidFill>
                    <a:srgbClr val="FF3300"/>
                  </a:solidFill>
                  <a:effectLst>
                    <a:outerShdw blurRad="38100" dist="38100" dir="2700000" algn="tl">
                      <a:srgbClr val="000000"/>
                    </a:outerShdw>
                  </a:effectLst>
                </a:rPr>
                <a:t>头</a:t>
              </a:r>
            </a:p>
          </p:txBody>
        </p:sp>
        <p:sp>
          <p:nvSpPr>
            <p:cNvPr id="215087" name="Rectangle 47"/>
            <p:cNvSpPr>
              <a:spLocks noChangeArrowheads="1"/>
            </p:cNvSpPr>
            <p:nvPr/>
          </p:nvSpPr>
          <p:spPr bwMode="auto">
            <a:xfrm>
              <a:off x="3168" y="2064"/>
              <a:ext cx="393"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chemeClr val="bg1"/>
                  </a:solidFill>
                  <a:effectLst/>
                </a:rPr>
                <a:t>新</a:t>
              </a:r>
              <a:r>
                <a:rPr lang="en-US" altLang="zh-CN" sz="1000">
                  <a:solidFill>
                    <a:schemeClr val="bg1"/>
                  </a:solidFill>
                  <a:effectLst/>
                </a:rPr>
                <a:t>IP</a:t>
              </a:r>
              <a:r>
                <a:rPr lang="zh-CN" altLang="en-US" sz="1000">
                  <a:solidFill>
                    <a:schemeClr val="bg1"/>
                  </a:solidFill>
                  <a:effectLst/>
                </a:rPr>
                <a:t>头</a:t>
              </a:r>
            </a:p>
          </p:txBody>
        </p:sp>
      </p:grpSp>
      <p:sp>
        <p:nvSpPr>
          <p:cNvPr id="215088" name="Line 48"/>
          <p:cNvSpPr>
            <a:spLocks noChangeShapeType="1"/>
          </p:cNvSpPr>
          <p:nvPr/>
        </p:nvSpPr>
        <p:spPr bwMode="auto">
          <a:xfrm>
            <a:off x="6553200" y="3276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15089" name="Line 49"/>
          <p:cNvSpPr>
            <a:spLocks noChangeShapeType="1"/>
          </p:cNvSpPr>
          <p:nvPr/>
        </p:nvSpPr>
        <p:spPr bwMode="auto">
          <a:xfrm>
            <a:off x="10117138" y="3276600"/>
            <a:ext cx="0" cy="2492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5090" name="Group 50"/>
          <p:cNvGrpSpPr>
            <a:grpSpLocks/>
          </p:cNvGrpSpPr>
          <p:nvPr/>
        </p:nvGrpSpPr>
        <p:grpSpPr bwMode="auto">
          <a:xfrm>
            <a:off x="4800600" y="1600200"/>
            <a:ext cx="3733800" cy="325438"/>
            <a:chOff x="2064" y="1008"/>
            <a:chExt cx="2352" cy="205"/>
          </a:xfrm>
        </p:grpSpPr>
        <p:sp>
          <p:nvSpPr>
            <p:cNvPr id="215091" name="Line 51"/>
            <p:cNvSpPr>
              <a:spLocks noChangeShapeType="1"/>
            </p:cNvSpPr>
            <p:nvPr/>
          </p:nvSpPr>
          <p:spPr bwMode="auto">
            <a:xfrm>
              <a:off x="2064" y="1008"/>
              <a:ext cx="2352" cy="0"/>
            </a:xfrm>
            <a:prstGeom prst="line">
              <a:avLst/>
            </a:prstGeom>
            <a:noFill/>
            <a:ln w="76200" cmpd="tri">
              <a:solidFill>
                <a:schemeClr val="accent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5092" name="Group 52"/>
            <p:cNvGrpSpPr>
              <a:grpSpLocks/>
            </p:cNvGrpSpPr>
            <p:nvPr/>
          </p:nvGrpSpPr>
          <p:grpSpPr bwMode="auto">
            <a:xfrm>
              <a:off x="2064" y="1056"/>
              <a:ext cx="2245" cy="157"/>
              <a:chOff x="3168" y="2064"/>
              <a:chExt cx="2245" cy="157"/>
            </a:xfrm>
          </p:grpSpPr>
          <p:sp>
            <p:nvSpPr>
              <p:cNvPr id="215093" name="Rectangle 53"/>
              <p:cNvSpPr>
                <a:spLocks noChangeArrowheads="1"/>
              </p:cNvSpPr>
              <p:nvPr/>
            </p:nvSpPr>
            <p:spPr bwMode="auto">
              <a:xfrm>
                <a:off x="4244" y="2064"/>
                <a:ext cx="308"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负载</a:t>
                </a:r>
              </a:p>
            </p:txBody>
          </p:sp>
          <p:sp>
            <p:nvSpPr>
              <p:cNvPr id="215094" name="Rectangle 54"/>
              <p:cNvSpPr>
                <a:spLocks noChangeArrowheads="1"/>
              </p:cNvSpPr>
              <p:nvPr/>
            </p:nvSpPr>
            <p:spPr bwMode="auto">
              <a:xfrm>
                <a:off x="4940" y="2064"/>
                <a:ext cx="473" cy="157"/>
              </a:xfrm>
              <a:prstGeom prst="rect">
                <a:avLst/>
              </a:prstGeom>
              <a:solidFill>
                <a:srgbClr val="FF9933"/>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tx2"/>
                    </a:solidFill>
                  </a:rPr>
                  <a:t>ESP</a:t>
                </a:r>
                <a:r>
                  <a:rPr lang="zh-CN" altLang="en-US" sz="1000">
                    <a:solidFill>
                      <a:schemeClr val="tx2"/>
                    </a:solidFill>
                  </a:rPr>
                  <a:t>认证</a:t>
                </a:r>
              </a:p>
            </p:txBody>
          </p:sp>
          <p:sp>
            <p:nvSpPr>
              <p:cNvPr id="215095" name="Rectangle 55"/>
              <p:cNvSpPr>
                <a:spLocks noChangeArrowheads="1"/>
              </p:cNvSpPr>
              <p:nvPr/>
            </p:nvSpPr>
            <p:spPr bwMode="auto">
              <a:xfrm>
                <a:off x="4552" y="2064"/>
                <a:ext cx="388" cy="157"/>
              </a:xfrm>
              <a:prstGeom prst="rect">
                <a:avLst/>
              </a:prstGeom>
              <a:solidFill>
                <a:srgbClr val="0099FF"/>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hlink"/>
                    </a:solidFill>
                    <a:effectLst>
                      <a:outerShdw blurRad="38100" dist="38100" dir="2700000" algn="tl">
                        <a:srgbClr val="000000"/>
                      </a:outerShdw>
                    </a:effectLst>
                  </a:rPr>
                  <a:t>ESP</a:t>
                </a:r>
                <a:r>
                  <a:rPr lang="zh-CN" altLang="en-US" sz="1000">
                    <a:solidFill>
                      <a:schemeClr val="hlink"/>
                    </a:solidFill>
                    <a:effectLst>
                      <a:outerShdw blurRad="38100" dist="38100" dir="2700000" algn="tl">
                        <a:srgbClr val="000000"/>
                      </a:outerShdw>
                    </a:effectLst>
                  </a:rPr>
                  <a:t>尾</a:t>
                </a:r>
              </a:p>
            </p:txBody>
          </p:sp>
          <p:sp>
            <p:nvSpPr>
              <p:cNvPr id="215096" name="Rectangle 56"/>
              <p:cNvSpPr>
                <a:spLocks noChangeArrowheads="1"/>
              </p:cNvSpPr>
              <p:nvPr/>
            </p:nvSpPr>
            <p:spPr bwMode="auto">
              <a:xfrm>
                <a:off x="3947" y="2064"/>
                <a:ext cx="297" cy="157"/>
              </a:xfrm>
              <a:prstGeom prst="rect">
                <a:avLst/>
              </a:prstGeom>
              <a:solidFill>
                <a:srgbClr val="FF99CC"/>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IP</a:t>
                </a:r>
                <a:r>
                  <a:rPr lang="zh-CN" altLang="en-US" sz="1000">
                    <a:solidFill>
                      <a:srgbClr val="FF3300"/>
                    </a:solidFill>
                    <a:effectLst>
                      <a:outerShdw blurRad="38100" dist="38100" dir="2700000" algn="tl">
                        <a:srgbClr val="000000"/>
                      </a:outerShdw>
                    </a:effectLst>
                  </a:rPr>
                  <a:t>头</a:t>
                </a:r>
              </a:p>
            </p:txBody>
          </p:sp>
          <p:sp>
            <p:nvSpPr>
              <p:cNvPr id="215097" name="Rectangle 57"/>
              <p:cNvSpPr>
                <a:spLocks noChangeArrowheads="1"/>
              </p:cNvSpPr>
              <p:nvPr/>
            </p:nvSpPr>
            <p:spPr bwMode="auto">
              <a:xfrm>
                <a:off x="3561" y="2064"/>
                <a:ext cx="386"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ESP</a:t>
                </a:r>
                <a:r>
                  <a:rPr lang="zh-CN" altLang="en-US" sz="1000">
                    <a:solidFill>
                      <a:srgbClr val="FF3300"/>
                    </a:solidFill>
                    <a:effectLst>
                      <a:outerShdw blurRad="38100" dist="38100" dir="2700000" algn="tl">
                        <a:srgbClr val="000000"/>
                      </a:outerShdw>
                    </a:effectLst>
                  </a:rPr>
                  <a:t>头</a:t>
                </a:r>
              </a:p>
            </p:txBody>
          </p:sp>
          <p:sp>
            <p:nvSpPr>
              <p:cNvPr id="215098" name="Rectangle 58"/>
              <p:cNvSpPr>
                <a:spLocks noChangeArrowheads="1"/>
              </p:cNvSpPr>
              <p:nvPr/>
            </p:nvSpPr>
            <p:spPr bwMode="auto">
              <a:xfrm>
                <a:off x="3168" y="2064"/>
                <a:ext cx="393"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chemeClr val="bg1"/>
                    </a:solidFill>
                    <a:effectLst/>
                  </a:rPr>
                  <a:t>新</a:t>
                </a:r>
                <a:r>
                  <a:rPr lang="en-US" altLang="zh-CN" sz="1000">
                    <a:solidFill>
                      <a:schemeClr val="bg1"/>
                    </a:solidFill>
                    <a:effectLst/>
                  </a:rPr>
                  <a:t>IP</a:t>
                </a:r>
                <a:r>
                  <a:rPr lang="zh-CN" altLang="en-US" sz="1000">
                    <a:solidFill>
                      <a:schemeClr val="bg1"/>
                    </a:solidFill>
                    <a:effectLst/>
                  </a:rPr>
                  <a:t>头</a:t>
                </a:r>
              </a:p>
            </p:txBody>
          </p:sp>
        </p:grpSp>
      </p:grpSp>
      <p:grpSp>
        <p:nvGrpSpPr>
          <p:cNvPr id="215099" name="Group 59"/>
          <p:cNvGrpSpPr>
            <a:grpSpLocks/>
          </p:cNvGrpSpPr>
          <p:nvPr/>
        </p:nvGrpSpPr>
        <p:grpSpPr bwMode="auto">
          <a:xfrm>
            <a:off x="1219200" y="1600200"/>
            <a:ext cx="3563938" cy="2743200"/>
            <a:chOff x="-192" y="1008"/>
            <a:chExt cx="2245" cy="1728"/>
          </a:xfrm>
        </p:grpSpPr>
        <p:sp>
          <p:nvSpPr>
            <p:cNvPr id="215100" name="Line 60"/>
            <p:cNvSpPr>
              <a:spLocks noChangeShapeType="1"/>
            </p:cNvSpPr>
            <p:nvPr/>
          </p:nvSpPr>
          <p:spPr bwMode="auto">
            <a:xfrm flipV="1">
              <a:off x="192" y="1008"/>
              <a:ext cx="1728" cy="1728"/>
            </a:xfrm>
            <a:prstGeom prst="line">
              <a:avLst/>
            </a:prstGeom>
            <a:noFill/>
            <a:ln w="76200" cmpd="tri">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215101" name="Group 61"/>
            <p:cNvGrpSpPr>
              <a:grpSpLocks/>
            </p:cNvGrpSpPr>
            <p:nvPr/>
          </p:nvGrpSpPr>
          <p:grpSpPr bwMode="auto">
            <a:xfrm rot="18900000">
              <a:off x="-192" y="1728"/>
              <a:ext cx="2245" cy="157"/>
              <a:chOff x="3168" y="2064"/>
              <a:chExt cx="2245" cy="157"/>
            </a:xfrm>
          </p:grpSpPr>
          <p:sp>
            <p:nvSpPr>
              <p:cNvPr id="215102" name="Rectangle 62"/>
              <p:cNvSpPr>
                <a:spLocks noChangeArrowheads="1"/>
              </p:cNvSpPr>
              <p:nvPr/>
            </p:nvSpPr>
            <p:spPr bwMode="auto">
              <a:xfrm>
                <a:off x="4244" y="2064"/>
                <a:ext cx="308" cy="157"/>
              </a:xfrm>
              <a:prstGeom prst="rect">
                <a:avLst/>
              </a:prstGeom>
              <a:solidFill>
                <a:srgbClr val="009999"/>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F3300"/>
                    </a:solidFill>
                    <a:effectLst>
                      <a:outerShdw blurRad="38100" dist="38100" dir="2700000" algn="tl">
                        <a:srgbClr val="000000"/>
                      </a:outerShdw>
                    </a:effectLst>
                  </a:rPr>
                  <a:t>负载</a:t>
                </a:r>
              </a:p>
            </p:txBody>
          </p:sp>
          <p:sp>
            <p:nvSpPr>
              <p:cNvPr id="215103" name="Rectangle 63"/>
              <p:cNvSpPr>
                <a:spLocks noChangeArrowheads="1"/>
              </p:cNvSpPr>
              <p:nvPr/>
            </p:nvSpPr>
            <p:spPr bwMode="auto">
              <a:xfrm>
                <a:off x="4940" y="2064"/>
                <a:ext cx="473" cy="157"/>
              </a:xfrm>
              <a:prstGeom prst="rect">
                <a:avLst/>
              </a:prstGeom>
              <a:solidFill>
                <a:srgbClr val="FF9933"/>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tx2"/>
                    </a:solidFill>
                  </a:rPr>
                  <a:t>ESP</a:t>
                </a:r>
                <a:r>
                  <a:rPr lang="zh-CN" altLang="en-US" sz="1000">
                    <a:solidFill>
                      <a:schemeClr val="tx2"/>
                    </a:solidFill>
                  </a:rPr>
                  <a:t>认证</a:t>
                </a:r>
              </a:p>
            </p:txBody>
          </p:sp>
          <p:sp>
            <p:nvSpPr>
              <p:cNvPr id="215104" name="Rectangle 64"/>
              <p:cNvSpPr>
                <a:spLocks noChangeArrowheads="1"/>
              </p:cNvSpPr>
              <p:nvPr/>
            </p:nvSpPr>
            <p:spPr bwMode="auto">
              <a:xfrm>
                <a:off x="4552" y="2064"/>
                <a:ext cx="388" cy="157"/>
              </a:xfrm>
              <a:prstGeom prst="rect">
                <a:avLst/>
              </a:prstGeom>
              <a:solidFill>
                <a:srgbClr val="0099FF"/>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chemeClr val="hlink"/>
                    </a:solidFill>
                    <a:effectLst>
                      <a:outerShdw blurRad="38100" dist="38100" dir="2700000" algn="tl">
                        <a:srgbClr val="000000"/>
                      </a:outerShdw>
                    </a:effectLst>
                  </a:rPr>
                  <a:t>ESP</a:t>
                </a:r>
                <a:r>
                  <a:rPr lang="zh-CN" altLang="en-US" sz="1000">
                    <a:solidFill>
                      <a:schemeClr val="hlink"/>
                    </a:solidFill>
                    <a:effectLst>
                      <a:outerShdw blurRad="38100" dist="38100" dir="2700000" algn="tl">
                        <a:srgbClr val="000000"/>
                      </a:outerShdw>
                    </a:effectLst>
                  </a:rPr>
                  <a:t>尾</a:t>
                </a:r>
              </a:p>
            </p:txBody>
          </p:sp>
          <p:sp>
            <p:nvSpPr>
              <p:cNvPr id="215105" name="Rectangle 65"/>
              <p:cNvSpPr>
                <a:spLocks noChangeArrowheads="1"/>
              </p:cNvSpPr>
              <p:nvPr/>
            </p:nvSpPr>
            <p:spPr bwMode="auto">
              <a:xfrm>
                <a:off x="3947" y="2064"/>
                <a:ext cx="297" cy="157"/>
              </a:xfrm>
              <a:prstGeom prst="rect">
                <a:avLst/>
              </a:prstGeom>
              <a:solidFill>
                <a:srgbClr val="FF99CC"/>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IP</a:t>
                </a:r>
                <a:r>
                  <a:rPr lang="zh-CN" altLang="en-US" sz="1000">
                    <a:solidFill>
                      <a:srgbClr val="FF3300"/>
                    </a:solidFill>
                    <a:effectLst>
                      <a:outerShdw blurRad="38100" dist="38100" dir="2700000" algn="tl">
                        <a:srgbClr val="000000"/>
                      </a:outerShdw>
                    </a:effectLst>
                  </a:rPr>
                  <a:t>头</a:t>
                </a:r>
              </a:p>
            </p:txBody>
          </p:sp>
          <p:sp>
            <p:nvSpPr>
              <p:cNvPr id="215106" name="Rectangle 66"/>
              <p:cNvSpPr>
                <a:spLocks noChangeArrowheads="1"/>
              </p:cNvSpPr>
              <p:nvPr/>
            </p:nvSpPr>
            <p:spPr bwMode="auto">
              <a:xfrm>
                <a:off x="3561" y="2064"/>
                <a:ext cx="386" cy="157"/>
              </a:xfrm>
              <a:prstGeom prst="rect">
                <a:avLst/>
              </a:prstGeom>
              <a:solidFill>
                <a:schemeClr val="accent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3300"/>
                    </a:solidFill>
                    <a:effectLst>
                      <a:outerShdw blurRad="38100" dist="38100" dir="2700000" algn="tl">
                        <a:srgbClr val="000000"/>
                      </a:outerShdw>
                    </a:effectLst>
                  </a:rPr>
                  <a:t>ESP</a:t>
                </a:r>
                <a:r>
                  <a:rPr lang="zh-CN" altLang="en-US" sz="1000">
                    <a:solidFill>
                      <a:srgbClr val="FF3300"/>
                    </a:solidFill>
                    <a:effectLst>
                      <a:outerShdw blurRad="38100" dist="38100" dir="2700000" algn="tl">
                        <a:srgbClr val="000000"/>
                      </a:outerShdw>
                    </a:effectLst>
                  </a:rPr>
                  <a:t>头</a:t>
                </a:r>
              </a:p>
            </p:txBody>
          </p:sp>
          <p:sp>
            <p:nvSpPr>
              <p:cNvPr id="215107" name="Rectangle 67"/>
              <p:cNvSpPr>
                <a:spLocks noChangeArrowheads="1"/>
              </p:cNvSpPr>
              <p:nvPr/>
            </p:nvSpPr>
            <p:spPr bwMode="auto">
              <a:xfrm>
                <a:off x="3168" y="2064"/>
                <a:ext cx="393" cy="157"/>
              </a:xfrm>
              <a:prstGeom prst="rect">
                <a:avLst/>
              </a:prstGeom>
              <a:solidFill>
                <a:schemeClr val="hlink"/>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defTabSz="1030288">
                  <a:spcBef>
                    <a:spcPct val="20000"/>
                  </a:spcBef>
                  <a:buClr>
                    <a:srgbClr val="A50021"/>
                  </a:buClr>
                  <a:buFont typeface="Arial" panose="020B0604020202020204" pitchFamily="34" charset="0"/>
                  <a:buChar char="₪"/>
                  <a:defRPr sz="2400" b="1">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1pPr>
                <a:lvl2pPr marL="342900" algn="l" defTabSz="1030288">
                  <a:spcBef>
                    <a:spcPct val="20000"/>
                  </a:spcBef>
                  <a:buClr>
                    <a:srgbClr val="000066"/>
                  </a:buClr>
                  <a:buFont typeface="Arial" panose="020B0604020202020204" pitchFamily="34" charset="0"/>
                  <a:buChar char="■"/>
                  <a:defRPr sz="2000" b="1">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685800" algn="l" defTabSz="1030288">
                  <a:spcBef>
                    <a:spcPct val="20000"/>
                  </a:spcBef>
                  <a:buClr>
                    <a:srgbClr val="A50021"/>
                  </a:buClr>
                  <a:buFont typeface="Arial" panose="020B0604020202020204" pitchFamily="34" charset="0"/>
                  <a:buChar char="■"/>
                  <a:defRPr>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marL="1373188" algn="l" defTabSz="1030288">
                  <a:spcBef>
                    <a:spcPct val="20000"/>
                  </a:spcBef>
                  <a:buClr>
                    <a:srgbClr val="000066"/>
                  </a:buClr>
                  <a:buFont typeface="Wingdings" panose="05000000000000000000" pitchFamily="2" charset="2"/>
                  <a:buChar char="X"/>
                  <a:defRPr sz="1600">
                    <a:solidFill>
                      <a:srgbClr val="A5002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1830388" algn="l" defTabSz="1030288">
                  <a:spcBef>
                    <a:spcPct val="20000"/>
                  </a:spcBef>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22875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27447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32019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3659188" defTabSz="1030288" fontAlgn="base">
                  <a:spcBef>
                    <a:spcPct val="20000"/>
                  </a:spcBef>
                  <a:spcAft>
                    <a:spcPct val="0"/>
                  </a:spcAft>
                  <a:buClr>
                    <a:srgbClr val="A50021"/>
                  </a:buClr>
                  <a:buFont typeface="Arial" panose="020B0604020202020204" pitchFamily="34" charset="0"/>
                  <a:buChar char="»"/>
                  <a:defRPr sz="1600">
                    <a:solidFill>
                      <a:schemeClr val="tx1"/>
                    </a:solidFill>
                    <a:effectLst>
                      <a:outerShdw blurRad="38100" dist="38100" dir="2700000" algn="tl">
                        <a:srgbClr val="FFFFFF"/>
                      </a:outerShdw>
                    </a:effectLst>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chemeClr val="bg1"/>
                    </a:solidFill>
                    <a:effectLst/>
                  </a:rPr>
                  <a:t>新</a:t>
                </a:r>
                <a:r>
                  <a:rPr lang="en-US" altLang="zh-CN" sz="1000">
                    <a:solidFill>
                      <a:schemeClr val="bg1"/>
                    </a:solidFill>
                    <a:effectLst/>
                  </a:rPr>
                  <a:t>IP</a:t>
                </a:r>
                <a:r>
                  <a:rPr lang="zh-CN" altLang="en-US" sz="1000">
                    <a:solidFill>
                      <a:schemeClr val="bg1"/>
                    </a:solidFill>
                    <a:effectLst/>
                  </a:rPr>
                  <a:t>头</a:t>
                </a:r>
              </a:p>
            </p:txBody>
          </p:sp>
        </p:grpSp>
      </p:grpSp>
    </p:spTree>
    <p:extLst>
      <p:ext uri="{BB962C8B-B14F-4D97-AF65-F5344CB8AC3E}">
        <p14:creationId xmlns:p14="http://schemas.microsoft.com/office/powerpoint/2010/main" val="3468787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5054"/>
                                        </p:tgtEl>
                                        <p:attrNameLst>
                                          <p:attrName>style.visibility</p:attrName>
                                        </p:attrNameLst>
                                      </p:cBhvr>
                                      <p:to>
                                        <p:strVal val="visible"/>
                                      </p:to>
                                    </p:set>
                                    <p:animEffect transition="in" filter="wipe(left)">
                                      <p:cBhvr>
                                        <p:cTn id="7" dur="500"/>
                                        <p:tgtEl>
                                          <p:spTgt spid="21505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15049"/>
                                        </p:tgtEl>
                                        <p:attrNameLst>
                                          <p:attrName>style.visibility</p:attrName>
                                        </p:attrNameLst>
                                      </p:cBhvr>
                                      <p:to>
                                        <p:strVal val="visible"/>
                                      </p:to>
                                    </p:set>
                                    <p:animEffect transition="in" filter="wipe(left)">
                                      <p:cBhvr>
                                        <p:cTn id="11" dur="500"/>
                                        <p:tgtEl>
                                          <p:spTgt spid="21504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5055"/>
                                        </p:tgtEl>
                                        <p:attrNameLst>
                                          <p:attrName>style.visibility</p:attrName>
                                        </p:attrNameLst>
                                      </p:cBhvr>
                                      <p:to>
                                        <p:strVal val="visible"/>
                                      </p:to>
                                    </p:set>
                                    <p:animEffect transition="in" filter="wipe(left)">
                                      <p:cBhvr>
                                        <p:cTn id="15" dur="500"/>
                                        <p:tgtEl>
                                          <p:spTgt spid="215055"/>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5056"/>
                                        </p:tgtEl>
                                        <p:attrNameLst>
                                          <p:attrName>style.visibility</p:attrName>
                                        </p:attrNameLst>
                                      </p:cBhvr>
                                      <p:to>
                                        <p:strVal val="visible"/>
                                      </p:to>
                                    </p:set>
                                    <p:animEffect transition="in" filter="wipe(down)">
                                      <p:cBhvr>
                                        <p:cTn id="19" dur="500"/>
                                        <p:tgtEl>
                                          <p:spTgt spid="215056"/>
                                        </p:tgtEl>
                                      </p:cBhvr>
                                    </p:animEffect>
                                  </p:childTnLst>
                                </p:cTn>
                              </p:par>
                            </p:childTnLst>
                          </p:cTn>
                        </p:par>
                        <p:par>
                          <p:cTn id="20" fill="hold" nodeType="afterGroup">
                            <p:stCondLst>
                              <p:cond delay="2000"/>
                            </p:stCondLst>
                            <p:childTnLst>
                              <p:par>
                                <p:cTn id="21" presetID="22" presetClass="entr" presetSubtype="2" fill="hold" nodeType="afterEffect">
                                  <p:stCondLst>
                                    <p:cond delay="0"/>
                                  </p:stCondLst>
                                  <p:childTnLst>
                                    <p:set>
                                      <p:cBhvr>
                                        <p:cTn id="22" dur="1" fill="hold">
                                          <p:stCondLst>
                                            <p:cond delay="0"/>
                                          </p:stCondLst>
                                        </p:cTn>
                                        <p:tgtEl>
                                          <p:spTgt spid="215057"/>
                                        </p:tgtEl>
                                        <p:attrNameLst>
                                          <p:attrName>style.visibility</p:attrName>
                                        </p:attrNameLst>
                                      </p:cBhvr>
                                      <p:to>
                                        <p:strVal val="visible"/>
                                      </p:to>
                                    </p:set>
                                    <p:animEffect transition="in" filter="wipe(right)">
                                      <p:cBhvr>
                                        <p:cTn id="23" dur="500"/>
                                        <p:tgtEl>
                                          <p:spTgt spid="21505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9" presetClass="entr" presetSubtype="10" fill="hold" grpId="0" nodeType="clickEffect">
                                  <p:stCondLst>
                                    <p:cond delay="0"/>
                                  </p:stCondLst>
                                  <p:childTnLst>
                                    <p:set>
                                      <p:cBhvr>
                                        <p:cTn id="27" dur="1" fill="hold">
                                          <p:stCondLst>
                                            <p:cond delay="0"/>
                                          </p:stCondLst>
                                        </p:cTn>
                                        <p:tgtEl>
                                          <p:spTgt spid="215073"/>
                                        </p:tgtEl>
                                        <p:attrNameLst>
                                          <p:attrName>style.visibility</p:attrName>
                                        </p:attrNameLst>
                                      </p:cBhvr>
                                      <p:to>
                                        <p:strVal val="visible"/>
                                      </p:to>
                                    </p:set>
                                    <p:anim calcmode="lin" valueType="num">
                                      <p:cBhvr>
                                        <p:cTn id="28" dur="5000" fill="hold"/>
                                        <p:tgtEl>
                                          <p:spTgt spid="215073"/>
                                        </p:tgtEl>
                                        <p:attrNameLst>
                                          <p:attrName>ppt_w</p:attrName>
                                        </p:attrNameLst>
                                      </p:cBhvr>
                                      <p:tavLst>
                                        <p:tav tm="0" fmla="#ppt_w*sin(2.5*pi*$)">
                                          <p:val>
                                            <p:fltVal val="0"/>
                                          </p:val>
                                        </p:tav>
                                        <p:tav tm="100000">
                                          <p:val>
                                            <p:fltVal val="1"/>
                                          </p:val>
                                        </p:tav>
                                      </p:tavLst>
                                    </p:anim>
                                    <p:anim calcmode="lin" valueType="num">
                                      <p:cBhvr>
                                        <p:cTn id="29" dur="5000" fill="hold"/>
                                        <p:tgtEl>
                                          <p:spTgt spid="215073"/>
                                        </p:tgtEl>
                                        <p:attrNameLst>
                                          <p:attrName>ppt_h</p:attrName>
                                        </p:attrNameLst>
                                      </p:cBhvr>
                                      <p:tavLst>
                                        <p:tav tm="0">
                                          <p:val>
                                            <p:strVal val="#ppt_h"/>
                                          </p:val>
                                        </p:tav>
                                        <p:tav tm="100000">
                                          <p:val>
                                            <p:strVal val="#ppt_h"/>
                                          </p:val>
                                        </p:tav>
                                      </p:tavLst>
                                    </p:anim>
                                  </p:childTnLst>
                                </p:cTn>
                              </p:par>
                            </p:childTnLst>
                          </p:cTn>
                        </p:par>
                        <p:par>
                          <p:cTn id="30" fill="hold" nodeType="afterGroup">
                            <p:stCondLst>
                              <p:cond delay="5000"/>
                            </p:stCondLst>
                            <p:childTnLst>
                              <p:par>
                                <p:cTn id="31" presetID="22" presetClass="entr" presetSubtype="4" fill="hold" nodeType="afterEffect">
                                  <p:stCondLst>
                                    <p:cond delay="0"/>
                                  </p:stCondLst>
                                  <p:childTnLst>
                                    <p:set>
                                      <p:cBhvr>
                                        <p:cTn id="32" dur="1" fill="hold">
                                          <p:stCondLst>
                                            <p:cond delay="0"/>
                                          </p:stCondLst>
                                        </p:cTn>
                                        <p:tgtEl>
                                          <p:spTgt spid="215062"/>
                                        </p:tgtEl>
                                        <p:attrNameLst>
                                          <p:attrName>style.visibility</p:attrName>
                                        </p:attrNameLst>
                                      </p:cBhvr>
                                      <p:to>
                                        <p:strVal val="visible"/>
                                      </p:to>
                                    </p:set>
                                    <p:animEffect transition="in" filter="wipe(down)">
                                      <p:cBhvr>
                                        <p:cTn id="33" dur="500"/>
                                        <p:tgtEl>
                                          <p:spTgt spid="215062"/>
                                        </p:tgtEl>
                                      </p:cBhvr>
                                    </p:animEffect>
                                  </p:childTnLst>
                                </p:cTn>
                              </p:par>
                            </p:childTnLst>
                          </p:cTn>
                        </p:par>
                        <p:par>
                          <p:cTn id="34" fill="hold" nodeType="afterGroup">
                            <p:stCondLst>
                              <p:cond delay="5500"/>
                            </p:stCondLst>
                            <p:childTnLst>
                              <p:par>
                                <p:cTn id="35" presetID="22" presetClass="entr" presetSubtype="4" fill="hold" nodeType="afterEffect">
                                  <p:stCondLst>
                                    <p:cond delay="0"/>
                                  </p:stCondLst>
                                  <p:childTnLst>
                                    <p:set>
                                      <p:cBhvr>
                                        <p:cTn id="36" dur="1" fill="hold">
                                          <p:stCondLst>
                                            <p:cond delay="0"/>
                                          </p:stCondLst>
                                        </p:cTn>
                                        <p:tgtEl>
                                          <p:spTgt spid="215099"/>
                                        </p:tgtEl>
                                        <p:attrNameLst>
                                          <p:attrName>style.visibility</p:attrName>
                                        </p:attrNameLst>
                                      </p:cBhvr>
                                      <p:to>
                                        <p:strVal val="visible"/>
                                      </p:to>
                                    </p:set>
                                    <p:animEffect transition="in" filter="wipe(down)">
                                      <p:cBhvr>
                                        <p:cTn id="37" dur="500"/>
                                        <p:tgtEl>
                                          <p:spTgt spid="215099"/>
                                        </p:tgtEl>
                                      </p:cBhvr>
                                    </p:animEffect>
                                  </p:childTnLst>
                                </p:cTn>
                              </p:par>
                            </p:childTnLst>
                          </p:cTn>
                        </p:par>
                        <p:par>
                          <p:cTn id="38" fill="hold" nodeType="afterGroup">
                            <p:stCondLst>
                              <p:cond delay="6000"/>
                            </p:stCondLst>
                            <p:childTnLst>
                              <p:par>
                                <p:cTn id="39" presetID="12" presetClass="entr" presetSubtype="2" fill="hold" nodeType="afterEffect">
                                  <p:stCondLst>
                                    <p:cond delay="0"/>
                                  </p:stCondLst>
                                  <p:childTnLst>
                                    <p:set>
                                      <p:cBhvr>
                                        <p:cTn id="40" dur="1" fill="hold">
                                          <p:stCondLst>
                                            <p:cond delay="0"/>
                                          </p:stCondLst>
                                        </p:cTn>
                                        <p:tgtEl>
                                          <p:spTgt spid="215075"/>
                                        </p:tgtEl>
                                        <p:attrNameLst>
                                          <p:attrName>style.visibility</p:attrName>
                                        </p:attrNameLst>
                                      </p:cBhvr>
                                      <p:to>
                                        <p:strVal val="visible"/>
                                      </p:to>
                                    </p:set>
                                    <p:animEffect transition="in" filter="slide(fromRight)">
                                      <p:cBhvr>
                                        <p:cTn id="41" dur="500"/>
                                        <p:tgtEl>
                                          <p:spTgt spid="215075"/>
                                        </p:tgtEl>
                                      </p:cBhvr>
                                    </p:animEffect>
                                  </p:childTnLst>
                                </p:cTn>
                              </p:par>
                            </p:childTnLst>
                          </p:cTn>
                        </p:par>
                        <p:par>
                          <p:cTn id="42" fill="hold" nodeType="afterGroup">
                            <p:stCondLst>
                              <p:cond delay="6500"/>
                            </p:stCondLst>
                            <p:childTnLst>
                              <p:par>
                                <p:cTn id="43" presetID="12" presetClass="entr" presetSubtype="2" fill="hold" nodeType="afterEffect">
                                  <p:stCondLst>
                                    <p:cond delay="0"/>
                                  </p:stCondLst>
                                  <p:childTnLst>
                                    <p:set>
                                      <p:cBhvr>
                                        <p:cTn id="44" dur="1" fill="hold">
                                          <p:stCondLst>
                                            <p:cond delay="0"/>
                                          </p:stCondLst>
                                        </p:cTn>
                                        <p:tgtEl>
                                          <p:spTgt spid="215078"/>
                                        </p:tgtEl>
                                        <p:attrNameLst>
                                          <p:attrName>style.visibility</p:attrName>
                                        </p:attrNameLst>
                                      </p:cBhvr>
                                      <p:to>
                                        <p:strVal val="visible"/>
                                      </p:to>
                                    </p:set>
                                    <p:animEffect transition="in" filter="slide(fromRight)">
                                      <p:cBhvr>
                                        <p:cTn id="45" dur="500"/>
                                        <p:tgtEl>
                                          <p:spTgt spid="215078"/>
                                        </p:tgtEl>
                                      </p:cBhvr>
                                    </p:animEffect>
                                  </p:childTnLst>
                                </p:cTn>
                              </p:par>
                            </p:childTnLst>
                          </p:cTn>
                        </p:par>
                        <p:par>
                          <p:cTn id="46" fill="hold" nodeType="afterGroup">
                            <p:stCondLst>
                              <p:cond delay="7000"/>
                            </p:stCondLst>
                            <p:childTnLst>
                              <p:par>
                                <p:cTn id="47" presetID="22" presetClass="entr" presetSubtype="8" fill="hold" nodeType="afterEffect">
                                  <p:stCondLst>
                                    <p:cond delay="0"/>
                                  </p:stCondLst>
                                  <p:childTnLst>
                                    <p:set>
                                      <p:cBhvr>
                                        <p:cTn id="48" dur="1" fill="hold">
                                          <p:stCondLst>
                                            <p:cond delay="0"/>
                                          </p:stCondLst>
                                        </p:cTn>
                                        <p:tgtEl>
                                          <p:spTgt spid="215090"/>
                                        </p:tgtEl>
                                        <p:attrNameLst>
                                          <p:attrName>style.visibility</p:attrName>
                                        </p:attrNameLst>
                                      </p:cBhvr>
                                      <p:to>
                                        <p:strVal val="visible"/>
                                      </p:to>
                                    </p:set>
                                    <p:animEffect transition="in" filter="wipe(left)">
                                      <p:cBhvr>
                                        <p:cTn id="49" dur="500"/>
                                        <p:tgtEl>
                                          <p:spTgt spid="215090"/>
                                        </p:tgtEl>
                                      </p:cBhvr>
                                    </p:animEffect>
                                  </p:childTnLst>
                                </p:cTn>
                              </p:par>
                            </p:childTnLst>
                          </p:cTn>
                        </p:par>
                        <p:par>
                          <p:cTn id="50" fill="hold" nodeType="afterGroup">
                            <p:stCondLst>
                              <p:cond delay="7500"/>
                            </p:stCondLst>
                            <p:childTnLst>
                              <p:par>
                                <p:cTn id="51" presetID="22" presetClass="entr" presetSubtype="8" fill="hold" nodeType="afterEffect">
                                  <p:stCondLst>
                                    <p:cond delay="0"/>
                                  </p:stCondLst>
                                  <p:childTnLst>
                                    <p:set>
                                      <p:cBhvr>
                                        <p:cTn id="52" dur="1" fill="hold">
                                          <p:stCondLst>
                                            <p:cond delay="0"/>
                                          </p:stCondLst>
                                        </p:cTn>
                                        <p:tgtEl>
                                          <p:spTgt spid="215058"/>
                                        </p:tgtEl>
                                        <p:attrNameLst>
                                          <p:attrName>style.visibility</p:attrName>
                                        </p:attrNameLst>
                                      </p:cBhvr>
                                      <p:to>
                                        <p:strVal val="visible"/>
                                      </p:to>
                                    </p:set>
                                    <p:animEffect transition="in" filter="wipe(left)">
                                      <p:cBhvr>
                                        <p:cTn id="53" dur="500"/>
                                        <p:tgtEl>
                                          <p:spTgt spid="215058"/>
                                        </p:tgtEl>
                                      </p:cBhvr>
                                    </p:animEffect>
                                  </p:childTnLst>
                                </p:cTn>
                              </p:par>
                            </p:childTnLst>
                          </p:cTn>
                        </p:par>
                        <p:par>
                          <p:cTn id="54" fill="hold" nodeType="afterGroup">
                            <p:stCondLst>
                              <p:cond delay="8000"/>
                            </p:stCondLst>
                            <p:childTnLst>
                              <p:par>
                                <p:cTn id="55" presetID="22" presetClass="entr" presetSubtype="1" fill="hold" nodeType="afterEffect">
                                  <p:stCondLst>
                                    <p:cond delay="0"/>
                                  </p:stCondLst>
                                  <p:childTnLst>
                                    <p:set>
                                      <p:cBhvr>
                                        <p:cTn id="56" dur="1" fill="hold">
                                          <p:stCondLst>
                                            <p:cond delay="0"/>
                                          </p:stCondLst>
                                        </p:cTn>
                                        <p:tgtEl>
                                          <p:spTgt spid="215059"/>
                                        </p:tgtEl>
                                        <p:attrNameLst>
                                          <p:attrName>style.visibility</p:attrName>
                                        </p:attrNameLst>
                                      </p:cBhvr>
                                      <p:to>
                                        <p:strVal val="visible"/>
                                      </p:to>
                                    </p:set>
                                    <p:animEffect transition="in" filter="wipe(up)">
                                      <p:cBhvr>
                                        <p:cTn id="57" dur="500"/>
                                        <p:tgtEl>
                                          <p:spTgt spid="215059"/>
                                        </p:tgtEl>
                                      </p:cBhvr>
                                    </p:animEffect>
                                  </p:childTnLst>
                                </p:cTn>
                              </p:par>
                            </p:childTnLst>
                          </p:cTn>
                        </p:par>
                        <p:par>
                          <p:cTn id="58" fill="hold" nodeType="afterGroup">
                            <p:stCondLst>
                              <p:cond delay="8500"/>
                            </p:stCondLst>
                            <p:childTnLst>
                              <p:par>
                                <p:cTn id="59" presetID="22" presetClass="entr" presetSubtype="2" fill="hold" nodeType="afterEffect">
                                  <p:stCondLst>
                                    <p:cond delay="0"/>
                                  </p:stCondLst>
                                  <p:childTnLst>
                                    <p:set>
                                      <p:cBhvr>
                                        <p:cTn id="60" dur="1" fill="hold">
                                          <p:stCondLst>
                                            <p:cond delay="0"/>
                                          </p:stCondLst>
                                        </p:cTn>
                                        <p:tgtEl>
                                          <p:spTgt spid="215065"/>
                                        </p:tgtEl>
                                        <p:attrNameLst>
                                          <p:attrName>style.visibility</p:attrName>
                                        </p:attrNameLst>
                                      </p:cBhvr>
                                      <p:to>
                                        <p:strVal val="visible"/>
                                      </p:to>
                                    </p:set>
                                    <p:animEffect transition="in" filter="wipe(right)">
                                      <p:cBhvr>
                                        <p:cTn id="61" dur="500"/>
                                        <p:tgtEl>
                                          <p:spTgt spid="215065"/>
                                        </p:tgtEl>
                                      </p:cBhvr>
                                    </p:animEffect>
                                  </p:childTnLst>
                                </p:cTn>
                              </p:par>
                            </p:childTnLst>
                          </p:cTn>
                        </p:par>
                        <p:par>
                          <p:cTn id="62" fill="hold" nodeType="afterGroup">
                            <p:stCondLst>
                              <p:cond delay="9000"/>
                            </p:stCondLst>
                            <p:childTnLst>
                              <p:par>
                                <p:cTn id="63" presetID="22" presetClass="entr" presetSubtype="2" fill="hold" nodeType="afterEffect">
                                  <p:stCondLst>
                                    <p:cond delay="0"/>
                                  </p:stCondLst>
                                  <p:childTnLst>
                                    <p:set>
                                      <p:cBhvr>
                                        <p:cTn id="64" dur="1" fill="hold">
                                          <p:stCondLst>
                                            <p:cond delay="0"/>
                                          </p:stCondLst>
                                        </p:cTn>
                                        <p:tgtEl>
                                          <p:spTgt spid="215081"/>
                                        </p:tgtEl>
                                        <p:attrNameLst>
                                          <p:attrName>style.visibility</p:attrName>
                                        </p:attrNameLst>
                                      </p:cBhvr>
                                      <p:to>
                                        <p:strVal val="visible"/>
                                      </p:to>
                                    </p:set>
                                    <p:animEffect transition="in" filter="wipe(right)">
                                      <p:cBhvr>
                                        <p:cTn id="65" dur="500"/>
                                        <p:tgtEl>
                                          <p:spTgt spid="215081"/>
                                        </p:tgtEl>
                                      </p:cBhvr>
                                    </p:animEffect>
                                  </p:childTnLst>
                                </p:cTn>
                              </p:par>
                            </p:childTnLst>
                          </p:cTn>
                        </p:par>
                        <p:par>
                          <p:cTn id="66" fill="hold" nodeType="afterGroup">
                            <p:stCondLst>
                              <p:cond delay="9500"/>
                            </p:stCondLst>
                            <p:childTnLst>
                              <p:par>
                                <p:cTn id="67" presetID="22" presetClass="entr" presetSubtype="2" fill="hold" nodeType="afterEffect">
                                  <p:stCondLst>
                                    <p:cond delay="0"/>
                                  </p:stCondLst>
                                  <p:childTnLst>
                                    <p:set>
                                      <p:cBhvr>
                                        <p:cTn id="68" dur="1" fill="hold">
                                          <p:stCondLst>
                                            <p:cond delay="0"/>
                                          </p:stCondLst>
                                        </p:cTn>
                                        <p:tgtEl>
                                          <p:spTgt spid="215066"/>
                                        </p:tgtEl>
                                        <p:attrNameLst>
                                          <p:attrName>style.visibility</p:attrName>
                                        </p:attrNameLst>
                                      </p:cBhvr>
                                      <p:to>
                                        <p:strVal val="visible"/>
                                      </p:to>
                                    </p:set>
                                    <p:animEffect transition="in" filter="wipe(right)">
                                      <p:cBhvr>
                                        <p:cTn id="69" dur="500"/>
                                        <p:tgtEl>
                                          <p:spTgt spid="21506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9" presetClass="entr" presetSubtype="10" fill="hold" grpId="0" nodeType="clickEffect">
                                  <p:stCondLst>
                                    <p:cond delay="0"/>
                                  </p:stCondLst>
                                  <p:childTnLst>
                                    <p:set>
                                      <p:cBhvr>
                                        <p:cTn id="73" dur="1" fill="hold">
                                          <p:stCondLst>
                                            <p:cond delay="0"/>
                                          </p:stCondLst>
                                        </p:cTn>
                                        <p:tgtEl>
                                          <p:spTgt spid="215074"/>
                                        </p:tgtEl>
                                        <p:attrNameLst>
                                          <p:attrName>style.visibility</p:attrName>
                                        </p:attrNameLst>
                                      </p:cBhvr>
                                      <p:to>
                                        <p:strVal val="visible"/>
                                      </p:to>
                                    </p:set>
                                    <p:anim calcmode="lin" valueType="num">
                                      <p:cBhvr>
                                        <p:cTn id="74" dur="5000" fill="hold"/>
                                        <p:tgtEl>
                                          <p:spTgt spid="215074"/>
                                        </p:tgtEl>
                                        <p:attrNameLst>
                                          <p:attrName>ppt_w</p:attrName>
                                        </p:attrNameLst>
                                      </p:cBhvr>
                                      <p:tavLst>
                                        <p:tav tm="0" fmla="#ppt_w*sin(2.5*pi*$)">
                                          <p:val>
                                            <p:fltVal val="0"/>
                                          </p:val>
                                        </p:tav>
                                        <p:tav tm="100000">
                                          <p:val>
                                            <p:fltVal val="1"/>
                                          </p:val>
                                        </p:tav>
                                      </p:tavLst>
                                    </p:anim>
                                    <p:anim calcmode="lin" valueType="num">
                                      <p:cBhvr>
                                        <p:cTn id="75" dur="5000" fill="hold"/>
                                        <p:tgtEl>
                                          <p:spTgt spid="215074"/>
                                        </p:tgtEl>
                                        <p:attrNameLst>
                                          <p:attrName>ppt_h</p:attrName>
                                        </p:attrNameLst>
                                      </p:cBhvr>
                                      <p:tavLst>
                                        <p:tav tm="0">
                                          <p:val>
                                            <p:strVal val="#ppt_h"/>
                                          </p:val>
                                        </p:tav>
                                        <p:tav tm="100000">
                                          <p:val>
                                            <p:strVal val="#ppt_h"/>
                                          </p:val>
                                        </p:tav>
                                      </p:tavLst>
                                    </p:anim>
                                  </p:childTnLst>
                                </p:cTn>
                              </p:par>
                            </p:childTnLst>
                          </p:cTn>
                        </p:par>
                        <p:par>
                          <p:cTn id="76" fill="hold" nodeType="afterGroup">
                            <p:stCondLst>
                              <p:cond delay="5000"/>
                            </p:stCondLst>
                            <p:childTnLst>
                              <p:par>
                                <p:cTn id="77" presetID="22" presetClass="entr" presetSubtype="1" fill="hold" nodeType="afterEffect">
                                  <p:stCondLst>
                                    <p:cond delay="0"/>
                                  </p:stCondLst>
                                  <p:childTnLst>
                                    <p:set>
                                      <p:cBhvr>
                                        <p:cTn id="78" dur="1" fill="hold">
                                          <p:stCondLst>
                                            <p:cond delay="0"/>
                                          </p:stCondLst>
                                        </p:cTn>
                                        <p:tgtEl>
                                          <p:spTgt spid="215068"/>
                                        </p:tgtEl>
                                        <p:attrNameLst>
                                          <p:attrName>style.visibility</p:attrName>
                                        </p:attrNameLst>
                                      </p:cBhvr>
                                      <p:to>
                                        <p:strVal val="visible"/>
                                      </p:to>
                                    </p:set>
                                    <p:animEffect transition="in" filter="wipe(up)">
                                      <p:cBhvr>
                                        <p:cTn id="79" dur="500"/>
                                        <p:tgtEl>
                                          <p:spTgt spid="215068"/>
                                        </p:tgtEl>
                                      </p:cBhvr>
                                    </p:animEffect>
                                  </p:childTnLst>
                                </p:cTn>
                              </p:par>
                            </p:childTnLst>
                          </p:cTn>
                        </p:par>
                        <p:par>
                          <p:cTn id="80" fill="hold" nodeType="afterGroup">
                            <p:stCondLst>
                              <p:cond delay="5500"/>
                            </p:stCondLst>
                            <p:childTnLst>
                              <p:par>
                                <p:cTn id="81" presetID="22" presetClass="entr" presetSubtype="8" fill="hold" nodeType="afterEffect">
                                  <p:stCondLst>
                                    <p:cond delay="0"/>
                                  </p:stCondLst>
                                  <p:childTnLst>
                                    <p:set>
                                      <p:cBhvr>
                                        <p:cTn id="82" dur="1" fill="hold">
                                          <p:stCondLst>
                                            <p:cond delay="0"/>
                                          </p:stCondLst>
                                        </p:cTn>
                                        <p:tgtEl>
                                          <p:spTgt spid="215069"/>
                                        </p:tgtEl>
                                        <p:attrNameLst>
                                          <p:attrName>style.visibility</p:attrName>
                                        </p:attrNameLst>
                                      </p:cBhvr>
                                      <p:to>
                                        <p:strVal val="visible"/>
                                      </p:to>
                                    </p:set>
                                    <p:animEffect transition="in" filter="wipe(left)">
                                      <p:cBhvr>
                                        <p:cTn id="83" dur="500"/>
                                        <p:tgtEl>
                                          <p:spTgt spid="215069"/>
                                        </p:tgtEl>
                                      </p:cBhvr>
                                    </p:animEffect>
                                  </p:childTnLst>
                                </p:cTn>
                              </p:par>
                            </p:childTnLst>
                          </p:cTn>
                        </p:par>
                        <p:par>
                          <p:cTn id="84" fill="hold" nodeType="afterGroup">
                            <p:stCondLst>
                              <p:cond delay="6000"/>
                            </p:stCondLst>
                            <p:childTnLst>
                              <p:par>
                                <p:cTn id="85" presetID="22" presetClass="entr" presetSubtype="8" fill="hold" nodeType="afterEffect">
                                  <p:stCondLst>
                                    <p:cond delay="0"/>
                                  </p:stCondLst>
                                  <p:childTnLst>
                                    <p:set>
                                      <p:cBhvr>
                                        <p:cTn id="86" dur="1" fill="hold">
                                          <p:stCondLst>
                                            <p:cond delay="0"/>
                                          </p:stCondLst>
                                        </p:cTn>
                                        <p:tgtEl>
                                          <p:spTgt spid="215070"/>
                                        </p:tgtEl>
                                        <p:attrNameLst>
                                          <p:attrName>style.visibility</p:attrName>
                                        </p:attrNameLst>
                                      </p:cBhvr>
                                      <p:to>
                                        <p:strVal val="visible"/>
                                      </p:to>
                                    </p:set>
                                    <p:animEffect transition="in" filter="wipe(left)">
                                      <p:cBhvr>
                                        <p:cTn id="87" dur="500"/>
                                        <p:tgtEl>
                                          <p:spTgt spid="215070"/>
                                        </p:tgtEl>
                                      </p:cBhvr>
                                    </p:animEffect>
                                  </p:childTnLst>
                                </p:cTn>
                              </p:par>
                            </p:childTnLst>
                          </p:cTn>
                        </p:par>
                        <p:par>
                          <p:cTn id="88" fill="hold" nodeType="afterGroup">
                            <p:stCondLst>
                              <p:cond delay="6500"/>
                            </p:stCondLst>
                            <p:childTnLst>
                              <p:par>
                                <p:cTn id="89" presetID="22" presetClass="entr" presetSubtype="8" fill="hold" nodeType="afterEffect">
                                  <p:stCondLst>
                                    <p:cond delay="0"/>
                                  </p:stCondLst>
                                  <p:childTnLst>
                                    <p:set>
                                      <p:cBhvr>
                                        <p:cTn id="90" dur="1" fill="hold">
                                          <p:stCondLst>
                                            <p:cond delay="0"/>
                                          </p:stCondLst>
                                        </p:cTn>
                                        <p:tgtEl>
                                          <p:spTgt spid="215060"/>
                                        </p:tgtEl>
                                        <p:attrNameLst>
                                          <p:attrName>style.visibility</p:attrName>
                                        </p:attrNameLst>
                                      </p:cBhvr>
                                      <p:to>
                                        <p:strVal val="visible"/>
                                      </p:to>
                                    </p:set>
                                    <p:animEffect transition="in" filter="wipe(left)">
                                      <p:cBhvr>
                                        <p:cTn id="91" dur="500"/>
                                        <p:tgtEl>
                                          <p:spTgt spid="215060"/>
                                        </p:tgtEl>
                                      </p:cBhvr>
                                    </p:animEffect>
                                  </p:childTnLst>
                                </p:cTn>
                              </p:par>
                            </p:childTnLst>
                          </p:cTn>
                        </p:par>
                        <p:par>
                          <p:cTn id="92" fill="hold" nodeType="afterGroup">
                            <p:stCondLst>
                              <p:cond delay="7000"/>
                            </p:stCondLst>
                            <p:childTnLst>
                              <p:par>
                                <p:cTn id="93" presetID="22" presetClass="entr" presetSubtype="1" fill="hold" nodeType="afterEffect">
                                  <p:stCondLst>
                                    <p:cond delay="0"/>
                                  </p:stCondLst>
                                  <p:childTnLst>
                                    <p:set>
                                      <p:cBhvr>
                                        <p:cTn id="94" dur="1" fill="hold">
                                          <p:stCondLst>
                                            <p:cond delay="0"/>
                                          </p:stCondLst>
                                        </p:cTn>
                                        <p:tgtEl>
                                          <p:spTgt spid="215061"/>
                                        </p:tgtEl>
                                        <p:attrNameLst>
                                          <p:attrName>style.visibility</p:attrName>
                                        </p:attrNameLst>
                                      </p:cBhvr>
                                      <p:to>
                                        <p:strVal val="visible"/>
                                      </p:to>
                                    </p:set>
                                    <p:animEffect transition="in" filter="wipe(up)">
                                      <p:cBhvr>
                                        <p:cTn id="95" dur="500"/>
                                        <p:tgtEl>
                                          <p:spTgt spid="21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3" grpId="0" autoUpdateAnimBg="0"/>
      <p:bldP spid="215074"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AH</a:t>
            </a:r>
            <a:r>
              <a:rPr lang="zh-CN" altLang="en-US"/>
              <a:t>和</a:t>
            </a:r>
            <a:r>
              <a:rPr lang="en-US" altLang="zh-CN"/>
              <a:t>ESP</a:t>
            </a:r>
            <a:r>
              <a:rPr lang="zh-CN" altLang="en-US"/>
              <a:t>的</a:t>
            </a:r>
            <a:r>
              <a:rPr lang="zh-CN" altLang="en-US" smtClean="0"/>
              <a:t>对比</a:t>
            </a: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1339760086"/>
              </p:ext>
            </p:extLst>
          </p:nvPr>
        </p:nvGraphicFramePr>
        <p:xfrm>
          <a:off x="300477" y="865581"/>
          <a:ext cx="8127999" cy="265323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96258558"/>
                    </a:ext>
                  </a:extLst>
                </a:gridCol>
                <a:gridCol w="2709333">
                  <a:extLst>
                    <a:ext uri="{9D8B030D-6E8A-4147-A177-3AD203B41FA5}">
                      <a16:colId xmlns:a16="http://schemas.microsoft.com/office/drawing/2014/main" val="3890119750"/>
                    </a:ext>
                  </a:extLst>
                </a:gridCol>
                <a:gridCol w="2709333">
                  <a:extLst>
                    <a:ext uri="{9D8B030D-6E8A-4147-A177-3AD203B41FA5}">
                      <a16:colId xmlns:a16="http://schemas.microsoft.com/office/drawing/2014/main" val="1171086007"/>
                    </a:ext>
                  </a:extLst>
                </a:gridCol>
              </a:tblGrid>
              <a:tr h="428198">
                <a:tc>
                  <a:txBody>
                    <a:bodyPr/>
                    <a:lstStyle/>
                    <a:p>
                      <a:pPr algn="ctr"/>
                      <a:r>
                        <a:rPr lang="zh-CN" altLang="en-US" sz="1800" smtClean="0">
                          <a:latin typeface="微软雅黑" panose="020B0503020204020204" pitchFamily="34" charset="-122"/>
                          <a:ea typeface="微软雅黑" panose="020B0503020204020204" pitchFamily="34" charset="-122"/>
                        </a:rPr>
                        <a:t>安全特性</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en-US" altLang="zh-CN" sz="1800" smtClean="0">
                          <a:latin typeface="微软雅黑" panose="020B0503020204020204" pitchFamily="34" charset="-122"/>
                          <a:ea typeface="微软雅黑" panose="020B0503020204020204" pitchFamily="34" charset="-122"/>
                        </a:rPr>
                        <a:t>AH</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en-US" altLang="zh-CN" sz="1800" smtClean="0">
                          <a:latin typeface="微软雅黑" panose="020B0503020204020204" pitchFamily="34" charset="-122"/>
                          <a:ea typeface="微软雅黑" panose="020B0503020204020204" pitchFamily="34" charset="-122"/>
                        </a:rPr>
                        <a:t>ESP</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76461820"/>
                  </a:ext>
                </a:extLst>
              </a:tr>
              <a:tr h="370840">
                <a:tc>
                  <a:txBody>
                    <a:bodyPr/>
                    <a:lstStyle/>
                    <a:p>
                      <a:pPr algn="ctr"/>
                      <a:r>
                        <a:rPr lang="zh-CN" altLang="en-US" sz="1800" smtClean="0">
                          <a:latin typeface="微软雅黑" panose="020B0503020204020204" pitchFamily="34" charset="-122"/>
                          <a:ea typeface="微软雅黑" panose="020B0503020204020204" pitchFamily="34" charset="-122"/>
                        </a:rPr>
                        <a:t>协议号</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en-US" altLang="zh-CN" sz="1800" smtClean="0">
                          <a:latin typeface="微软雅黑" panose="020B0503020204020204" pitchFamily="34" charset="-122"/>
                          <a:ea typeface="微软雅黑" panose="020B0503020204020204" pitchFamily="34" charset="-122"/>
                        </a:rPr>
                        <a:t>51</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en-US" altLang="zh-CN" sz="1800" smtClean="0">
                          <a:latin typeface="微软雅黑" panose="020B0503020204020204" pitchFamily="34" charset="-122"/>
                          <a:ea typeface="微软雅黑" panose="020B0503020204020204" pitchFamily="34" charset="-122"/>
                        </a:rPr>
                        <a:t>50</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140877651"/>
                  </a:ext>
                </a:extLst>
              </a:tr>
              <a:tr h="370840">
                <a:tc>
                  <a:txBody>
                    <a:bodyPr/>
                    <a:lstStyle/>
                    <a:p>
                      <a:pPr algn="ctr"/>
                      <a:r>
                        <a:rPr lang="zh-CN" altLang="en-US" sz="1800" smtClean="0">
                          <a:latin typeface="微软雅黑" panose="020B0503020204020204" pitchFamily="34" charset="-122"/>
                          <a:ea typeface="微软雅黑" panose="020B0503020204020204" pitchFamily="34" charset="-122"/>
                        </a:rPr>
                        <a:t>数据完整性校验</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支持（不验证</a:t>
                      </a:r>
                      <a:r>
                        <a:rPr lang="en-US" altLang="zh-CN" sz="1800" smtClean="0">
                          <a:latin typeface="微软雅黑" panose="020B0503020204020204" pitchFamily="34" charset="-122"/>
                          <a:ea typeface="微软雅黑" panose="020B0503020204020204" pitchFamily="34" charset="-122"/>
                        </a:rPr>
                        <a:t>IP</a:t>
                      </a:r>
                      <a:r>
                        <a:rPr lang="zh-CN" altLang="en-US" sz="1800" smtClean="0">
                          <a:latin typeface="微软雅黑" panose="020B0503020204020204" pitchFamily="34" charset="-122"/>
                          <a:ea typeface="微软雅黑" panose="020B0503020204020204" pitchFamily="34" charset="-122"/>
                        </a:rPr>
                        <a:t>头）</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949756459"/>
                  </a:ext>
                </a:extLst>
              </a:tr>
              <a:tr h="370840">
                <a:tc>
                  <a:txBody>
                    <a:bodyPr/>
                    <a:lstStyle/>
                    <a:p>
                      <a:pPr algn="ctr"/>
                      <a:r>
                        <a:rPr lang="zh-CN" altLang="en-US" sz="1800" smtClean="0">
                          <a:latin typeface="微软雅黑" panose="020B0503020204020204" pitchFamily="34" charset="-122"/>
                          <a:ea typeface="微软雅黑" panose="020B0503020204020204" pitchFamily="34" charset="-122"/>
                        </a:rPr>
                        <a:t>数据源验证</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472418137"/>
                  </a:ext>
                </a:extLst>
              </a:tr>
              <a:tr h="370840">
                <a:tc>
                  <a:txBody>
                    <a:bodyPr/>
                    <a:lstStyle/>
                    <a:p>
                      <a:pPr algn="ctr"/>
                      <a:r>
                        <a:rPr lang="zh-CN" altLang="en-US" sz="1800" smtClean="0">
                          <a:latin typeface="微软雅黑" panose="020B0503020204020204" pitchFamily="34" charset="-122"/>
                          <a:ea typeface="微软雅黑" panose="020B0503020204020204" pitchFamily="34" charset="-122"/>
                        </a:rPr>
                        <a:t>数据加解密</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不支持</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526132676"/>
                  </a:ext>
                </a:extLst>
              </a:tr>
              <a:tr h="370840">
                <a:tc>
                  <a:txBody>
                    <a:bodyPr/>
                    <a:lstStyle/>
                    <a:p>
                      <a:pPr algn="ctr"/>
                      <a:r>
                        <a:rPr lang="zh-CN" altLang="en-US" sz="1800" smtClean="0">
                          <a:latin typeface="微软雅黑" panose="020B0503020204020204" pitchFamily="34" charset="-122"/>
                          <a:ea typeface="微软雅黑" panose="020B0503020204020204" pitchFamily="34" charset="-122"/>
                        </a:rPr>
                        <a:t>抗重放服务</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484664614"/>
                  </a:ext>
                </a:extLst>
              </a:tr>
              <a:tr h="370840">
                <a:tc>
                  <a:txBody>
                    <a:bodyPr/>
                    <a:lstStyle/>
                    <a:p>
                      <a:pPr algn="ctr"/>
                      <a:r>
                        <a:rPr lang="en-US" altLang="zh-CN" sz="1800" smtClean="0">
                          <a:latin typeface="微软雅黑" panose="020B0503020204020204" pitchFamily="34" charset="-122"/>
                          <a:ea typeface="微软雅黑" panose="020B0503020204020204" pitchFamily="34" charset="-122"/>
                        </a:rPr>
                        <a:t>NAT-T</a:t>
                      </a:r>
                      <a:r>
                        <a:rPr lang="zh-CN" altLang="en-US" sz="1800" smtClean="0">
                          <a:latin typeface="微软雅黑" panose="020B0503020204020204" pitchFamily="34" charset="-122"/>
                          <a:ea typeface="微软雅黑" panose="020B0503020204020204" pitchFamily="34" charset="-122"/>
                        </a:rPr>
                        <a:t>（</a:t>
                      </a:r>
                      <a:r>
                        <a:rPr lang="en-US" altLang="zh-CN" sz="1800" smtClean="0">
                          <a:latin typeface="微软雅黑" panose="020B0503020204020204" pitchFamily="34" charset="-122"/>
                          <a:ea typeface="微软雅黑" panose="020B0503020204020204" pitchFamily="34" charset="-122"/>
                        </a:rPr>
                        <a:t>NAT</a:t>
                      </a:r>
                      <a:r>
                        <a:rPr lang="zh-CN" altLang="en-US" sz="1800" smtClean="0">
                          <a:latin typeface="微软雅黑" panose="020B0503020204020204" pitchFamily="34" charset="-122"/>
                          <a:ea typeface="微软雅黑" panose="020B0503020204020204" pitchFamily="34" charset="-122"/>
                        </a:rPr>
                        <a:t>穿越）</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不支持</a:t>
                      </a:r>
                      <a:endParaRPr lang="zh-CN" altLang="en-US" sz="1800">
                        <a:latin typeface="微软雅黑" panose="020B0503020204020204" pitchFamily="34" charset="-122"/>
                        <a:ea typeface="微软雅黑" panose="020B0503020204020204" pitchFamily="34" charset="-122"/>
                      </a:endParaRPr>
                    </a:p>
                  </a:txBody>
                  <a:tcPr/>
                </a:tc>
                <a:tc>
                  <a:txBody>
                    <a:bodyPr/>
                    <a:lstStyle/>
                    <a:p>
                      <a:pPr algn="ctr"/>
                      <a:r>
                        <a:rPr lang="zh-CN" altLang="en-US" sz="1800" smtClean="0">
                          <a:latin typeface="微软雅黑" panose="020B0503020204020204" pitchFamily="34" charset="-122"/>
                          <a:ea typeface="微软雅黑" panose="020B0503020204020204" pitchFamily="34" charset="-122"/>
                        </a:rPr>
                        <a:t>支持</a:t>
                      </a: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933273547"/>
                  </a:ext>
                </a:extLst>
              </a:tr>
            </a:tbl>
          </a:graphicData>
        </a:graphic>
      </p:graphicFrame>
    </p:spTree>
    <p:extLst>
      <p:ext uri="{BB962C8B-B14F-4D97-AF65-F5344CB8AC3E}">
        <p14:creationId xmlns:p14="http://schemas.microsoft.com/office/powerpoint/2010/main" val="41101141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AH+ESP </a:t>
            </a:r>
            <a:r>
              <a:rPr lang="zh-CN" altLang="en-US" smtClean="0"/>
              <a:t>传输模式</a:t>
            </a:r>
            <a:endParaRPr lang="zh-CN" altLang="en-US"/>
          </a:p>
        </p:txBody>
      </p:sp>
      <p:pic>
        <p:nvPicPr>
          <p:cNvPr id="3" name="图片 2"/>
          <p:cNvPicPr>
            <a:picLocks noChangeAspect="1"/>
          </p:cNvPicPr>
          <p:nvPr/>
        </p:nvPicPr>
        <p:blipFill>
          <a:blip r:embed="rId2"/>
          <a:stretch>
            <a:fillRect/>
          </a:stretch>
        </p:blipFill>
        <p:spPr>
          <a:xfrm>
            <a:off x="0" y="721590"/>
            <a:ext cx="8646554" cy="5805670"/>
          </a:xfrm>
          <a:prstGeom prst="rect">
            <a:avLst/>
          </a:prstGeom>
        </p:spPr>
      </p:pic>
    </p:spTree>
    <p:extLst>
      <p:ext uri="{BB962C8B-B14F-4D97-AF65-F5344CB8AC3E}">
        <p14:creationId xmlns:p14="http://schemas.microsoft.com/office/powerpoint/2010/main" val="22678563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AH+ESP </a:t>
            </a:r>
            <a:r>
              <a:rPr lang="zh-CN" altLang="en-US" smtClean="0"/>
              <a:t>隧道模式</a:t>
            </a:r>
            <a:endParaRPr lang="zh-CN" altLang="en-US"/>
          </a:p>
        </p:txBody>
      </p:sp>
      <p:pic>
        <p:nvPicPr>
          <p:cNvPr id="5" name="图片 4"/>
          <p:cNvPicPr>
            <a:picLocks noChangeAspect="1"/>
          </p:cNvPicPr>
          <p:nvPr/>
        </p:nvPicPr>
        <p:blipFill>
          <a:blip r:embed="rId2"/>
          <a:stretch>
            <a:fillRect/>
          </a:stretch>
        </p:blipFill>
        <p:spPr>
          <a:xfrm>
            <a:off x="877528" y="701718"/>
            <a:ext cx="9250169" cy="5357288"/>
          </a:xfrm>
          <a:prstGeom prst="rect">
            <a:avLst/>
          </a:prstGeom>
        </p:spPr>
      </p:pic>
    </p:spTree>
    <p:extLst>
      <p:ext uri="{BB962C8B-B14F-4D97-AF65-F5344CB8AC3E}">
        <p14:creationId xmlns:p14="http://schemas.microsoft.com/office/powerpoint/2010/main" val="241956261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11.4 </a:t>
            </a:r>
            <a:r>
              <a:rPr lang="zh-CN" altLang="en-US" dirty="0" smtClean="0"/>
              <a:t>网络层安全协议</a:t>
            </a:r>
            <a:r>
              <a:rPr lang="en-US" altLang="zh-CN" dirty="0" smtClean="0"/>
              <a:t>---IPSec</a:t>
            </a:r>
          </a:p>
        </p:txBody>
      </p:sp>
      <p:sp>
        <p:nvSpPr>
          <p:cNvPr id="102402" name="Rectangle 1027"/>
          <p:cNvSpPr>
            <a:spLocks noGrp="1" noChangeArrowheads="1"/>
          </p:cNvSpPr>
          <p:nvPr>
            <p:ph idx="1"/>
          </p:nvPr>
        </p:nvSpPr>
        <p:spPr>
          <a:xfrm>
            <a:off x="248595" y="869005"/>
            <a:ext cx="10977123" cy="3498714"/>
          </a:xfrm>
        </p:spPr>
        <p:txBody>
          <a:bodyPr/>
          <a:lstStyle/>
          <a:p>
            <a:pPr eaLnBrk="1" hangingPunct="1">
              <a:lnSpc>
                <a:spcPct val="130000"/>
              </a:lnSpc>
              <a:buFont typeface="Wingdings" panose="05000000000000000000" pitchFamily="2" charset="2"/>
              <a:buNone/>
            </a:pPr>
            <a:r>
              <a:rPr lang="en-US" altLang="zh-CN" b="1" dirty="0">
                <a:solidFill>
                  <a:schemeClr val="hlink"/>
                </a:solidFill>
              </a:rPr>
              <a:t>9</a:t>
            </a:r>
            <a:r>
              <a:rPr lang="zh-CN" altLang="en-US" b="1" dirty="0">
                <a:solidFill>
                  <a:schemeClr val="hlink"/>
                </a:solidFill>
              </a:rPr>
              <a:t>、</a:t>
            </a:r>
            <a:r>
              <a:rPr lang="en-US" altLang="zh-CN" b="1" dirty="0">
                <a:solidFill>
                  <a:schemeClr val="hlink"/>
                </a:solidFill>
              </a:rPr>
              <a:t>IKE</a:t>
            </a:r>
          </a:p>
          <a:p>
            <a:pPr eaLnBrk="1" hangingPunct="1">
              <a:lnSpc>
                <a:spcPct val="130000"/>
              </a:lnSpc>
              <a:buFont typeface="Wingdings" panose="05000000000000000000" pitchFamily="2" charset="2"/>
              <a:buNone/>
            </a:pPr>
            <a:r>
              <a:rPr lang="zh-CN" altLang="en-US"/>
              <a:t>主要用来完成</a:t>
            </a:r>
            <a:r>
              <a:rPr lang="en-US" altLang="zh-CN"/>
              <a:t>IPSEC</a:t>
            </a:r>
            <a:r>
              <a:rPr lang="zh-CN" altLang="en-US"/>
              <a:t>中需要的密钥相关参数的协商工作 。可以动态建立</a:t>
            </a:r>
            <a:r>
              <a:rPr lang="en-US" altLang="zh-CN"/>
              <a:t>ipsec sa</a:t>
            </a:r>
            <a:r>
              <a:rPr lang="zh-CN" altLang="en-US"/>
              <a:t>方法 </a:t>
            </a:r>
            <a:r>
              <a:rPr lang="en-US" altLang="zh-CN"/>
              <a:t>---IKE V1</a:t>
            </a:r>
            <a:r>
              <a:rPr lang="zh-CN" altLang="en-US"/>
              <a:t>，</a:t>
            </a:r>
            <a:r>
              <a:rPr lang="en-US" altLang="zh-CN"/>
              <a:t>IKE V2</a:t>
            </a:r>
            <a:r>
              <a:rPr lang="en-US" altLang="zh-CN" smtClean="0">
                <a:solidFill>
                  <a:schemeClr val="hlink"/>
                </a:solidFill>
              </a:rPr>
              <a:t> </a:t>
            </a:r>
            <a:r>
              <a:rPr lang="en-US" altLang="zh-CN" b="1" smtClean="0">
                <a:solidFill>
                  <a:schemeClr val="hlink"/>
                </a:solidFill>
              </a:rPr>
              <a:t>     </a:t>
            </a:r>
          </a:p>
          <a:p>
            <a:pPr eaLnBrk="1" hangingPunct="1">
              <a:lnSpc>
                <a:spcPct val="130000"/>
              </a:lnSpc>
              <a:buFont typeface="Wingdings" panose="05000000000000000000" pitchFamily="2" charset="2"/>
              <a:buNone/>
            </a:pPr>
            <a:r>
              <a:rPr lang="en-US" altLang="zh-CN" b="1" smtClean="0">
                <a:solidFill>
                  <a:schemeClr val="hlink"/>
                </a:solidFill>
              </a:rPr>
              <a:t>IPSec</a:t>
            </a:r>
            <a:r>
              <a:rPr lang="zh-CN" altLang="en-US" b="1" dirty="0">
                <a:solidFill>
                  <a:schemeClr val="hlink"/>
                </a:solidFill>
              </a:rPr>
              <a:t>的</a:t>
            </a:r>
            <a:r>
              <a:rPr lang="en-US" altLang="zh-CN" b="1" dirty="0">
                <a:solidFill>
                  <a:schemeClr val="hlink"/>
                </a:solidFill>
              </a:rPr>
              <a:t>5</a:t>
            </a:r>
            <a:r>
              <a:rPr lang="zh-CN" altLang="en-US" b="1" dirty="0">
                <a:solidFill>
                  <a:schemeClr val="hlink"/>
                </a:solidFill>
              </a:rPr>
              <a:t>个阶段</a:t>
            </a:r>
          </a:p>
          <a:p>
            <a:pPr algn="just" eaLnBrk="1" hangingPunct="1">
              <a:lnSpc>
                <a:spcPct val="130000"/>
              </a:lnSpc>
              <a:buFont typeface="Wingdings" panose="05000000000000000000" pitchFamily="2" charset="2"/>
              <a:buNone/>
            </a:pPr>
            <a:r>
              <a:rPr lang="zh-CN" altLang="en-US" dirty="0"/>
              <a:t>     （</a:t>
            </a:r>
            <a:r>
              <a:rPr lang="en-US" altLang="zh-CN" dirty="0"/>
              <a:t>1</a:t>
            </a:r>
            <a:r>
              <a:rPr lang="zh-CN" altLang="en-US" dirty="0"/>
              <a:t>）</a:t>
            </a:r>
            <a:r>
              <a:rPr lang="en-US" altLang="zh-CN" dirty="0"/>
              <a:t> </a:t>
            </a:r>
            <a:r>
              <a:rPr lang="zh-CN" altLang="en-US" dirty="0"/>
              <a:t>过程启动</a:t>
            </a:r>
          </a:p>
          <a:p>
            <a:pPr algn="just" eaLnBrk="1" hangingPunct="1">
              <a:lnSpc>
                <a:spcPct val="130000"/>
              </a:lnSpc>
              <a:buFont typeface="Wingdings" panose="05000000000000000000" pitchFamily="2" charset="2"/>
              <a:buNone/>
            </a:pPr>
            <a:r>
              <a:rPr lang="zh-CN" altLang="en-US" dirty="0"/>
              <a:t>     （</a:t>
            </a:r>
            <a:r>
              <a:rPr lang="en-US" altLang="zh-CN" dirty="0"/>
              <a:t>2</a:t>
            </a:r>
            <a:r>
              <a:rPr lang="zh-CN" altLang="en-US" dirty="0"/>
              <a:t>）</a:t>
            </a:r>
            <a:r>
              <a:rPr lang="en-US" altLang="zh-CN" dirty="0"/>
              <a:t> IKE</a:t>
            </a:r>
            <a:r>
              <a:rPr lang="zh-CN" altLang="en-US" dirty="0"/>
              <a:t>的第一阶段</a:t>
            </a:r>
          </a:p>
          <a:p>
            <a:pPr algn="just" eaLnBrk="1" hangingPunct="1">
              <a:lnSpc>
                <a:spcPct val="130000"/>
              </a:lnSpc>
              <a:buFont typeface="Wingdings" panose="05000000000000000000" pitchFamily="2" charset="2"/>
              <a:buNone/>
            </a:pPr>
            <a:r>
              <a:rPr lang="zh-CN" altLang="en-US" dirty="0"/>
              <a:t>     （</a:t>
            </a:r>
            <a:r>
              <a:rPr lang="en-US" altLang="zh-CN" dirty="0"/>
              <a:t>3</a:t>
            </a:r>
            <a:r>
              <a:rPr lang="zh-CN" altLang="en-US" dirty="0"/>
              <a:t>）</a:t>
            </a:r>
            <a:r>
              <a:rPr lang="en-US" altLang="zh-CN" dirty="0"/>
              <a:t> IKE</a:t>
            </a:r>
            <a:r>
              <a:rPr lang="zh-CN" altLang="en-US" dirty="0"/>
              <a:t>的第二阶段</a:t>
            </a:r>
          </a:p>
          <a:p>
            <a:pPr algn="just" eaLnBrk="1" hangingPunct="1">
              <a:lnSpc>
                <a:spcPct val="130000"/>
              </a:lnSpc>
              <a:buFont typeface="Wingdings" panose="05000000000000000000" pitchFamily="2" charset="2"/>
              <a:buNone/>
            </a:pPr>
            <a:r>
              <a:rPr lang="zh-CN" altLang="en-US" dirty="0"/>
              <a:t>     （</a:t>
            </a:r>
            <a:r>
              <a:rPr lang="en-US" altLang="zh-CN" dirty="0"/>
              <a:t>4</a:t>
            </a:r>
            <a:r>
              <a:rPr lang="zh-CN" altLang="en-US" dirty="0"/>
              <a:t>）</a:t>
            </a:r>
            <a:r>
              <a:rPr lang="en-US" altLang="zh-CN" dirty="0"/>
              <a:t> </a:t>
            </a:r>
            <a:r>
              <a:rPr lang="zh-CN" altLang="en-US" dirty="0"/>
              <a:t>数据传送</a:t>
            </a:r>
          </a:p>
          <a:p>
            <a:pPr algn="just" eaLnBrk="1" hangingPunct="1">
              <a:lnSpc>
                <a:spcPct val="130000"/>
              </a:lnSpc>
              <a:buFont typeface="Wingdings" panose="05000000000000000000" pitchFamily="2" charset="2"/>
              <a:buNone/>
            </a:pPr>
            <a:r>
              <a:rPr lang="zh-CN" altLang="en-US" dirty="0"/>
              <a:t>     （</a:t>
            </a:r>
            <a:r>
              <a:rPr lang="en-US" altLang="zh-CN" dirty="0"/>
              <a:t>5</a:t>
            </a:r>
            <a:r>
              <a:rPr lang="zh-CN" altLang="en-US" dirty="0"/>
              <a:t>）</a:t>
            </a:r>
            <a:r>
              <a:rPr lang="en-US" altLang="zh-CN" dirty="0"/>
              <a:t> </a:t>
            </a:r>
            <a:r>
              <a:rPr lang="zh-CN" altLang="en-US" dirty="0"/>
              <a:t>隧道终止</a:t>
            </a:r>
          </a:p>
        </p:txBody>
      </p:sp>
    </p:spTree>
    <p:extLst>
      <p:ext uri="{BB962C8B-B14F-4D97-AF65-F5344CB8AC3E}">
        <p14:creationId xmlns:p14="http://schemas.microsoft.com/office/powerpoint/2010/main" val="365509778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1804" y="879158"/>
            <a:ext cx="9413132" cy="1857753"/>
          </a:xfrm>
          <a:prstGeom prst="rect">
            <a:avLst/>
          </a:prstGeom>
        </p:spPr>
        <p:txBody>
          <a:bodyPr wrap="square">
            <a:spAutoFit/>
          </a:bodyPr>
          <a:lstStyle/>
          <a:p>
            <a:pPr marL="285750" indent="-285750">
              <a:lnSpc>
                <a:spcPct val="130000"/>
              </a:lnSpc>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在</a:t>
            </a:r>
            <a:r>
              <a:rPr lang="zh-CN" altLang="en-US">
                <a:latin typeface="微软雅黑" panose="020B0503020204020204" pitchFamily="34" charset="-122"/>
                <a:ea typeface="微软雅黑" panose="020B0503020204020204" pitchFamily="34" charset="-122"/>
              </a:rPr>
              <a:t>传输层部署安全性的</a:t>
            </a:r>
            <a:r>
              <a:rPr lang="zh-CN" altLang="en-US" smtClean="0">
                <a:latin typeface="微软雅黑" panose="020B0503020204020204" pitchFamily="34" charset="-122"/>
                <a:ea typeface="微软雅黑" panose="020B0503020204020204" pitchFamily="34" charset="-122"/>
              </a:rPr>
              <a:t>优点</a:t>
            </a:r>
            <a:endParaRPr lang="en-US" altLang="zh-CN" smtClean="0">
              <a:latin typeface="微软雅黑" panose="020B0503020204020204" pitchFamily="34" charset="-122"/>
              <a:ea typeface="微软雅黑" panose="020B0503020204020204" pitchFamily="34" charset="-122"/>
            </a:endParaRPr>
          </a:p>
          <a:p>
            <a:pPr marL="741363" lvl="1" indent="-285750">
              <a:lnSpc>
                <a:spcPct val="130000"/>
              </a:lnSpc>
              <a:buFont typeface="Wingdings" panose="05000000000000000000" pitchFamily="2" charset="2"/>
              <a:buChar char="ü"/>
            </a:pPr>
            <a:r>
              <a:rPr lang="en-US" altLang="zh-CN" smtClean="0">
                <a:latin typeface="微软雅黑" panose="020B0503020204020204" pitchFamily="34" charset="-122"/>
                <a:ea typeface="微软雅黑" panose="020B0503020204020204" pitchFamily="34" charset="-122"/>
              </a:rPr>
              <a:t>IP</a:t>
            </a:r>
            <a:r>
              <a:rPr lang="zh-CN" altLang="en-US">
                <a:latin typeface="微软雅黑" panose="020B0503020204020204" pitchFamily="34" charset="-122"/>
                <a:ea typeface="微软雅黑" panose="020B0503020204020204" pitchFamily="34" charset="-122"/>
              </a:rPr>
              <a:t>层安全是点对点</a:t>
            </a:r>
            <a:r>
              <a:rPr lang="zh-CN" altLang="en-US" smtClean="0">
                <a:latin typeface="微软雅黑" panose="020B0503020204020204" pitchFamily="34" charset="-122"/>
                <a:ea typeface="微软雅黑" panose="020B0503020204020204" pitchFamily="34" charset="-122"/>
              </a:rPr>
              <a:t>的，传输</a:t>
            </a:r>
            <a:r>
              <a:rPr lang="zh-CN" altLang="en-US">
                <a:latin typeface="微软雅黑" panose="020B0503020204020204" pitchFamily="34" charset="-122"/>
                <a:ea typeface="微软雅黑" panose="020B0503020204020204" pitchFamily="34" charset="-122"/>
              </a:rPr>
              <a:t>层是端对</a:t>
            </a:r>
            <a:r>
              <a:rPr lang="zh-CN" altLang="en-US" smtClean="0">
                <a:latin typeface="微软雅黑" panose="020B0503020204020204" pitchFamily="34" charset="-122"/>
                <a:ea typeface="微软雅黑" panose="020B0503020204020204" pitchFamily="34" charset="-122"/>
              </a:rPr>
              <a:t>端的</a:t>
            </a:r>
            <a:endParaRPr lang="en-US" altLang="zh-CN" smtClean="0">
              <a:latin typeface="微软雅黑" panose="020B0503020204020204" pitchFamily="34" charset="-122"/>
              <a:ea typeface="微软雅黑" panose="020B0503020204020204" pitchFamily="34" charset="-122"/>
            </a:endParaRPr>
          </a:p>
          <a:p>
            <a:pPr marL="741363" lvl="1" indent="-285750">
              <a:lnSpc>
                <a:spcPct val="130000"/>
              </a:lnSpc>
              <a:buFont typeface="Wingdings" panose="05000000000000000000" pitchFamily="2" charset="2"/>
              <a:buChar char="ü"/>
            </a:pPr>
            <a:r>
              <a:rPr lang="zh-CN" altLang="en-US" smtClean="0">
                <a:latin typeface="微软雅黑" panose="020B0503020204020204" pitchFamily="34" charset="-122"/>
                <a:ea typeface="微软雅黑" panose="020B0503020204020204" pitchFamily="34" charset="-122"/>
              </a:rPr>
              <a:t>传输</a:t>
            </a:r>
            <a:r>
              <a:rPr lang="zh-CN" altLang="en-US">
                <a:latin typeface="微软雅黑" panose="020B0503020204020204" pitchFamily="34" charset="-122"/>
                <a:ea typeface="微软雅黑" panose="020B0503020204020204" pitchFamily="34" charset="-122"/>
              </a:rPr>
              <a:t>层提高了可靠性，使得高层服务不必关注</a:t>
            </a:r>
            <a:r>
              <a:rPr lang="zh-CN" altLang="en-US" smtClean="0">
                <a:latin typeface="微软雅黑" panose="020B0503020204020204" pitchFamily="34" charset="-122"/>
                <a:ea typeface="微软雅黑" panose="020B0503020204020204" pitchFamily="34" charset="-122"/>
              </a:rPr>
              <a:t>可靠性问题</a:t>
            </a:r>
            <a:r>
              <a:rPr lang="zh-CN" altLang="en-US">
                <a:latin typeface="微软雅黑" panose="020B0503020204020204" pitchFamily="34" charset="-122"/>
                <a:ea typeface="微软雅黑" panose="020B0503020204020204" pitchFamily="34" charset="-122"/>
              </a:rPr>
              <a:t>。</a:t>
            </a:r>
          </a:p>
          <a:p>
            <a:pPr marL="741363" lvl="1" indent="-285750">
              <a:lnSpc>
                <a:spcPct val="130000"/>
              </a:lnSpc>
              <a:buFont typeface="Wingdings" panose="05000000000000000000" pitchFamily="2" charset="2"/>
              <a:buChar char="ü"/>
            </a:pPr>
            <a:r>
              <a:rPr lang="zh-CN" altLang="en-US">
                <a:latin typeface="微软雅黑" panose="020B0503020204020204" pitchFamily="34" charset="-122"/>
                <a:ea typeface="微软雅黑" panose="020B0503020204020204" pitchFamily="34" charset="-122"/>
              </a:rPr>
              <a:t>应用层协议直接构建于传输层之上，在传输层上</a:t>
            </a:r>
            <a:r>
              <a:rPr lang="zh-CN" altLang="en-US" smtClean="0">
                <a:latin typeface="微软雅黑" panose="020B0503020204020204" pitchFamily="34" charset="-122"/>
                <a:ea typeface="微软雅黑" panose="020B0503020204020204" pitchFamily="34" charset="-122"/>
              </a:rPr>
              <a:t>构架安全</a:t>
            </a:r>
            <a:r>
              <a:rPr lang="zh-CN" altLang="en-US">
                <a:latin typeface="微软雅黑" panose="020B0503020204020204" pitchFamily="34" charset="-122"/>
                <a:ea typeface="微软雅黑" panose="020B0503020204020204" pitchFamily="34" charset="-122"/>
              </a:rPr>
              <a:t>协议，可以把高层应用从安全性中解放出来。</a:t>
            </a:r>
          </a:p>
        </p:txBody>
      </p:sp>
      <p:sp>
        <p:nvSpPr>
          <p:cNvPr id="4" name="Rectangle 2"/>
          <p:cNvSpPr>
            <a:spLocks noGrp="1" noChangeArrowheads="1"/>
          </p:cNvSpPr>
          <p:nvPr>
            <p:ph type="title"/>
          </p:nvPr>
        </p:nvSpPr>
        <p:spPr/>
        <p:txBody>
          <a:bodyPr/>
          <a:lstStyle/>
          <a:p>
            <a:pPr eaLnBrk="1" hangingPunct="1"/>
            <a:r>
              <a:rPr lang="en-US" altLang="zh-CN" dirty="0" smtClean="0"/>
              <a:t>11.5 </a:t>
            </a:r>
            <a:r>
              <a:rPr lang="zh-CN" altLang="en-US" dirty="0" smtClean="0"/>
              <a:t>传输层安全协议</a:t>
            </a:r>
          </a:p>
        </p:txBody>
      </p:sp>
    </p:spTree>
    <p:extLst>
      <p:ext uri="{BB962C8B-B14F-4D97-AF65-F5344CB8AC3E}">
        <p14:creationId xmlns:p14="http://schemas.microsoft.com/office/powerpoint/2010/main" val="180513180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altLang="zh-CN" dirty="0" smtClean="0"/>
              <a:t>11.5 </a:t>
            </a:r>
            <a:r>
              <a:rPr lang="zh-CN" altLang="en-US" dirty="0" smtClean="0"/>
              <a:t>传输层安全协议</a:t>
            </a:r>
          </a:p>
        </p:txBody>
      </p:sp>
      <p:sp>
        <p:nvSpPr>
          <p:cNvPr id="104451" name="Rectangle 3"/>
          <p:cNvSpPr>
            <a:spLocks noGrp="1" noChangeArrowheads="1"/>
          </p:cNvSpPr>
          <p:nvPr>
            <p:ph idx="1"/>
          </p:nvPr>
        </p:nvSpPr>
        <p:spPr>
          <a:xfrm>
            <a:off x="344520" y="863162"/>
            <a:ext cx="10355905" cy="5352812"/>
          </a:xfrm>
        </p:spPr>
        <p:txBody>
          <a:bodyPr/>
          <a:lstStyle/>
          <a:p>
            <a:pPr eaLnBrk="1" hangingPunct="1">
              <a:lnSpc>
                <a:spcPct val="130000"/>
              </a:lnSpc>
              <a:buFont typeface="Wingdings" panose="05000000000000000000" pitchFamily="2" charset="2"/>
              <a:buNone/>
            </a:pPr>
            <a:r>
              <a:rPr lang="en-US" altLang="zh-CN" sz="2400" b="1" dirty="0">
                <a:solidFill>
                  <a:schemeClr val="hlink"/>
                </a:solidFill>
              </a:rPr>
              <a:t>1</a:t>
            </a:r>
            <a:r>
              <a:rPr lang="zh-CN" altLang="en-US" sz="2400" b="1" dirty="0">
                <a:solidFill>
                  <a:schemeClr val="hlink"/>
                </a:solidFill>
              </a:rPr>
              <a:t>、传输层安全协议</a:t>
            </a:r>
          </a:p>
          <a:p>
            <a:pPr eaLnBrk="1" hangingPunct="1">
              <a:lnSpc>
                <a:spcPct val="130000"/>
              </a:lnSpc>
              <a:buFont typeface="Wingdings" panose="05000000000000000000" pitchFamily="2" charset="2"/>
              <a:buNone/>
            </a:pPr>
            <a:r>
              <a:rPr lang="zh-CN" altLang="en-US" sz="2000" dirty="0"/>
              <a:t>        </a:t>
            </a:r>
            <a:r>
              <a:rPr lang="en-US" altLang="zh-CN" sz="2000" dirty="0"/>
              <a:t>(1) SSL</a:t>
            </a:r>
          </a:p>
          <a:p>
            <a:pPr eaLnBrk="1" hangingPunct="1">
              <a:lnSpc>
                <a:spcPct val="130000"/>
              </a:lnSpc>
              <a:buFont typeface="Wingdings" panose="05000000000000000000" pitchFamily="2" charset="2"/>
              <a:buNone/>
            </a:pPr>
            <a:r>
              <a:rPr lang="en-US" altLang="zh-CN" sz="2000" dirty="0"/>
              <a:t>        (2) TLS</a:t>
            </a:r>
            <a:r>
              <a:rPr lang="zh-CN" altLang="en-US" sz="2000" dirty="0"/>
              <a:t>：基于</a:t>
            </a:r>
            <a:r>
              <a:rPr lang="en-US" altLang="zh-CN" sz="2000" dirty="0"/>
              <a:t>SSL</a:t>
            </a:r>
            <a:r>
              <a:rPr lang="zh-CN" altLang="en-US" sz="2000" dirty="0"/>
              <a:t>协议</a:t>
            </a:r>
          </a:p>
          <a:p>
            <a:pPr eaLnBrk="1" hangingPunct="1">
              <a:lnSpc>
                <a:spcPct val="130000"/>
              </a:lnSpc>
              <a:buFont typeface="Wingdings" panose="05000000000000000000" pitchFamily="2" charset="2"/>
              <a:buNone/>
            </a:pPr>
            <a:r>
              <a:rPr lang="zh-CN" altLang="en-US" sz="2000" dirty="0"/>
              <a:t>              </a:t>
            </a:r>
            <a:r>
              <a:rPr lang="en-US" altLang="zh-CN" sz="2000" dirty="0"/>
              <a:t>RFC 2246: The TLS Protocol Version 1.0</a:t>
            </a:r>
          </a:p>
          <a:p>
            <a:pPr eaLnBrk="1" hangingPunct="1">
              <a:lnSpc>
                <a:spcPct val="130000"/>
              </a:lnSpc>
              <a:buFont typeface="Wingdings" panose="05000000000000000000" pitchFamily="2" charset="2"/>
              <a:buNone/>
            </a:pPr>
            <a:r>
              <a:rPr lang="en-US" altLang="zh-CN" sz="2000" dirty="0"/>
              <a:t>              RFC 2818: HTTP </a:t>
            </a:r>
            <a:r>
              <a:rPr lang="en-US" altLang="zh-CN" sz="2000"/>
              <a:t>Over </a:t>
            </a:r>
            <a:r>
              <a:rPr lang="en-US" altLang="zh-CN" sz="2000" smtClean="0"/>
              <a:t>TLS</a:t>
            </a:r>
            <a:endParaRPr lang="en-US" altLang="zh-CN" sz="2000" dirty="0"/>
          </a:p>
          <a:p>
            <a:pPr eaLnBrk="1" hangingPunct="1">
              <a:lnSpc>
                <a:spcPct val="130000"/>
              </a:lnSpc>
              <a:buFont typeface="Wingdings" panose="05000000000000000000" pitchFamily="2" charset="2"/>
              <a:buNone/>
            </a:pPr>
            <a:r>
              <a:rPr lang="en-US" altLang="zh-CN" sz="2400" b="1" dirty="0">
                <a:solidFill>
                  <a:schemeClr val="hlink"/>
                </a:solidFill>
              </a:rPr>
              <a:t>2</a:t>
            </a:r>
            <a:r>
              <a:rPr lang="zh-CN" altLang="en-US" sz="2400" b="1" dirty="0">
                <a:solidFill>
                  <a:schemeClr val="hlink"/>
                </a:solidFill>
              </a:rPr>
              <a:t>、</a:t>
            </a:r>
            <a:r>
              <a:rPr lang="en-US" altLang="zh-CN" sz="2400" b="1" dirty="0">
                <a:solidFill>
                  <a:schemeClr val="hlink"/>
                </a:solidFill>
              </a:rPr>
              <a:t>SSL</a:t>
            </a:r>
            <a:r>
              <a:rPr lang="zh-CN" altLang="en-US" sz="2400" b="1" dirty="0">
                <a:solidFill>
                  <a:schemeClr val="hlink"/>
                </a:solidFill>
              </a:rPr>
              <a:t>协议的起源</a:t>
            </a:r>
          </a:p>
          <a:p>
            <a:pPr eaLnBrk="1" hangingPunct="1">
              <a:lnSpc>
                <a:spcPct val="130000"/>
              </a:lnSpc>
              <a:buFont typeface="Wingdings" panose="05000000000000000000" pitchFamily="2" charset="2"/>
              <a:buNone/>
            </a:pPr>
            <a:r>
              <a:rPr lang="zh-CN" altLang="en-US" sz="2000" dirty="0"/>
              <a:t>     由于</a:t>
            </a:r>
            <a:r>
              <a:rPr lang="en-US" altLang="zh-CN" sz="2000" dirty="0">
                <a:cs typeface="Times New Roman" panose="02020603050405020304" pitchFamily="18" charset="0"/>
              </a:rPr>
              <a:t>Web</a:t>
            </a:r>
            <a:r>
              <a:rPr lang="zh-CN" altLang="en-US" sz="2000" dirty="0"/>
              <a:t>上有时要传输重要或敏感的数据，为了提供</a:t>
            </a:r>
            <a:r>
              <a:rPr lang="en-US" altLang="zh-CN" sz="2000" dirty="0"/>
              <a:t>Web</a:t>
            </a:r>
            <a:r>
              <a:rPr lang="zh-CN" altLang="en-US" sz="2000" dirty="0"/>
              <a:t>应用的安全性，</a:t>
            </a:r>
            <a:r>
              <a:rPr lang="en-US" altLang="zh-CN" sz="2000" dirty="0"/>
              <a:t>1994</a:t>
            </a:r>
            <a:r>
              <a:rPr lang="zh-CN" altLang="en-US" sz="2000" dirty="0"/>
              <a:t>年</a:t>
            </a:r>
            <a:r>
              <a:rPr lang="en-US" altLang="zh-CN" sz="2000" dirty="0">
                <a:cs typeface="Times New Roman" panose="02020603050405020304" pitchFamily="18" charset="0"/>
              </a:rPr>
              <a:t>Netscape</a:t>
            </a:r>
            <a:r>
              <a:rPr lang="zh-CN" altLang="en-US" sz="2000" dirty="0"/>
              <a:t>公司提出了安全通信协议</a:t>
            </a:r>
            <a:r>
              <a:rPr lang="en-US" altLang="zh-CN" sz="2000" dirty="0">
                <a:cs typeface="Times New Roman" panose="02020603050405020304" pitchFamily="18" charset="0"/>
              </a:rPr>
              <a:t>SSL(Secure Socket Layer)</a:t>
            </a:r>
            <a:r>
              <a:rPr lang="zh-CN" altLang="en-US" sz="2000" dirty="0"/>
              <a:t>。</a:t>
            </a:r>
          </a:p>
          <a:p>
            <a:pPr eaLnBrk="1" hangingPunct="1">
              <a:lnSpc>
                <a:spcPct val="130000"/>
              </a:lnSpc>
              <a:buFont typeface="Wingdings" panose="05000000000000000000" pitchFamily="2" charset="2"/>
              <a:buNone/>
            </a:pPr>
            <a:r>
              <a:rPr lang="zh-CN" altLang="en-US" sz="2000" dirty="0"/>
              <a:t>          把</a:t>
            </a:r>
            <a:r>
              <a:rPr lang="en-US" altLang="zh-CN" sz="2000" dirty="0"/>
              <a:t>HTTP</a:t>
            </a:r>
            <a:r>
              <a:rPr lang="zh-CN" altLang="en-US" sz="2000" dirty="0"/>
              <a:t>和</a:t>
            </a:r>
            <a:r>
              <a:rPr lang="en-US" altLang="zh-CN" sz="2000" dirty="0"/>
              <a:t>SSL</a:t>
            </a:r>
            <a:r>
              <a:rPr lang="zh-CN" altLang="en-US" sz="2000" dirty="0"/>
              <a:t>相结合，就可以实现</a:t>
            </a:r>
            <a:r>
              <a:rPr lang="en-US" altLang="zh-CN" sz="2000" dirty="0"/>
              <a:t>web</a:t>
            </a:r>
            <a:r>
              <a:rPr lang="zh-CN" altLang="en-US" sz="2000" dirty="0"/>
              <a:t>安全通信（端口</a:t>
            </a:r>
            <a:r>
              <a:rPr lang="en-US" altLang="zh-CN" sz="2000" dirty="0"/>
              <a:t>443</a:t>
            </a:r>
            <a:r>
              <a:rPr lang="zh-CN" altLang="en-US" sz="2000" dirty="0"/>
              <a:t>）</a:t>
            </a:r>
            <a:r>
              <a:rPr lang="zh-CN" altLang="en-US" sz="2000" dirty="0">
                <a:cs typeface="Times New Roman" panose="02020603050405020304" pitchFamily="18" charset="0"/>
              </a:rPr>
              <a:t> </a:t>
            </a:r>
            <a:r>
              <a:rPr lang="zh-CN" altLang="en-US" sz="2000" dirty="0"/>
              <a:t>。</a:t>
            </a:r>
          </a:p>
          <a:p>
            <a:pPr eaLnBrk="1" hangingPunct="1">
              <a:lnSpc>
                <a:spcPct val="130000"/>
              </a:lnSpc>
              <a:buFont typeface="Wingdings" panose="05000000000000000000" pitchFamily="2" charset="2"/>
              <a:buNone/>
            </a:pPr>
            <a:r>
              <a:rPr lang="zh-CN" altLang="en-US" sz="2000" dirty="0"/>
              <a:t>          </a:t>
            </a:r>
            <a:r>
              <a:rPr lang="en-US" altLang="zh-CN" sz="2000" dirty="0"/>
              <a:t>SSL</a:t>
            </a:r>
            <a:r>
              <a:rPr lang="zh-CN" altLang="en-US" sz="2000" dirty="0"/>
              <a:t>作为目前保护</a:t>
            </a:r>
            <a:r>
              <a:rPr lang="en-US" altLang="zh-CN" sz="2000" dirty="0"/>
              <a:t>Web</a:t>
            </a:r>
            <a:r>
              <a:rPr lang="zh-CN" altLang="en-US" sz="2000" dirty="0"/>
              <a:t>安全和基于</a:t>
            </a:r>
            <a:r>
              <a:rPr lang="en-US" altLang="zh-CN" sz="2000" dirty="0"/>
              <a:t>HTTP</a:t>
            </a:r>
            <a:r>
              <a:rPr lang="zh-CN" altLang="en-US" sz="2000" dirty="0"/>
              <a:t>的电子商务交易安全的事实上的标准，被世界知名厂家广泛支持，</a:t>
            </a:r>
            <a:r>
              <a:rPr lang="en-US" altLang="zh-CN" sz="2000" dirty="0"/>
              <a:t>https://</a:t>
            </a:r>
            <a:r>
              <a:rPr lang="zh-CN" altLang="en-US" sz="2000" dirty="0"/>
              <a:t>域名</a:t>
            </a:r>
          </a:p>
        </p:txBody>
      </p:sp>
    </p:spTree>
    <p:extLst>
      <p:ext uri="{BB962C8B-B14F-4D97-AF65-F5344CB8AC3E}">
        <p14:creationId xmlns:p14="http://schemas.microsoft.com/office/powerpoint/2010/main" val="401549898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42026"/>
          </a:xfrm>
        </p:spPr>
        <p:txBody>
          <a:bodyPr/>
          <a:lstStyle/>
          <a:p>
            <a:pPr eaLnBrk="1" hangingPunct="1"/>
            <a:r>
              <a:rPr lang="en-US" altLang="zh-CN" dirty="0" smtClean="0"/>
              <a:t>11.5 </a:t>
            </a:r>
            <a:r>
              <a:rPr lang="zh-CN" altLang="en-US" dirty="0" smtClean="0"/>
              <a:t>传输层安全协议</a:t>
            </a:r>
          </a:p>
        </p:txBody>
      </p:sp>
      <p:sp>
        <p:nvSpPr>
          <p:cNvPr id="105474" name="Rectangle 3"/>
          <p:cNvSpPr>
            <a:spLocks noGrp="1" noChangeArrowheads="1"/>
          </p:cNvSpPr>
          <p:nvPr>
            <p:ph idx="1"/>
          </p:nvPr>
        </p:nvSpPr>
        <p:spPr>
          <a:xfrm>
            <a:off x="327497" y="833977"/>
            <a:ext cx="6121941" cy="4856703"/>
          </a:xfrm>
        </p:spPr>
        <p:txBody>
          <a:bodyPr/>
          <a:lstStyle/>
          <a:p>
            <a:pPr marL="609600" indent="-609600" eaLnBrk="1" hangingPunct="1">
              <a:lnSpc>
                <a:spcPct val="130000"/>
              </a:lnSpc>
              <a:buNone/>
            </a:pPr>
            <a:r>
              <a:rPr lang="en-US" altLang="zh-CN" b="1" dirty="0">
                <a:solidFill>
                  <a:schemeClr val="hlink"/>
                </a:solidFill>
              </a:rPr>
              <a:t>3</a:t>
            </a:r>
            <a:r>
              <a:rPr lang="zh-CN" altLang="en-US" b="1" dirty="0">
                <a:solidFill>
                  <a:schemeClr val="hlink"/>
                </a:solidFill>
              </a:rPr>
              <a:t>、</a:t>
            </a:r>
            <a:r>
              <a:rPr lang="en-US" altLang="zh-CN" b="1" dirty="0">
                <a:solidFill>
                  <a:schemeClr val="hlink"/>
                </a:solidFill>
              </a:rPr>
              <a:t>SSL</a:t>
            </a:r>
            <a:r>
              <a:rPr lang="zh-CN" altLang="en-US" b="1" dirty="0">
                <a:solidFill>
                  <a:schemeClr val="hlink"/>
                </a:solidFill>
              </a:rPr>
              <a:t>提供的安全服务</a:t>
            </a:r>
          </a:p>
          <a:p>
            <a:pPr marL="609600" indent="-609600" eaLnBrk="1" hangingPunct="1">
              <a:lnSpc>
                <a:spcPct val="130000"/>
              </a:lnSpc>
              <a:buNone/>
            </a:pPr>
            <a:r>
              <a:rPr lang="zh-CN" altLang="en-US"/>
              <a:t> </a:t>
            </a:r>
            <a:r>
              <a:rPr lang="en-US" altLang="zh-CN"/>
              <a:t>SSL </a:t>
            </a:r>
            <a:r>
              <a:rPr lang="zh-CN" altLang="en-US"/>
              <a:t>以对称密码技术和公开密码技术相结合，</a:t>
            </a:r>
            <a:r>
              <a:rPr lang="zh-CN" altLang="en-US" smtClean="0"/>
              <a:t>为</a:t>
            </a:r>
            <a:r>
              <a:rPr lang="zh-CN" altLang="en-US" dirty="0"/>
              <a:t>客户</a:t>
            </a:r>
            <a:r>
              <a:rPr lang="en-US" altLang="zh-CN" dirty="0"/>
              <a:t>-</a:t>
            </a:r>
            <a:r>
              <a:rPr lang="zh-CN" altLang="en-US" dirty="0"/>
              <a:t>服务器通讯提供安全性</a:t>
            </a:r>
          </a:p>
          <a:p>
            <a:pPr marL="609600" indent="-609600" eaLnBrk="1" hangingPunct="1">
              <a:lnSpc>
                <a:spcPct val="130000"/>
              </a:lnSpc>
              <a:buNone/>
            </a:pPr>
            <a:r>
              <a:rPr lang="zh-CN" altLang="en-US" dirty="0">
                <a:solidFill>
                  <a:schemeClr val="hlink"/>
                </a:solidFill>
              </a:rPr>
              <a:t>    （</a:t>
            </a:r>
            <a:r>
              <a:rPr lang="en-US" altLang="zh-CN" dirty="0">
                <a:solidFill>
                  <a:schemeClr val="hlink"/>
                </a:solidFill>
              </a:rPr>
              <a:t>1</a:t>
            </a:r>
            <a:r>
              <a:rPr lang="zh-CN" altLang="en-US" dirty="0">
                <a:solidFill>
                  <a:schemeClr val="hlink"/>
                </a:solidFill>
              </a:rPr>
              <a:t>）保密性</a:t>
            </a:r>
          </a:p>
          <a:p>
            <a:pPr marL="609600" indent="-609600" eaLnBrk="1" hangingPunct="1">
              <a:lnSpc>
                <a:spcPct val="130000"/>
              </a:lnSpc>
              <a:buNone/>
            </a:pPr>
            <a:r>
              <a:rPr lang="zh-CN" altLang="en-US" dirty="0"/>
              <a:t>      </a:t>
            </a:r>
            <a:r>
              <a:rPr lang="en-US" altLang="zh-CN" dirty="0"/>
              <a:t>SSL</a:t>
            </a:r>
            <a:r>
              <a:rPr lang="zh-CN" altLang="en-US" dirty="0"/>
              <a:t>客户机和服务器之间通过密码算法和密钥的协商，建立起一个安全通道。</a:t>
            </a:r>
          </a:p>
          <a:p>
            <a:pPr marL="609600" indent="-609600" eaLnBrk="1" hangingPunct="1">
              <a:lnSpc>
                <a:spcPct val="130000"/>
              </a:lnSpc>
              <a:buNone/>
            </a:pPr>
            <a:r>
              <a:rPr lang="zh-CN" altLang="en-US" dirty="0">
                <a:solidFill>
                  <a:schemeClr val="hlink"/>
                </a:solidFill>
              </a:rPr>
              <a:t>    （</a:t>
            </a:r>
            <a:r>
              <a:rPr lang="en-US" altLang="zh-CN" dirty="0">
                <a:solidFill>
                  <a:schemeClr val="hlink"/>
                </a:solidFill>
              </a:rPr>
              <a:t>2</a:t>
            </a:r>
            <a:r>
              <a:rPr lang="zh-CN" altLang="en-US" dirty="0">
                <a:solidFill>
                  <a:schemeClr val="hlink"/>
                </a:solidFill>
              </a:rPr>
              <a:t>）完整性</a:t>
            </a:r>
          </a:p>
          <a:p>
            <a:pPr marL="609600" indent="-609600" eaLnBrk="1" hangingPunct="1">
              <a:lnSpc>
                <a:spcPct val="130000"/>
              </a:lnSpc>
              <a:buNone/>
            </a:pPr>
            <a:r>
              <a:rPr lang="zh-CN" altLang="en-US" dirty="0"/>
              <a:t>      </a:t>
            </a:r>
            <a:r>
              <a:rPr lang="en-US" altLang="zh-CN" dirty="0"/>
              <a:t>SSL</a:t>
            </a:r>
            <a:r>
              <a:rPr lang="zh-CN" altLang="en-US" dirty="0"/>
              <a:t>利用密码算法和</a:t>
            </a:r>
            <a:r>
              <a:rPr lang="en-US" altLang="zh-CN" dirty="0"/>
              <a:t>Hash</a:t>
            </a:r>
            <a:r>
              <a:rPr lang="zh-CN" altLang="en-US" dirty="0"/>
              <a:t>函数，通过对传输信息特征值的提取来保证信息的完整性</a:t>
            </a:r>
            <a:r>
              <a:rPr lang="en-US" altLang="zh-CN" dirty="0"/>
              <a:t>(</a:t>
            </a:r>
            <a:r>
              <a:rPr lang="zh-CN" altLang="en-US" dirty="0"/>
              <a:t>消息摘要</a:t>
            </a:r>
            <a:r>
              <a:rPr lang="en-US" altLang="zh-CN" dirty="0"/>
              <a:t>)</a:t>
            </a:r>
          </a:p>
          <a:p>
            <a:pPr marL="609600" indent="-609600" eaLnBrk="1" hangingPunct="1">
              <a:lnSpc>
                <a:spcPct val="130000"/>
              </a:lnSpc>
              <a:buNone/>
            </a:pPr>
            <a:r>
              <a:rPr lang="en-US" altLang="zh-CN" dirty="0">
                <a:solidFill>
                  <a:schemeClr val="hlink"/>
                </a:solidFill>
              </a:rPr>
              <a:t>    </a:t>
            </a:r>
            <a:r>
              <a:rPr lang="zh-CN" altLang="en-US" dirty="0">
                <a:solidFill>
                  <a:schemeClr val="hlink"/>
                </a:solidFill>
              </a:rPr>
              <a:t>（</a:t>
            </a:r>
            <a:r>
              <a:rPr lang="en-US" altLang="zh-CN" dirty="0">
                <a:solidFill>
                  <a:schemeClr val="hlink"/>
                </a:solidFill>
              </a:rPr>
              <a:t>3</a:t>
            </a:r>
            <a:r>
              <a:rPr lang="zh-CN" altLang="en-US" dirty="0">
                <a:solidFill>
                  <a:schemeClr val="hlink"/>
                </a:solidFill>
              </a:rPr>
              <a:t>）认证性</a:t>
            </a:r>
          </a:p>
          <a:p>
            <a:pPr marL="609600" indent="-609600" eaLnBrk="1" hangingPunct="1">
              <a:lnSpc>
                <a:spcPct val="130000"/>
              </a:lnSpc>
              <a:buNone/>
            </a:pPr>
            <a:r>
              <a:rPr lang="zh-CN" altLang="en-US" dirty="0"/>
              <a:t>      利用证书技术和可信的第三方</a:t>
            </a:r>
            <a:r>
              <a:rPr lang="en-US" altLang="zh-CN" dirty="0"/>
              <a:t>CA</a:t>
            </a:r>
            <a:r>
              <a:rPr lang="zh-CN" altLang="en-US" dirty="0"/>
              <a:t>，可以让客户机和服务器相互识别对方的身份</a:t>
            </a:r>
          </a:p>
        </p:txBody>
      </p:sp>
      <p:pic>
        <p:nvPicPr>
          <p:cNvPr id="2" name="图片 1"/>
          <p:cNvPicPr>
            <a:picLocks noChangeAspect="1"/>
          </p:cNvPicPr>
          <p:nvPr/>
        </p:nvPicPr>
        <p:blipFill>
          <a:blip r:embed="rId2"/>
          <a:stretch>
            <a:fillRect/>
          </a:stretch>
        </p:blipFill>
        <p:spPr>
          <a:xfrm>
            <a:off x="7070691" y="1341302"/>
            <a:ext cx="4295775" cy="2638425"/>
          </a:xfrm>
          <a:prstGeom prst="rect">
            <a:avLst/>
          </a:prstGeom>
        </p:spPr>
      </p:pic>
      <p:sp>
        <p:nvSpPr>
          <p:cNvPr id="4" name="矩形 3"/>
          <p:cNvSpPr/>
          <p:nvPr/>
        </p:nvSpPr>
        <p:spPr>
          <a:xfrm>
            <a:off x="6329464" y="4242900"/>
            <a:ext cx="5460460" cy="1532727"/>
          </a:xfrm>
          <a:prstGeom prst="rect">
            <a:avLst/>
          </a:prstGeom>
          <a:solidFill>
            <a:schemeClr val="accent1">
              <a:lumMod val="20000"/>
              <a:lumOff val="80000"/>
            </a:schemeClr>
          </a:solidFill>
        </p:spPr>
        <p:txBody>
          <a:bodyPr wrap="square">
            <a:spAutoFit/>
          </a:bodyPr>
          <a:lstStyle/>
          <a:p>
            <a:pPr marL="285750" lvl="1" indent="-285750">
              <a:lnSpc>
                <a:spcPct val="130000"/>
              </a:lnSpc>
              <a:buFont typeface="Wingdings" panose="05000000000000000000" pitchFamily="2" charset="2"/>
              <a:buChar char="n"/>
            </a:pPr>
            <a:r>
              <a:rPr lang="en-US" altLang="zh-CN" kern="0"/>
              <a:t>TCP </a:t>
            </a:r>
            <a:r>
              <a:rPr lang="zh-CN" altLang="en-US" kern="0"/>
              <a:t>提供了可靠的消息传输</a:t>
            </a:r>
          </a:p>
          <a:p>
            <a:pPr marL="285750" lvl="1" indent="-285750">
              <a:lnSpc>
                <a:spcPct val="130000"/>
              </a:lnSpc>
              <a:buFont typeface="Wingdings" panose="05000000000000000000" pitchFamily="2" charset="2"/>
              <a:buChar char="n"/>
            </a:pPr>
            <a:r>
              <a:rPr lang="zh-CN" altLang="en-US" kern="0"/>
              <a:t>在应用层通信之前就已经完成加密算法、通信密钥的协商以及服务器认证工作，在此之后，应用层协议所传送的数据都被加密</a:t>
            </a:r>
            <a:endParaRPr lang="zh-CN" altLang="en-US"/>
          </a:p>
        </p:txBody>
      </p:sp>
    </p:spTree>
    <p:extLst>
      <p:ext uri="{BB962C8B-B14F-4D97-AF65-F5344CB8AC3E}">
        <p14:creationId xmlns:p14="http://schemas.microsoft.com/office/powerpoint/2010/main" val="397994984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38100" y="0"/>
            <a:ext cx="8229600" cy="642026"/>
          </a:xfrm>
        </p:spPr>
        <p:txBody>
          <a:bodyPr/>
          <a:lstStyle/>
          <a:p>
            <a:pPr eaLnBrk="1" hangingPunct="1"/>
            <a:r>
              <a:rPr lang="en-US" altLang="zh-CN" dirty="0" smtClean="0"/>
              <a:t>11.5 </a:t>
            </a:r>
            <a:r>
              <a:rPr lang="zh-CN" altLang="en-US" dirty="0" smtClean="0"/>
              <a:t>传输层安全协议</a:t>
            </a:r>
          </a:p>
        </p:txBody>
      </p:sp>
      <p:sp>
        <p:nvSpPr>
          <p:cNvPr id="25603" name="Rectangle 3"/>
          <p:cNvSpPr>
            <a:spLocks noGrp="1" noChangeArrowheads="1"/>
          </p:cNvSpPr>
          <p:nvPr>
            <p:ph idx="1"/>
          </p:nvPr>
        </p:nvSpPr>
        <p:spPr>
          <a:xfrm>
            <a:off x="495300" y="837710"/>
            <a:ext cx="7772400" cy="533400"/>
          </a:xfrm>
        </p:spPr>
        <p:txBody>
          <a:bodyPr/>
          <a:lstStyle/>
          <a:p>
            <a:pPr eaLnBrk="1" hangingPunct="1">
              <a:buFont typeface="Wingdings" panose="05000000000000000000" pitchFamily="2" charset="2"/>
              <a:buNone/>
            </a:pPr>
            <a:r>
              <a:rPr lang="en-US" altLang="zh-CN" b="1" dirty="0">
                <a:solidFill>
                  <a:schemeClr val="hlink"/>
                </a:solidFill>
              </a:rPr>
              <a:t>4</a:t>
            </a:r>
            <a:r>
              <a:rPr lang="zh-CN" altLang="en-US" b="1" dirty="0">
                <a:solidFill>
                  <a:schemeClr val="hlink"/>
                </a:solidFill>
              </a:rPr>
              <a:t>、</a:t>
            </a:r>
            <a:r>
              <a:rPr lang="en-US" altLang="zh-CN" b="1" dirty="0">
                <a:solidFill>
                  <a:schemeClr val="hlink"/>
                </a:solidFill>
              </a:rPr>
              <a:t>SSL</a:t>
            </a:r>
            <a:r>
              <a:rPr lang="zh-CN" altLang="en-US" b="1" dirty="0">
                <a:solidFill>
                  <a:schemeClr val="hlink"/>
                </a:solidFill>
              </a:rPr>
              <a:t>协议的体系结构</a:t>
            </a:r>
          </a:p>
        </p:txBody>
      </p:sp>
      <p:grpSp>
        <p:nvGrpSpPr>
          <p:cNvPr id="25605" name="Group 22"/>
          <p:cNvGrpSpPr>
            <a:grpSpLocks/>
          </p:cNvGrpSpPr>
          <p:nvPr/>
        </p:nvGrpSpPr>
        <p:grpSpPr bwMode="auto">
          <a:xfrm>
            <a:off x="1547508" y="2840748"/>
            <a:ext cx="6477000" cy="1377950"/>
            <a:chOff x="528" y="3093"/>
            <a:chExt cx="4080" cy="868"/>
          </a:xfrm>
        </p:grpSpPr>
        <p:sp>
          <p:nvSpPr>
            <p:cNvPr id="571409" name="Rectangle 17"/>
            <p:cNvSpPr>
              <a:spLocks noChangeArrowheads="1"/>
            </p:cNvSpPr>
            <p:nvPr/>
          </p:nvSpPr>
          <p:spPr bwMode="auto">
            <a:xfrm>
              <a:off x="528" y="3728"/>
              <a:ext cx="4080" cy="233"/>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TCP</a:t>
              </a:r>
            </a:p>
          </p:txBody>
        </p:sp>
        <p:sp>
          <p:nvSpPr>
            <p:cNvPr id="571410" name="Rectangle 18"/>
            <p:cNvSpPr>
              <a:spLocks noChangeArrowheads="1"/>
            </p:cNvSpPr>
            <p:nvPr/>
          </p:nvSpPr>
          <p:spPr bwMode="auto">
            <a:xfrm>
              <a:off x="528" y="3508"/>
              <a:ext cx="4080" cy="233"/>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记录协议</a:t>
              </a:r>
            </a:p>
          </p:txBody>
        </p:sp>
        <p:sp>
          <p:nvSpPr>
            <p:cNvPr id="571411" name="Rectangle 19"/>
            <p:cNvSpPr>
              <a:spLocks noChangeArrowheads="1"/>
            </p:cNvSpPr>
            <p:nvPr/>
          </p:nvSpPr>
          <p:spPr bwMode="auto">
            <a:xfrm>
              <a:off x="528" y="3093"/>
              <a:ext cx="1296" cy="407"/>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握手</a:t>
              </a:r>
            </a:p>
            <a:p>
              <a:pPr algn="ctr" eaLnBrk="0" hangingPunct="0">
                <a:defRPr/>
              </a:pPr>
              <a:r>
                <a:rPr lang="zh-CN" altLang="en-US" b="1">
                  <a:effectLst>
                    <a:outerShdw blurRad="38100" dist="38100" dir="2700000" algn="tl">
                      <a:srgbClr val="FFFFFF"/>
                    </a:outerShdw>
                  </a:effectLst>
                  <a:latin typeface="Arial" pitchFamily="34" charset="0"/>
                </a:rPr>
                <a:t>协议</a:t>
              </a:r>
            </a:p>
          </p:txBody>
        </p:sp>
        <p:sp>
          <p:nvSpPr>
            <p:cNvPr id="571412" name="Rectangle 20"/>
            <p:cNvSpPr>
              <a:spLocks noChangeArrowheads="1"/>
            </p:cNvSpPr>
            <p:nvPr/>
          </p:nvSpPr>
          <p:spPr bwMode="auto">
            <a:xfrm>
              <a:off x="1776" y="3093"/>
              <a:ext cx="1440" cy="407"/>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密钥更改</a:t>
              </a:r>
            </a:p>
            <a:p>
              <a:pPr algn="ctr" eaLnBrk="0" hangingPunct="0">
                <a:defRPr/>
              </a:pPr>
              <a:r>
                <a:rPr lang="zh-CN" altLang="en-US" b="1">
                  <a:effectLst>
                    <a:outerShdw blurRad="38100" dist="38100" dir="2700000" algn="tl">
                      <a:srgbClr val="FFFFFF"/>
                    </a:outerShdw>
                  </a:effectLst>
                  <a:latin typeface="Arial" pitchFamily="34" charset="0"/>
                </a:rPr>
                <a:t>协议</a:t>
              </a:r>
            </a:p>
          </p:txBody>
        </p:sp>
        <p:sp>
          <p:nvSpPr>
            <p:cNvPr id="571413" name="Rectangle 21"/>
            <p:cNvSpPr>
              <a:spLocks noChangeArrowheads="1"/>
            </p:cNvSpPr>
            <p:nvPr/>
          </p:nvSpPr>
          <p:spPr bwMode="auto">
            <a:xfrm>
              <a:off x="3120" y="3093"/>
              <a:ext cx="1488" cy="407"/>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告警</a:t>
              </a:r>
            </a:p>
            <a:p>
              <a:pPr algn="ctr" eaLnBrk="0" hangingPunct="0">
                <a:defRPr/>
              </a:pPr>
              <a:r>
                <a:rPr lang="zh-CN" altLang="en-US" b="1">
                  <a:effectLst>
                    <a:outerShdw blurRad="38100" dist="38100" dir="2700000" algn="tl">
                      <a:srgbClr val="FFFFFF"/>
                    </a:outerShdw>
                  </a:effectLst>
                  <a:latin typeface="Arial" pitchFamily="34" charset="0"/>
                </a:rPr>
                <a:t>协议</a:t>
              </a:r>
            </a:p>
          </p:txBody>
        </p:sp>
      </p:grpSp>
      <p:sp>
        <p:nvSpPr>
          <p:cNvPr id="13" name="Rectangle 3"/>
          <p:cNvSpPr txBox="1">
            <a:spLocks noChangeArrowheads="1"/>
          </p:cNvSpPr>
          <p:nvPr/>
        </p:nvSpPr>
        <p:spPr bwMode="auto">
          <a:xfrm>
            <a:off x="495300" y="1288206"/>
            <a:ext cx="9670104" cy="11728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a:lnSpc>
                <a:spcPct val="130000"/>
              </a:lnSpc>
              <a:buFontTx/>
              <a:buNone/>
            </a:pPr>
            <a:r>
              <a:rPr lang="en-US" altLang="zh-CN" kern="0" smtClean="0"/>
              <a:t>SSL</a:t>
            </a:r>
            <a:r>
              <a:rPr lang="zh-CN" altLang="en-US" kern="0" smtClean="0"/>
              <a:t>协议第</a:t>
            </a:r>
            <a:r>
              <a:rPr lang="en-US" altLang="zh-CN" kern="0" smtClean="0"/>
              <a:t>4</a:t>
            </a:r>
            <a:r>
              <a:rPr lang="zh-CN" altLang="en-US" kern="0" smtClean="0"/>
              <a:t>层 </a:t>
            </a:r>
            <a:r>
              <a:rPr lang="en-US" altLang="zh-CN" kern="0" smtClean="0"/>
              <a:t>(</a:t>
            </a:r>
            <a:r>
              <a:rPr lang="zh-CN" altLang="en-US" kern="0" smtClean="0"/>
              <a:t>传输层）的上部</a:t>
            </a:r>
            <a:r>
              <a:rPr lang="en-US" altLang="zh-CN" kern="0" smtClean="0"/>
              <a:t>,</a:t>
            </a:r>
            <a:r>
              <a:rPr lang="zh-CN" altLang="en-US" kern="0" smtClean="0"/>
              <a:t>是一个</a:t>
            </a:r>
            <a:r>
              <a:rPr lang="en-US" altLang="zh-CN" kern="0" smtClean="0"/>
              <a:t>2</a:t>
            </a:r>
            <a:r>
              <a:rPr lang="zh-CN" altLang="en-US" kern="0" smtClean="0"/>
              <a:t>层协议</a:t>
            </a:r>
            <a:endParaRPr lang="en-US" altLang="zh-CN" kern="0" smtClean="0"/>
          </a:p>
          <a:p>
            <a:pPr>
              <a:lnSpc>
                <a:spcPct val="130000"/>
              </a:lnSpc>
              <a:buFontTx/>
              <a:buNone/>
            </a:pPr>
            <a:r>
              <a:rPr lang="en-US" altLang="zh-CN" kern="0" smtClean="0">
                <a:solidFill>
                  <a:srgbClr val="000066"/>
                </a:solidFill>
              </a:rPr>
              <a:t>SSL</a:t>
            </a:r>
            <a:r>
              <a:rPr lang="zh-CN" altLang="en-US" kern="0">
                <a:solidFill>
                  <a:srgbClr val="000066"/>
                </a:solidFill>
              </a:rPr>
              <a:t>安全协议实际是</a:t>
            </a:r>
            <a:r>
              <a:rPr lang="en-US" altLang="zh-CN" kern="0">
                <a:solidFill>
                  <a:srgbClr val="000066"/>
                </a:solidFill>
              </a:rPr>
              <a:t>SSL</a:t>
            </a:r>
            <a:r>
              <a:rPr lang="zh-CN" altLang="en-US" kern="0">
                <a:solidFill>
                  <a:srgbClr val="000066"/>
                </a:solidFill>
              </a:rPr>
              <a:t>握手协议、</a:t>
            </a:r>
            <a:r>
              <a:rPr lang="en-US" altLang="zh-CN" kern="0">
                <a:solidFill>
                  <a:srgbClr val="000066"/>
                </a:solidFill>
              </a:rPr>
              <a:t>SSL</a:t>
            </a:r>
            <a:r>
              <a:rPr lang="zh-CN" altLang="en-US" kern="0">
                <a:solidFill>
                  <a:srgbClr val="000066"/>
                </a:solidFill>
              </a:rPr>
              <a:t>修改密文协议、</a:t>
            </a:r>
            <a:r>
              <a:rPr lang="en-US" altLang="zh-CN" kern="0">
                <a:solidFill>
                  <a:srgbClr val="000066"/>
                </a:solidFill>
              </a:rPr>
              <a:t>SSL</a:t>
            </a:r>
            <a:r>
              <a:rPr lang="zh-CN" altLang="en-US" kern="0">
                <a:solidFill>
                  <a:srgbClr val="000066"/>
                </a:solidFill>
              </a:rPr>
              <a:t>警告协议和</a:t>
            </a:r>
            <a:r>
              <a:rPr lang="en-US" altLang="zh-CN" kern="0">
                <a:solidFill>
                  <a:srgbClr val="000066"/>
                </a:solidFill>
              </a:rPr>
              <a:t>SSL</a:t>
            </a:r>
            <a:r>
              <a:rPr lang="zh-CN" altLang="en-US" kern="0">
                <a:solidFill>
                  <a:srgbClr val="000066"/>
                </a:solidFill>
              </a:rPr>
              <a:t>记录协议组成的一个协议族。  </a:t>
            </a:r>
          </a:p>
        </p:txBody>
      </p:sp>
    </p:spTree>
    <p:extLst>
      <p:ext uri="{BB962C8B-B14F-4D97-AF65-F5344CB8AC3E}">
        <p14:creationId xmlns:p14="http://schemas.microsoft.com/office/powerpoint/2010/main" val="279981910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3"/>
          <p:cNvSpPr>
            <a:spLocks noChangeArrowheads="1"/>
          </p:cNvSpPr>
          <p:nvPr/>
        </p:nvSpPr>
        <p:spPr bwMode="auto">
          <a:xfrm>
            <a:off x="361003" y="804795"/>
            <a:ext cx="965848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lang="en-US" altLang="zh-CN" sz="1800" b="1" dirty="0">
                <a:solidFill>
                  <a:schemeClr val="hlink"/>
                </a:solidFill>
                <a:latin typeface="微软雅黑" panose="020B0503020204020204" pitchFamily="34" charset="-122"/>
                <a:ea typeface="微软雅黑" panose="020B0503020204020204" pitchFamily="34" charset="-122"/>
              </a:rPr>
              <a:t>(1)  </a:t>
            </a:r>
            <a:r>
              <a:rPr lang="zh-CN" altLang="en-US" sz="1800" b="1" dirty="0">
                <a:solidFill>
                  <a:schemeClr val="hlink"/>
                </a:solidFill>
                <a:latin typeface="微软雅黑" panose="020B0503020204020204" pitchFamily="34" charset="-122"/>
                <a:ea typeface="微软雅黑" panose="020B0503020204020204" pitchFamily="34" charset="-122"/>
              </a:rPr>
              <a:t>记录协议</a:t>
            </a:r>
          </a:p>
          <a:p>
            <a:pPr eaLnBrk="1" hangingPunct="1">
              <a:lnSpc>
                <a:spcPct val="130000"/>
              </a:lnSpc>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提供分块、压缩、加密、完整性服务</a:t>
            </a:r>
          </a:p>
          <a:p>
            <a:pPr eaLnBrk="1" hangingPunct="1">
              <a:lnSpc>
                <a:spcPct val="130000"/>
              </a:lnSpc>
              <a:spcBef>
                <a:spcPct val="20000"/>
              </a:spcBef>
              <a:buClr>
                <a:schemeClr val="folHlink"/>
              </a:buClr>
              <a:buSzPct val="60000"/>
              <a:buFont typeface="Wingdings" panose="05000000000000000000" pitchFamily="2" charset="2"/>
              <a:buNone/>
            </a:pPr>
            <a:r>
              <a:rPr lang="en-US" altLang="zh-CN" sz="1800" b="1" dirty="0">
                <a:solidFill>
                  <a:schemeClr val="hlink"/>
                </a:solidFill>
                <a:latin typeface="微软雅黑" panose="020B0503020204020204" pitchFamily="34" charset="-122"/>
                <a:ea typeface="微软雅黑" panose="020B0503020204020204" pitchFamily="34" charset="-122"/>
              </a:rPr>
              <a:t>(2)  </a:t>
            </a:r>
            <a:r>
              <a:rPr lang="zh-CN" altLang="en-US" sz="1800" b="1" dirty="0">
                <a:solidFill>
                  <a:schemeClr val="hlink"/>
                </a:solidFill>
                <a:latin typeface="微软雅黑" panose="020B0503020204020204" pitchFamily="34" charset="-122"/>
                <a:ea typeface="微软雅黑" panose="020B0503020204020204" pitchFamily="34" charset="-122"/>
              </a:rPr>
              <a:t>握手协议</a:t>
            </a:r>
          </a:p>
          <a:p>
            <a:pPr eaLnBrk="1" hangingPunct="1">
              <a:lnSpc>
                <a:spcPct val="130000"/>
              </a:lnSpc>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SSL</a:t>
            </a:r>
            <a:r>
              <a:rPr lang="zh-CN" altLang="en-US" sz="1800" dirty="0">
                <a:latin typeface="微软雅黑" panose="020B0503020204020204" pitchFamily="34" charset="-122"/>
                <a:ea typeface="微软雅黑" panose="020B0503020204020204" pitchFamily="34" charset="-122"/>
              </a:rPr>
              <a:t>握手协议是用来在客户端和服务器端传输应用数据之前建立安全通信机制。</a:t>
            </a:r>
          </a:p>
          <a:p>
            <a:pPr eaLnBrk="1" hangingPunct="1">
              <a:lnSpc>
                <a:spcPct val="130000"/>
              </a:lnSpc>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首次通信时，双方通过握手协议协商密钥加密算法、数据加密算法和报文摘要算法；然后互相验证对方身份，最后使用协商好的密钥交换算法产生一个只有双方知道的秘密信息，客户端和服务器各自根据这个秘密信息确定数据加密算法的参数</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一般是密钥</a:t>
            </a:r>
            <a:r>
              <a:rPr lang="en-US" altLang="zh-CN" sz="1800" dirty="0">
                <a:latin typeface="微软雅黑" panose="020B0503020204020204" pitchFamily="34" charset="-122"/>
                <a:ea typeface="微软雅黑" panose="020B0503020204020204" pitchFamily="34" charset="-122"/>
              </a:rPr>
              <a:t>)</a:t>
            </a:r>
          </a:p>
          <a:p>
            <a:pPr eaLnBrk="1" hangingPunct="1">
              <a:lnSpc>
                <a:spcPct val="130000"/>
              </a:lnSpc>
              <a:spcBef>
                <a:spcPct val="20000"/>
              </a:spcBef>
              <a:buClr>
                <a:schemeClr val="folHlink"/>
              </a:buClr>
              <a:buSzPct val="60000"/>
              <a:buFont typeface="Wingdings" panose="05000000000000000000" pitchFamily="2" charset="2"/>
              <a:buNone/>
            </a:pPr>
            <a:r>
              <a:rPr lang="en-US" altLang="zh-CN" sz="1800" b="1" dirty="0">
                <a:solidFill>
                  <a:schemeClr val="hlink"/>
                </a:solidFill>
                <a:latin typeface="微软雅黑" panose="020B0503020204020204" pitchFamily="34" charset="-122"/>
                <a:ea typeface="微软雅黑" panose="020B0503020204020204" pitchFamily="34" charset="-122"/>
              </a:rPr>
              <a:t>(3) </a:t>
            </a:r>
            <a:r>
              <a:rPr lang="zh-CN" altLang="en-US" sz="1800" b="1" dirty="0">
                <a:solidFill>
                  <a:schemeClr val="hlink"/>
                </a:solidFill>
                <a:latin typeface="微软雅黑" panose="020B0503020204020204" pitchFamily="34" charset="-122"/>
                <a:ea typeface="微软雅黑" panose="020B0503020204020204" pitchFamily="34" charset="-122"/>
              </a:rPr>
              <a:t>密钥更改协议</a:t>
            </a:r>
          </a:p>
          <a:p>
            <a:pPr eaLnBrk="1" hangingPunct="1">
              <a:lnSpc>
                <a:spcPct val="130000"/>
              </a:lnSpc>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用于会话间的密钥修改</a:t>
            </a:r>
          </a:p>
          <a:p>
            <a:pPr eaLnBrk="1" hangingPunct="1">
              <a:lnSpc>
                <a:spcPct val="130000"/>
              </a:lnSpc>
              <a:spcBef>
                <a:spcPct val="20000"/>
              </a:spcBef>
              <a:buClr>
                <a:schemeClr val="folHlink"/>
              </a:buClr>
              <a:buSzPct val="60000"/>
              <a:buFont typeface="Wingdings" panose="05000000000000000000" pitchFamily="2" charset="2"/>
              <a:buNone/>
            </a:pPr>
            <a:r>
              <a:rPr lang="en-US" altLang="zh-CN" sz="1800" b="1" dirty="0">
                <a:solidFill>
                  <a:schemeClr val="hlink"/>
                </a:solidFill>
                <a:latin typeface="微软雅黑" panose="020B0503020204020204" pitchFamily="34" charset="-122"/>
                <a:ea typeface="微软雅黑" panose="020B0503020204020204" pitchFamily="34" charset="-122"/>
              </a:rPr>
              <a:t>(4) </a:t>
            </a:r>
            <a:r>
              <a:rPr lang="zh-CN" altLang="en-US" sz="1800" b="1" dirty="0">
                <a:solidFill>
                  <a:schemeClr val="hlink"/>
                </a:solidFill>
                <a:latin typeface="微软雅黑" panose="020B0503020204020204" pitchFamily="34" charset="-122"/>
                <a:ea typeface="微软雅黑" panose="020B0503020204020204" pitchFamily="34" charset="-122"/>
              </a:rPr>
              <a:t>告警协议</a:t>
            </a:r>
          </a:p>
          <a:p>
            <a:pPr eaLnBrk="1" hangingPunct="1">
              <a:lnSpc>
                <a:spcPct val="130000"/>
              </a:lnSpc>
              <a:spcBef>
                <a:spcPct val="20000"/>
              </a:spcBef>
              <a:buClr>
                <a:schemeClr val="folHlink"/>
              </a:buClr>
              <a:buSzPct val="6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      用于传输警告信息</a:t>
            </a:r>
          </a:p>
        </p:txBody>
      </p:sp>
      <p:sp>
        <p:nvSpPr>
          <p:cNvPr id="3" name="Rectangle 2"/>
          <p:cNvSpPr>
            <a:spLocks noGrp="1" noChangeArrowheads="1"/>
          </p:cNvSpPr>
          <p:nvPr>
            <p:ph type="title"/>
          </p:nvPr>
        </p:nvSpPr>
        <p:spPr>
          <a:xfrm>
            <a:off x="0" y="0"/>
            <a:ext cx="8229600" cy="651753"/>
          </a:xfrm>
        </p:spPr>
        <p:txBody>
          <a:bodyPr/>
          <a:lstStyle/>
          <a:p>
            <a:pPr eaLnBrk="1" hangingPunct="1"/>
            <a:r>
              <a:rPr lang="en-US" altLang="zh-CN" dirty="0" smtClean="0"/>
              <a:t>11.5 </a:t>
            </a:r>
            <a:r>
              <a:rPr lang="zh-CN" altLang="en-US" dirty="0" smtClean="0"/>
              <a:t>传输层安全协议</a:t>
            </a:r>
          </a:p>
        </p:txBody>
      </p:sp>
      <p:grpSp>
        <p:nvGrpSpPr>
          <p:cNvPr id="5" name="Group 22"/>
          <p:cNvGrpSpPr>
            <a:grpSpLocks/>
          </p:cNvGrpSpPr>
          <p:nvPr/>
        </p:nvGrpSpPr>
        <p:grpSpPr bwMode="auto">
          <a:xfrm>
            <a:off x="5068921" y="4151245"/>
            <a:ext cx="6477000" cy="1377950"/>
            <a:chOff x="528" y="3093"/>
            <a:chExt cx="4080" cy="868"/>
          </a:xfrm>
        </p:grpSpPr>
        <p:sp>
          <p:nvSpPr>
            <p:cNvPr id="6" name="Rectangle 17"/>
            <p:cNvSpPr>
              <a:spLocks noChangeArrowheads="1"/>
            </p:cNvSpPr>
            <p:nvPr/>
          </p:nvSpPr>
          <p:spPr bwMode="auto">
            <a:xfrm>
              <a:off x="528" y="3728"/>
              <a:ext cx="4080" cy="233"/>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TCP</a:t>
              </a:r>
            </a:p>
          </p:txBody>
        </p:sp>
        <p:sp>
          <p:nvSpPr>
            <p:cNvPr id="7" name="Rectangle 18"/>
            <p:cNvSpPr>
              <a:spLocks noChangeArrowheads="1"/>
            </p:cNvSpPr>
            <p:nvPr/>
          </p:nvSpPr>
          <p:spPr bwMode="auto">
            <a:xfrm>
              <a:off x="528" y="3508"/>
              <a:ext cx="4080" cy="233"/>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记录协议</a:t>
              </a:r>
            </a:p>
          </p:txBody>
        </p:sp>
        <p:sp>
          <p:nvSpPr>
            <p:cNvPr id="8" name="Rectangle 19"/>
            <p:cNvSpPr>
              <a:spLocks noChangeArrowheads="1"/>
            </p:cNvSpPr>
            <p:nvPr/>
          </p:nvSpPr>
          <p:spPr bwMode="auto">
            <a:xfrm>
              <a:off x="528" y="3093"/>
              <a:ext cx="1296" cy="407"/>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握手</a:t>
              </a:r>
            </a:p>
            <a:p>
              <a:pPr algn="ctr" eaLnBrk="0" hangingPunct="0">
                <a:defRPr/>
              </a:pPr>
              <a:r>
                <a:rPr lang="zh-CN" altLang="en-US" b="1">
                  <a:effectLst>
                    <a:outerShdw blurRad="38100" dist="38100" dir="2700000" algn="tl">
                      <a:srgbClr val="FFFFFF"/>
                    </a:outerShdw>
                  </a:effectLst>
                  <a:latin typeface="Arial" pitchFamily="34" charset="0"/>
                </a:rPr>
                <a:t>协议</a:t>
              </a:r>
            </a:p>
          </p:txBody>
        </p:sp>
        <p:sp>
          <p:nvSpPr>
            <p:cNvPr id="9" name="Rectangle 20"/>
            <p:cNvSpPr>
              <a:spLocks noChangeArrowheads="1"/>
            </p:cNvSpPr>
            <p:nvPr/>
          </p:nvSpPr>
          <p:spPr bwMode="auto">
            <a:xfrm>
              <a:off x="1776" y="3093"/>
              <a:ext cx="1440" cy="407"/>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密钥更改</a:t>
              </a:r>
            </a:p>
            <a:p>
              <a:pPr algn="ctr" eaLnBrk="0" hangingPunct="0">
                <a:defRPr/>
              </a:pPr>
              <a:r>
                <a:rPr lang="zh-CN" altLang="en-US" b="1">
                  <a:effectLst>
                    <a:outerShdw blurRad="38100" dist="38100" dir="2700000" algn="tl">
                      <a:srgbClr val="FFFFFF"/>
                    </a:outerShdw>
                  </a:effectLst>
                  <a:latin typeface="Arial" pitchFamily="34" charset="0"/>
                </a:rPr>
                <a:t>协议</a:t>
              </a:r>
            </a:p>
          </p:txBody>
        </p:sp>
        <p:sp>
          <p:nvSpPr>
            <p:cNvPr id="10" name="Rectangle 21"/>
            <p:cNvSpPr>
              <a:spLocks noChangeArrowheads="1"/>
            </p:cNvSpPr>
            <p:nvPr/>
          </p:nvSpPr>
          <p:spPr bwMode="auto">
            <a:xfrm>
              <a:off x="3120" y="3093"/>
              <a:ext cx="1488" cy="407"/>
            </a:xfrm>
            <a:prstGeom prst="rect">
              <a:avLst/>
            </a:prstGeom>
            <a:solidFill>
              <a:srgbClr val="FFFF00"/>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spAutoFit/>
              <a:flatTx/>
            </a:bodyPr>
            <a:lstStyle/>
            <a:p>
              <a:pPr algn="ctr" eaLnBrk="0" hangingPunct="0">
                <a:defRPr/>
              </a:pPr>
              <a:r>
                <a:rPr lang="en-US" altLang="zh-CN" b="1">
                  <a:effectLst>
                    <a:outerShdw blurRad="38100" dist="38100" dir="2700000" algn="tl">
                      <a:srgbClr val="FFFFFF"/>
                    </a:outerShdw>
                  </a:effectLst>
                  <a:latin typeface="Arial" pitchFamily="34" charset="0"/>
                </a:rPr>
                <a:t>SSL</a:t>
              </a:r>
              <a:r>
                <a:rPr lang="zh-CN" altLang="en-US" b="1">
                  <a:effectLst>
                    <a:outerShdw blurRad="38100" dist="38100" dir="2700000" algn="tl">
                      <a:srgbClr val="FFFFFF"/>
                    </a:outerShdw>
                  </a:effectLst>
                  <a:latin typeface="Arial" pitchFamily="34" charset="0"/>
                </a:rPr>
                <a:t>告警</a:t>
              </a:r>
            </a:p>
            <a:p>
              <a:pPr algn="ctr" eaLnBrk="0" hangingPunct="0">
                <a:defRPr/>
              </a:pPr>
              <a:r>
                <a:rPr lang="zh-CN" altLang="en-US" b="1">
                  <a:effectLst>
                    <a:outerShdw blurRad="38100" dist="38100" dir="2700000" algn="tl">
                      <a:srgbClr val="FFFFFF"/>
                    </a:outerShdw>
                  </a:effectLst>
                  <a:latin typeface="Arial" pitchFamily="34" charset="0"/>
                </a:rPr>
                <a:t>协议</a:t>
              </a:r>
            </a:p>
          </p:txBody>
        </p:sp>
      </p:grpSp>
    </p:spTree>
    <p:extLst>
      <p:ext uri="{BB962C8B-B14F-4D97-AF65-F5344CB8AC3E}">
        <p14:creationId xmlns:p14="http://schemas.microsoft.com/office/powerpoint/2010/main" val="286087372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1024"/>
          <p:cNvGraphicFramePr>
            <a:graphicFrameLocks noChangeAspect="1"/>
          </p:cNvGraphicFramePr>
          <p:nvPr>
            <p:extLst>
              <p:ext uri="{D42A27DB-BD31-4B8C-83A1-F6EECF244321}">
                <p14:modId xmlns:p14="http://schemas.microsoft.com/office/powerpoint/2010/main" val="822252425"/>
              </p:ext>
            </p:extLst>
          </p:nvPr>
        </p:nvGraphicFramePr>
        <p:xfrm>
          <a:off x="1061936" y="2076366"/>
          <a:ext cx="6629400" cy="3657600"/>
        </p:xfrm>
        <a:graphic>
          <a:graphicData uri="http://schemas.openxmlformats.org/presentationml/2006/ole">
            <mc:AlternateContent xmlns:mc="http://schemas.openxmlformats.org/markup-compatibility/2006">
              <mc:Choice xmlns:v="urn:schemas-microsoft-com:vml" Requires="v">
                <p:oleObj spid="_x0000_s72887" name="位图图像" r:id="rId3" imgW="2895238" imgH="2400635" progId="Paint.Picture">
                  <p:embed/>
                </p:oleObj>
              </mc:Choice>
              <mc:Fallback>
                <p:oleObj name="位图图像" r:id="rId3" imgW="2895238" imgH="2400635" progId="Paint.Picture">
                  <p:embed/>
                  <p:pic>
                    <p:nvPicPr>
                      <p:cNvPr id="26626"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1936" y="2076366"/>
                        <a:ext cx="66294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2"/>
          <p:cNvSpPr>
            <a:spLocks noGrp="1" noChangeArrowheads="1"/>
          </p:cNvSpPr>
          <p:nvPr>
            <p:ph type="title"/>
          </p:nvPr>
        </p:nvSpPr>
        <p:spPr>
          <a:xfrm>
            <a:off x="0" y="0"/>
            <a:ext cx="8229600" cy="661481"/>
          </a:xfrm>
        </p:spPr>
        <p:txBody>
          <a:bodyPr/>
          <a:lstStyle/>
          <a:p>
            <a:pPr eaLnBrk="1" hangingPunct="1"/>
            <a:r>
              <a:rPr lang="en-US" altLang="zh-CN" dirty="0" smtClean="0"/>
              <a:t>11.5 </a:t>
            </a:r>
            <a:r>
              <a:rPr lang="zh-CN" altLang="en-US" dirty="0" smtClean="0"/>
              <a:t>传输层安全协议</a:t>
            </a:r>
          </a:p>
        </p:txBody>
      </p:sp>
      <p:sp>
        <p:nvSpPr>
          <p:cNvPr id="26627" name="Rectangle 3"/>
          <p:cNvSpPr>
            <a:spLocks noGrp="1" noChangeArrowheads="1"/>
          </p:cNvSpPr>
          <p:nvPr>
            <p:ph idx="1"/>
          </p:nvPr>
        </p:nvSpPr>
        <p:spPr>
          <a:xfrm>
            <a:off x="490436" y="1009566"/>
            <a:ext cx="8001000" cy="1066800"/>
          </a:xfrm>
        </p:spPr>
        <p:txBody>
          <a:bodyPr/>
          <a:lstStyle/>
          <a:p>
            <a:pPr eaLnBrk="1" hangingPunct="1">
              <a:buFont typeface="Wingdings" panose="05000000000000000000" pitchFamily="2" charset="2"/>
              <a:buNone/>
            </a:pPr>
            <a:r>
              <a:rPr lang="en-US" altLang="zh-CN" b="1" dirty="0">
                <a:solidFill>
                  <a:schemeClr val="hlink"/>
                </a:solidFill>
              </a:rPr>
              <a:t>5</a:t>
            </a:r>
            <a:r>
              <a:rPr lang="zh-CN" altLang="en-US" b="1" dirty="0">
                <a:solidFill>
                  <a:schemeClr val="hlink"/>
                </a:solidFill>
              </a:rPr>
              <a:t>、记录协议</a:t>
            </a:r>
          </a:p>
          <a:p>
            <a:pPr eaLnBrk="1" hangingPunct="1">
              <a:buFont typeface="Wingdings" panose="05000000000000000000" pitchFamily="2" charset="2"/>
              <a:buNone/>
            </a:pPr>
            <a:r>
              <a:rPr lang="zh-CN" altLang="en-US" dirty="0">
                <a:cs typeface="Times New Roman" panose="02020603050405020304" pitchFamily="18" charset="0"/>
              </a:rPr>
              <a:t>       </a:t>
            </a:r>
            <a:r>
              <a:rPr lang="en-US" altLang="zh-CN" dirty="0">
                <a:cs typeface="Times New Roman" panose="02020603050405020304" pitchFamily="18" charset="0"/>
              </a:rPr>
              <a:t>SSL</a:t>
            </a:r>
            <a:r>
              <a:rPr lang="zh-CN" altLang="en-US" dirty="0"/>
              <a:t>记录协议提供数据加密以及数据完整性服务 </a:t>
            </a:r>
          </a:p>
        </p:txBody>
      </p:sp>
      <p:sp>
        <p:nvSpPr>
          <p:cNvPr id="26628" name="Rectangle 5"/>
          <p:cNvSpPr>
            <a:spLocks noChangeArrowheads="1"/>
          </p:cNvSpPr>
          <p:nvPr/>
        </p:nvSpPr>
        <p:spPr bwMode="auto">
          <a:xfrm>
            <a:off x="4490936" y="4529847"/>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200"/>
              <a:t>MAC</a:t>
            </a:r>
          </a:p>
        </p:txBody>
      </p:sp>
      <p:sp>
        <p:nvSpPr>
          <p:cNvPr id="2" name="矩形 1"/>
          <p:cNvSpPr/>
          <p:nvPr/>
        </p:nvSpPr>
        <p:spPr>
          <a:xfrm>
            <a:off x="1444656" y="5970587"/>
            <a:ext cx="2028119" cy="369332"/>
          </a:xfrm>
          <a:prstGeom prst="rect">
            <a:avLst/>
          </a:prstGeom>
        </p:spPr>
        <p:txBody>
          <a:bodyPr wrap="none">
            <a:spAutoFit/>
          </a:bodyPr>
          <a:lstStyle/>
          <a:p>
            <a:pPr algn="just"/>
            <a:r>
              <a:rPr lang="zh-CN" altLang="en-US" b="1">
                <a:ea typeface="宋体" panose="02010600030101010101" pitchFamily="2" charset="-122"/>
              </a:rPr>
              <a:t>附加</a:t>
            </a:r>
            <a:r>
              <a:rPr lang="en-US" altLang="zh-CN" b="1">
                <a:ea typeface="宋体" panose="02010600030101010101" pitchFamily="2" charset="-122"/>
              </a:rPr>
              <a:t>SSL</a:t>
            </a:r>
            <a:r>
              <a:rPr lang="zh-CN" altLang="en-US" b="1">
                <a:ea typeface="宋体" panose="02010600030101010101" pitchFamily="2" charset="-122"/>
              </a:rPr>
              <a:t>记录报头</a:t>
            </a:r>
          </a:p>
        </p:txBody>
      </p:sp>
      <p:sp>
        <p:nvSpPr>
          <p:cNvPr id="3" name="矩形 2"/>
          <p:cNvSpPr/>
          <p:nvPr/>
        </p:nvSpPr>
        <p:spPr>
          <a:xfrm>
            <a:off x="3375499" y="4700891"/>
            <a:ext cx="97276" cy="190500"/>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p:cNvCxnSpPr>
            <a:stCxn id="2" idx="0"/>
          </p:cNvCxnSpPr>
          <p:nvPr/>
        </p:nvCxnSpPr>
        <p:spPr>
          <a:xfrm flipV="1">
            <a:off x="2458716" y="4796141"/>
            <a:ext cx="916783" cy="1174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630694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61481"/>
          </a:xfrm>
        </p:spPr>
        <p:txBody>
          <a:bodyPr/>
          <a:lstStyle/>
          <a:p>
            <a:pPr eaLnBrk="1" hangingPunct="1"/>
            <a:r>
              <a:rPr lang="en-US" altLang="zh-CN" dirty="0" smtClean="0"/>
              <a:t>11.5 </a:t>
            </a:r>
            <a:r>
              <a:rPr lang="zh-CN" altLang="en-US" dirty="0" smtClean="0"/>
              <a:t>传输层安全协议</a:t>
            </a:r>
          </a:p>
        </p:txBody>
      </p:sp>
      <p:sp>
        <p:nvSpPr>
          <p:cNvPr id="108546" name="Rectangle 3"/>
          <p:cNvSpPr>
            <a:spLocks noGrp="1" noChangeArrowheads="1"/>
          </p:cNvSpPr>
          <p:nvPr>
            <p:ph idx="1"/>
          </p:nvPr>
        </p:nvSpPr>
        <p:spPr>
          <a:xfrm>
            <a:off x="312906" y="833978"/>
            <a:ext cx="10222149" cy="4114800"/>
          </a:xfrm>
        </p:spPr>
        <p:txBody>
          <a:bodyPr/>
          <a:lstStyle/>
          <a:p>
            <a:pPr eaLnBrk="1" hangingPunct="1">
              <a:lnSpc>
                <a:spcPct val="130000"/>
              </a:lnSpc>
              <a:buFont typeface="Wingdings" panose="05000000000000000000" pitchFamily="2" charset="2"/>
              <a:buNone/>
            </a:pPr>
            <a:r>
              <a:rPr lang="en-US" altLang="zh-CN" b="1">
                <a:solidFill>
                  <a:schemeClr val="hlink"/>
                </a:solidFill>
              </a:rPr>
              <a:t>6</a:t>
            </a:r>
            <a:r>
              <a:rPr lang="zh-CN" altLang="en-US" b="1">
                <a:solidFill>
                  <a:schemeClr val="hlink"/>
                </a:solidFill>
              </a:rPr>
              <a:t>、</a:t>
            </a:r>
            <a:r>
              <a:rPr lang="en-US" altLang="zh-CN" b="1">
                <a:solidFill>
                  <a:schemeClr val="hlink"/>
                </a:solidFill>
              </a:rPr>
              <a:t>SSL</a:t>
            </a:r>
            <a:r>
              <a:rPr lang="zh-CN" altLang="en-US" b="1">
                <a:solidFill>
                  <a:schemeClr val="hlink"/>
                </a:solidFill>
              </a:rPr>
              <a:t>握手协议</a:t>
            </a:r>
          </a:p>
          <a:p>
            <a:pPr eaLnBrk="1" hangingPunct="1">
              <a:lnSpc>
                <a:spcPct val="130000"/>
              </a:lnSpc>
              <a:buFont typeface="Wingdings" panose="05000000000000000000" pitchFamily="2" charset="2"/>
              <a:buNone/>
            </a:pPr>
            <a:r>
              <a:rPr lang="zh-CN" altLang="en-US" b="1">
                <a:solidFill>
                  <a:schemeClr val="hlink"/>
                </a:solidFill>
                <a:cs typeface="Times New Roman" panose="02020603050405020304" pitchFamily="18" charset="0"/>
              </a:rPr>
              <a:t>       </a:t>
            </a:r>
            <a:r>
              <a:rPr lang="en-US" altLang="zh-CN" b="1">
                <a:solidFill>
                  <a:schemeClr val="hlink"/>
                </a:solidFill>
                <a:cs typeface="Times New Roman" panose="02020603050405020304" pitchFamily="18" charset="0"/>
              </a:rPr>
              <a:t>(1) </a:t>
            </a:r>
            <a:r>
              <a:rPr lang="zh-CN" altLang="en-US" b="1">
                <a:solidFill>
                  <a:schemeClr val="hlink"/>
                </a:solidFill>
              </a:rPr>
              <a:t>作用</a:t>
            </a:r>
          </a:p>
          <a:p>
            <a:pPr eaLnBrk="1" hangingPunct="1">
              <a:lnSpc>
                <a:spcPct val="130000"/>
              </a:lnSpc>
              <a:buFont typeface="Wingdings" panose="05000000000000000000" pitchFamily="2" charset="2"/>
              <a:buNone/>
            </a:pPr>
            <a:r>
              <a:rPr lang="zh-CN" altLang="en-US"/>
              <a:t>       </a:t>
            </a:r>
            <a:r>
              <a:rPr lang="zh-CN" altLang="en-US">
                <a:cs typeface="Times New Roman" panose="02020603050405020304" pitchFamily="18" charset="0"/>
              </a:rPr>
              <a:t>  </a:t>
            </a:r>
            <a:r>
              <a:rPr lang="en-US" altLang="zh-CN">
                <a:cs typeface="Times New Roman" panose="02020603050405020304" pitchFamily="18" charset="0"/>
              </a:rPr>
              <a:t>SSL </a:t>
            </a:r>
            <a:r>
              <a:rPr lang="zh-CN" altLang="en-US"/>
              <a:t>握手协议旨在创建和保持通信双方进行安全通信所需的安全参数及状态信息。</a:t>
            </a:r>
          </a:p>
          <a:p>
            <a:pPr eaLnBrk="1" hangingPunct="1">
              <a:lnSpc>
                <a:spcPct val="130000"/>
              </a:lnSpc>
              <a:buFont typeface="Wingdings" panose="05000000000000000000" pitchFamily="2" charset="2"/>
              <a:buNone/>
            </a:pPr>
            <a:r>
              <a:rPr lang="zh-CN" altLang="en-US"/>
              <a:t>    它使得服务器和客户机能够进行双向的身份认证，并协商加密算法、</a:t>
            </a:r>
            <a:r>
              <a:rPr lang="en-US" altLang="zh-CN">
                <a:cs typeface="Times New Roman" panose="02020603050405020304" pitchFamily="18" charset="0"/>
              </a:rPr>
              <a:t>MAC</a:t>
            </a:r>
            <a:r>
              <a:rPr lang="zh-CN" altLang="en-US"/>
              <a:t>算法以及</a:t>
            </a:r>
            <a:r>
              <a:rPr lang="en-US" altLang="zh-CN">
                <a:cs typeface="Times New Roman" panose="02020603050405020304" pitchFamily="18" charset="0"/>
              </a:rPr>
              <a:t>SSL</a:t>
            </a:r>
            <a:r>
              <a:rPr lang="zh-CN" altLang="en-US"/>
              <a:t>记录中所用的加密密钥 </a:t>
            </a:r>
          </a:p>
          <a:p>
            <a:pPr eaLnBrk="1" hangingPunct="1">
              <a:lnSpc>
                <a:spcPct val="130000"/>
              </a:lnSpc>
              <a:buFont typeface="Wingdings" panose="05000000000000000000" pitchFamily="2" charset="2"/>
              <a:buNone/>
            </a:pPr>
            <a:r>
              <a:rPr lang="zh-CN" altLang="en-US" b="1">
                <a:solidFill>
                  <a:schemeClr val="hlink"/>
                </a:solidFill>
              </a:rPr>
              <a:t>    </a:t>
            </a:r>
            <a:r>
              <a:rPr lang="en-US" altLang="zh-CN" b="1">
                <a:solidFill>
                  <a:schemeClr val="hlink"/>
                </a:solidFill>
              </a:rPr>
              <a:t>(2)</a:t>
            </a:r>
            <a:r>
              <a:rPr lang="zh-CN" altLang="en-US" b="1">
                <a:solidFill>
                  <a:schemeClr val="hlink"/>
                </a:solidFill>
              </a:rPr>
              <a:t>过程</a:t>
            </a:r>
            <a:r>
              <a:rPr lang="zh-CN" altLang="en-US"/>
              <a:t> </a:t>
            </a:r>
          </a:p>
          <a:p>
            <a:pPr eaLnBrk="1" hangingPunct="1">
              <a:lnSpc>
                <a:spcPct val="130000"/>
              </a:lnSpc>
              <a:buFont typeface="Wingdings" panose="05000000000000000000" pitchFamily="2" charset="2"/>
              <a:buNone/>
            </a:pPr>
            <a:r>
              <a:rPr lang="zh-CN" altLang="en-US"/>
              <a:t>    分为四个阶段</a:t>
            </a:r>
          </a:p>
        </p:txBody>
      </p:sp>
    </p:spTree>
    <p:extLst>
      <p:ext uri="{BB962C8B-B14F-4D97-AF65-F5344CB8AC3E}">
        <p14:creationId xmlns:p14="http://schemas.microsoft.com/office/powerpoint/2010/main" val="251073597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61481"/>
          </a:xfrm>
        </p:spPr>
        <p:txBody>
          <a:bodyPr/>
          <a:lstStyle/>
          <a:p>
            <a:pPr eaLnBrk="1" hangingPunct="1"/>
            <a:r>
              <a:rPr lang="en-US" altLang="zh-CN" dirty="0" smtClean="0"/>
              <a:t>11.5 </a:t>
            </a:r>
            <a:r>
              <a:rPr lang="zh-CN" altLang="en-US" dirty="0" smtClean="0"/>
              <a:t>传输层安全协议</a:t>
            </a:r>
          </a:p>
        </p:txBody>
      </p:sp>
      <p:sp>
        <p:nvSpPr>
          <p:cNvPr id="109570" name="Rectangle 3"/>
          <p:cNvSpPr>
            <a:spLocks noGrp="1" noChangeArrowheads="1"/>
          </p:cNvSpPr>
          <p:nvPr>
            <p:ph idx="1"/>
          </p:nvPr>
        </p:nvSpPr>
        <p:spPr>
          <a:xfrm>
            <a:off x="385864" y="774970"/>
            <a:ext cx="8641404" cy="4572000"/>
          </a:xfrm>
        </p:spPr>
        <p:txBody>
          <a:bodyPr/>
          <a:lstStyle/>
          <a:p>
            <a:pPr eaLnBrk="1" hangingPunct="1">
              <a:lnSpc>
                <a:spcPct val="130000"/>
              </a:lnSpc>
              <a:buFont typeface="Wingdings" panose="05000000000000000000" pitchFamily="2" charset="2"/>
              <a:buNone/>
            </a:pPr>
            <a:r>
              <a:rPr lang="en-US" altLang="zh-CN" b="1">
                <a:solidFill>
                  <a:schemeClr val="hlink"/>
                </a:solidFill>
              </a:rPr>
              <a:t> 1) </a:t>
            </a:r>
            <a:r>
              <a:rPr lang="zh-CN" altLang="en-US" b="1">
                <a:solidFill>
                  <a:schemeClr val="hlink"/>
                </a:solidFill>
              </a:rPr>
              <a:t>第一阶段：建立安全能力</a:t>
            </a:r>
          </a:p>
          <a:p>
            <a:pPr eaLnBrk="1" hangingPunct="1">
              <a:lnSpc>
                <a:spcPct val="130000"/>
              </a:lnSpc>
              <a:buFont typeface="Wingdings" panose="05000000000000000000" pitchFamily="2" charset="2"/>
              <a:buNone/>
            </a:pPr>
            <a:r>
              <a:rPr lang="zh-CN" altLang="en-US"/>
              <a:t>     协商压缩算法、报文摘要算法、加密算法等；</a:t>
            </a:r>
          </a:p>
          <a:p>
            <a:pPr eaLnBrk="1" hangingPunct="1">
              <a:lnSpc>
                <a:spcPct val="130000"/>
              </a:lnSpc>
              <a:buFont typeface="Wingdings" panose="05000000000000000000" pitchFamily="2" charset="2"/>
              <a:buNone/>
            </a:pPr>
            <a:r>
              <a:rPr lang="zh-CN" altLang="en-US"/>
              <a:t>     </a:t>
            </a:r>
            <a:r>
              <a:rPr lang="en-US" altLang="zh-CN"/>
              <a:t>SSL</a:t>
            </a:r>
            <a:r>
              <a:rPr lang="zh-CN" altLang="en-US"/>
              <a:t>版本、会话</a:t>
            </a:r>
            <a:r>
              <a:rPr lang="zh-CN" altLang="en-US" smtClean="0"/>
              <a:t>标识符</a:t>
            </a:r>
            <a:endParaRPr lang="zh-CN" altLang="en-US"/>
          </a:p>
          <a:p>
            <a:pPr eaLnBrk="1" hangingPunct="1">
              <a:lnSpc>
                <a:spcPct val="130000"/>
              </a:lnSpc>
              <a:buFont typeface="Wingdings" panose="05000000000000000000" pitchFamily="2" charset="2"/>
              <a:buNone/>
            </a:pPr>
            <a:r>
              <a:rPr lang="zh-CN" altLang="en-US" b="1">
                <a:solidFill>
                  <a:schemeClr val="hlink"/>
                </a:solidFill>
              </a:rPr>
              <a:t> </a:t>
            </a:r>
            <a:r>
              <a:rPr lang="en-US" altLang="zh-CN" b="1">
                <a:solidFill>
                  <a:schemeClr val="hlink"/>
                </a:solidFill>
              </a:rPr>
              <a:t>2) </a:t>
            </a:r>
            <a:r>
              <a:rPr lang="zh-CN" altLang="en-US" b="1">
                <a:solidFill>
                  <a:schemeClr val="hlink"/>
                </a:solidFill>
              </a:rPr>
              <a:t>第二阶段：服务器鉴别和密钥交换</a:t>
            </a:r>
          </a:p>
          <a:p>
            <a:pPr eaLnBrk="1" hangingPunct="1">
              <a:lnSpc>
                <a:spcPct val="130000"/>
              </a:lnSpc>
              <a:buFont typeface="Wingdings" panose="05000000000000000000" pitchFamily="2" charset="2"/>
              <a:buNone/>
            </a:pPr>
            <a:r>
              <a:rPr lang="zh-CN" altLang="en-US"/>
              <a:t>    服务器向客户发送其数字证书，利用该证书对服务器进行</a:t>
            </a:r>
            <a:r>
              <a:rPr lang="zh-CN" altLang="en-US" smtClean="0"/>
              <a:t>鉴别</a:t>
            </a:r>
            <a:endParaRPr lang="zh-CN" altLang="en-US"/>
          </a:p>
          <a:p>
            <a:pPr eaLnBrk="1" hangingPunct="1">
              <a:lnSpc>
                <a:spcPct val="130000"/>
              </a:lnSpc>
              <a:buFont typeface="Wingdings" panose="05000000000000000000" pitchFamily="2" charset="2"/>
              <a:buNone/>
            </a:pPr>
            <a:r>
              <a:rPr lang="zh-CN" altLang="en-US" b="1">
                <a:solidFill>
                  <a:schemeClr val="hlink"/>
                </a:solidFill>
              </a:rPr>
              <a:t> </a:t>
            </a:r>
            <a:r>
              <a:rPr lang="en-US" altLang="zh-CN" b="1">
                <a:solidFill>
                  <a:schemeClr val="hlink"/>
                </a:solidFill>
              </a:rPr>
              <a:t>3) </a:t>
            </a:r>
            <a:r>
              <a:rPr lang="zh-CN" altLang="en-US" b="1">
                <a:solidFill>
                  <a:schemeClr val="hlink"/>
                </a:solidFill>
              </a:rPr>
              <a:t>第三阶段：客户鉴别和密钥交换</a:t>
            </a:r>
            <a:r>
              <a:rPr lang="en-US" altLang="zh-CN" b="1">
                <a:solidFill>
                  <a:schemeClr val="hlink"/>
                </a:solidFill>
              </a:rPr>
              <a:t>(</a:t>
            </a:r>
            <a:r>
              <a:rPr lang="zh-CN" altLang="en-US" b="1">
                <a:solidFill>
                  <a:schemeClr val="hlink"/>
                </a:solidFill>
              </a:rPr>
              <a:t>可选</a:t>
            </a:r>
            <a:r>
              <a:rPr lang="en-US" altLang="zh-CN" b="1">
                <a:solidFill>
                  <a:schemeClr val="hlink"/>
                </a:solidFill>
              </a:rPr>
              <a:t>)</a:t>
            </a:r>
            <a:r>
              <a:rPr lang="en-US" altLang="zh-CN"/>
              <a:t> </a:t>
            </a:r>
          </a:p>
          <a:p>
            <a:pPr eaLnBrk="1" hangingPunct="1">
              <a:lnSpc>
                <a:spcPct val="130000"/>
              </a:lnSpc>
              <a:buFont typeface="Wingdings" panose="05000000000000000000" pitchFamily="2" charset="2"/>
              <a:buNone/>
            </a:pPr>
            <a:r>
              <a:rPr lang="en-US" altLang="zh-CN"/>
              <a:t>    </a:t>
            </a:r>
            <a:r>
              <a:rPr lang="zh-CN" altLang="en-US"/>
              <a:t>客户向服务器发送其数字证书，利用该证书对客户进行鉴别。 </a:t>
            </a:r>
          </a:p>
          <a:p>
            <a:pPr eaLnBrk="1" hangingPunct="1">
              <a:lnSpc>
                <a:spcPct val="130000"/>
              </a:lnSpc>
              <a:buFont typeface="Wingdings" panose="05000000000000000000" pitchFamily="2" charset="2"/>
              <a:buNone/>
            </a:pPr>
            <a:r>
              <a:rPr lang="zh-CN" altLang="en-US" b="1">
                <a:solidFill>
                  <a:schemeClr val="hlink"/>
                </a:solidFill>
              </a:rPr>
              <a:t> </a:t>
            </a:r>
            <a:r>
              <a:rPr lang="en-US" altLang="zh-CN" b="1">
                <a:solidFill>
                  <a:schemeClr val="hlink"/>
                </a:solidFill>
              </a:rPr>
              <a:t>4) </a:t>
            </a:r>
            <a:r>
              <a:rPr lang="zh-CN" altLang="en-US" b="1">
                <a:solidFill>
                  <a:schemeClr val="hlink"/>
                </a:solidFill>
              </a:rPr>
              <a:t>第四阶段：握手结束阶段</a:t>
            </a:r>
          </a:p>
          <a:p>
            <a:pPr eaLnBrk="1" hangingPunct="1">
              <a:lnSpc>
                <a:spcPct val="130000"/>
              </a:lnSpc>
              <a:buFont typeface="Wingdings" panose="05000000000000000000" pitchFamily="2" charset="2"/>
              <a:buNone/>
            </a:pPr>
            <a:r>
              <a:rPr lang="zh-CN" altLang="en-US"/>
              <a:t>    前面各阶段完成</a:t>
            </a:r>
          </a:p>
        </p:txBody>
      </p:sp>
      <p:grpSp>
        <p:nvGrpSpPr>
          <p:cNvPr id="28" name="Group 63"/>
          <p:cNvGrpSpPr>
            <a:grpSpLocks/>
          </p:cNvGrpSpPr>
          <p:nvPr/>
        </p:nvGrpSpPr>
        <p:grpSpPr bwMode="auto">
          <a:xfrm>
            <a:off x="7652426" y="774970"/>
            <a:ext cx="3352800" cy="5029200"/>
            <a:chOff x="2880" y="912"/>
            <a:chExt cx="2112" cy="3168"/>
          </a:xfrm>
        </p:grpSpPr>
        <p:sp>
          <p:nvSpPr>
            <p:cNvPr id="29" name="Line 29"/>
            <p:cNvSpPr>
              <a:spLocks noChangeShapeType="1"/>
            </p:cNvSpPr>
            <p:nvPr/>
          </p:nvSpPr>
          <p:spPr bwMode="auto">
            <a:xfrm>
              <a:off x="3360" y="1200"/>
              <a:ext cx="0" cy="28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0"/>
            <p:cNvSpPr>
              <a:spLocks noChangeShapeType="1"/>
            </p:cNvSpPr>
            <p:nvPr/>
          </p:nvSpPr>
          <p:spPr bwMode="auto">
            <a:xfrm>
              <a:off x="4752" y="1200"/>
              <a:ext cx="0" cy="28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1"/>
            <p:cNvSpPr>
              <a:spLocks noChangeShapeType="1"/>
            </p:cNvSpPr>
            <p:nvPr/>
          </p:nvSpPr>
          <p:spPr bwMode="auto">
            <a:xfrm>
              <a:off x="2928" y="1344"/>
              <a:ext cx="18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Rectangle 32"/>
            <p:cNvSpPr>
              <a:spLocks noChangeArrowheads="1"/>
            </p:cNvSpPr>
            <p:nvPr/>
          </p:nvSpPr>
          <p:spPr bwMode="auto">
            <a:xfrm>
              <a:off x="3120" y="912"/>
              <a:ext cx="528" cy="2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客户端</a:t>
              </a:r>
            </a:p>
          </p:txBody>
        </p:sp>
        <p:sp>
          <p:nvSpPr>
            <p:cNvPr id="33" name="Rectangle 33"/>
            <p:cNvSpPr>
              <a:spLocks noChangeArrowheads="1"/>
            </p:cNvSpPr>
            <p:nvPr/>
          </p:nvSpPr>
          <p:spPr bwMode="auto">
            <a:xfrm>
              <a:off x="4464" y="912"/>
              <a:ext cx="528" cy="28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服务端</a:t>
              </a:r>
            </a:p>
          </p:txBody>
        </p:sp>
        <p:sp>
          <p:nvSpPr>
            <p:cNvPr id="34" name="Line 34"/>
            <p:cNvSpPr>
              <a:spLocks noChangeShapeType="1"/>
            </p:cNvSpPr>
            <p:nvPr/>
          </p:nvSpPr>
          <p:spPr bwMode="auto">
            <a:xfrm>
              <a:off x="3360" y="1680"/>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35"/>
            <p:cNvSpPr>
              <a:spLocks noChangeShapeType="1"/>
            </p:cNvSpPr>
            <p:nvPr/>
          </p:nvSpPr>
          <p:spPr bwMode="auto">
            <a:xfrm flipV="1">
              <a:off x="3360" y="2064"/>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Line 36"/>
            <p:cNvSpPr>
              <a:spLocks noChangeShapeType="1"/>
            </p:cNvSpPr>
            <p:nvPr/>
          </p:nvSpPr>
          <p:spPr bwMode="auto">
            <a:xfrm>
              <a:off x="2928" y="2688"/>
              <a:ext cx="18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7"/>
            <p:cNvSpPr>
              <a:spLocks noChangeShapeType="1"/>
            </p:cNvSpPr>
            <p:nvPr/>
          </p:nvSpPr>
          <p:spPr bwMode="auto">
            <a:xfrm>
              <a:off x="3168" y="1344"/>
              <a:ext cx="0" cy="105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38"/>
            <p:cNvSpPr>
              <a:spLocks noChangeShapeType="1"/>
            </p:cNvSpPr>
            <p:nvPr/>
          </p:nvSpPr>
          <p:spPr bwMode="auto">
            <a:xfrm flipV="1">
              <a:off x="3360" y="2400"/>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40"/>
            <p:cNvSpPr>
              <a:spLocks noChangeShapeType="1"/>
            </p:cNvSpPr>
            <p:nvPr/>
          </p:nvSpPr>
          <p:spPr bwMode="auto">
            <a:xfrm flipH="1">
              <a:off x="3360" y="3504"/>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41"/>
            <p:cNvSpPr>
              <a:spLocks noChangeShapeType="1"/>
            </p:cNvSpPr>
            <p:nvPr/>
          </p:nvSpPr>
          <p:spPr bwMode="auto">
            <a:xfrm flipH="1">
              <a:off x="3360" y="3811"/>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42"/>
            <p:cNvSpPr>
              <a:spLocks noChangeShapeType="1"/>
            </p:cNvSpPr>
            <p:nvPr/>
          </p:nvSpPr>
          <p:spPr bwMode="auto">
            <a:xfrm>
              <a:off x="2880" y="3984"/>
              <a:ext cx="18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43"/>
            <p:cNvSpPr>
              <a:spLocks noChangeShapeType="1"/>
            </p:cNvSpPr>
            <p:nvPr/>
          </p:nvSpPr>
          <p:spPr bwMode="auto">
            <a:xfrm>
              <a:off x="3168" y="2400"/>
              <a:ext cx="0" cy="158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44"/>
            <p:cNvSpPr>
              <a:spLocks noChangeArrowheads="1"/>
            </p:cNvSpPr>
            <p:nvPr/>
          </p:nvSpPr>
          <p:spPr bwMode="auto">
            <a:xfrm>
              <a:off x="2928" y="1392"/>
              <a:ext cx="192" cy="115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第</a:t>
              </a:r>
            </a:p>
            <a:p>
              <a:pPr algn="ctr" eaLnBrk="1" hangingPunct="1"/>
              <a:r>
                <a:rPr lang="zh-CN" altLang="en-US" sz="1600"/>
                <a:t>三</a:t>
              </a:r>
            </a:p>
            <a:p>
              <a:pPr algn="ctr" eaLnBrk="1" hangingPunct="1"/>
              <a:r>
                <a:rPr lang="zh-CN" altLang="en-US" sz="1600"/>
                <a:t>阶</a:t>
              </a:r>
            </a:p>
            <a:p>
              <a:pPr algn="ctr" eaLnBrk="1" hangingPunct="1"/>
              <a:r>
                <a:rPr lang="zh-CN" altLang="en-US" sz="1600"/>
                <a:t>段</a:t>
              </a:r>
            </a:p>
          </p:txBody>
        </p:sp>
        <p:sp>
          <p:nvSpPr>
            <p:cNvPr id="44" name="Rectangle 45"/>
            <p:cNvSpPr>
              <a:spLocks noChangeArrowheads="1"/>
            </p:cNvSpPr>
            <p:nvPr/>
          </p:nvSpPr>
          <p:spPr bwMode="auto">
            <a:xfrm>
              <a:off x="2928" y="2880"/>
              <a:ext cx="192" cy="100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第</a:t>
              </a:r>
            </a:p>
            <a:p>
              <a:pPr algn="ctr" eaLnBrk="1" hangingPunct="1"/>
              <a:r>
                <a:rPr lang="zh-CN" altLang="en-US" sz="1600"/>
                <a:t>四</a:t>
              </a:r>
            </a:p>
            <a:p>
              <a:pPr algn="ctr" eaLnBrk="1" hangingPunct="1"/>
              <a:r>
                <a:rPr lang="zh-CN" altLang="en-US" sz="1600"/>
                <a:t>阶</a:t>
              </a:r>
            </a:p>
            <a:p>
              <a:pPr algn="ctr" eaLnBrk="1" hangingPunct="1"/>
              <a:r>
                <a:rPr lang="zh-CN" altLang="en-US" sz="1600"/>
                <a:t>段</a:t>
              </a:r>
            </a:p>
          </p:txBody>
        </p:sp>
        <p:sp>
          <p:nvSpPr>
            <p:cNvPr id="45" name="Rectangle 52"/>
            <p:cNvSpPr>
              <a:spLocks noChangeArrowheads="1"/>
            </p:cNvSpPr>
            <p:nvPr/>
          </p:nvSpPr>
          <p:spPr bwMode="auto">
            <a:xfrm>
              <a:off x="3456" y="1488"/>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Client_certificate</a:t>
              </a:r>
              <a:r>
                <a:rPr kumimoji="1" lang="en-US" altLang="zh-CN" sz="1200"/>
                <a:t> </a:t>
              </a:r>
              <a:endParaRPr kumimoji="1" lang="en-US" altLang="zh-CN" sz="1200">
                <a:latin typeface="Times New Roman" panose="02020603050405020304" pitchFamily="18" charset="0"/>
              </a:endParaRPr>
            </a:p>
          </p:txBody>
        </p:sp>
        <p:sp>
          <p:nvSpPr>
            <p:cNvPr id="46" name="Rectangle 53"/>
            <p:cNvSpPr>
              <a:spLocks noChangeArrowheads="1"/>
            </p:cNvSpPr>
            <p:nvPr/>
          </p:nvSpPr>
          <p:spPr bwMode="auto">
            <a:xfrm>
              <a:off x="3456" y="1920"/>
              <a:ext cx="100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Client_key_exchange</a:t>
              </a:r>
              <a:r>
                <a:rPr kumimoji="1" lang="en-US" altLang="zh-CN" sz="1200"/>
                <a:t> </a:t>
              </a:r>
              <a:endParaRPr kumimoji="1" lang="en-US" altLang="zh-CN" sz="1200">
                <a:latin typeface="Times New Roman" panose="02020603050405020304" pitchFamily="18" charset="0"/>
              </a:endParaRPr>
            </a:p>
          </p:txBody>
        </p:sp>
        <p:sp>
          <p:nvSpPr>
            <p:cNvPr id="47" name="Rectangle 54"/>
            <p:cNvSpPr>
              <a:spLocks noChangeArrowheads="1"/>
            </p:cNvSpPr>
            <p:nvPr/>
          </p:nvSpPr>
          <p:spPr bwMode="auto">
            <a:xfrm>
              <a:off x="3456" y="2256"/>
              <a:ext cx="9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Certificate_Verify</a:t>
              </a:r>
              <a:r>
                <a:rPr kumimoji="1" lang="en-US" altLang="zh-CN" sz="1200"/>
                <a:t> </a:t>
              </a:r>
              <a:endParaRPr kumimoji="1" lang="en-US" altLang="zh-CN" sz="1200">
                <a:latin typeface="Times New Roman" panose="02020603050405020304" pitchFamily="18" charset="0"/>
              </a:endParaRPr>
            </a:p>
          </p:txBody>
        </p:sp>
        <p:sp>
          <p:nvSpPr>
            <p:cNvPr id="48" name="Line 55"/>
            <p:cNvSpPr>
              <a:spLocks noChangeShapeType="1"/>
            </p:cNvSpPr>
            <p:nvPr/>
          </p:nvSpPr>
          <p:spPr bwMode="auto">
            <a:xfrm flipV="1">
              <a:off x="3360" y="2928"/>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56"/>
            <p:cNvSpPr>
              <a:spLocks noChangeShapeType="1"/>
            </p:cNvSpPr>
            <p:nvPr/>
          </p:nvSpPr>
          <p:spPr bwMode="auto">
            <a:xfrm flipV="1">
              <a:off x="3360" y="3216"/>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Rectangle 57"/>
            <p:cNvSpPr>
              <a:spLocks noChangeArrowheads="1"/>
            </p:cNvSpPr>
            <p:nvPr/>
          </p:nvSpPr>
          <p:spPr bwMode="auto">
            <a:xfrm>
              <a:off x="3456" y="2784"/>
              <a:ext cx="12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Change_cipher_spec</a:t>
              </a:r>
              <a:r>
                <a:rPr kumimoji="1" lang="en-US" altLang="zh-CN" sz="1200"/>
                <a:t> </a:t>
              </a:r>
              <a:endParaRPr kumimoji="1" lang="en-US" altLang="zh-CN" sz="1200">
                <a:latin typeface="Times New Roman" panose="02020603050405020304" pitchFamily="18" charset="0"/>
              </a:endParaRPr>
            </a:p>
          </p:txBody>
        </p:sp>
        <p:sp>
          <p:nvSpPr>
            <p:cNvPr id="51" name="Rectangle 58"/>
            <p:cNvSpPr>
              <a:spLocks noChangeArrowheads="1"/>
            </p:cNvSpPr>
            <p:nvPr/>
          </p:nvSpPr>
          <p:spPr bwMode="auto">
            <a:xfrm>
              <a:off x="3456" y="3072"/>
              <a:ext cx="62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00">
                  <a:latin typeface="Times New Roman" panose="02020603050405020304" pitchFamily="18" charset="0"/>
                  <a:cs typeface="Times New Roman" panose="02020603050405020304" pitchFamily="18" charset="0"/>
                </a:rPr>
                <a:t>Finished</a:t>
              </a:r>
              <a:r>
                <a:rPr kumimoji="1" lang="en-US" altLang="zh-CN" sz="1100"/>
                <a:t> </a:t>
              </a:r>
              <a:endParaRPr kumimoji="1" lang="en-US" altLang="zh-CN" sz="2400">
                <a:latin typeface="Times New Roman" panose="02020603050405020304" pitchFamily="18" charset="0"/>
              </a:endParaRPr>
            </a:p>
          </p:txBody>
        </p:sp>
        <p:sp>
          <p:nvSpPr>
            <p:cNvPr id="52" name="Rectangle 59"/>
            <p:cNvSpPr>
              <a:spLocks noChangeArrowheads="1"/>
            </p:cNvSpPr>
            <p:nvPr/>
          </p:nvSpPr>
          <p:spPr bwMode="auto">
            <a:xfrm>
              <a:off x="3456" y="3360"/>
              <a:ext cx="12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cs typeface="Times New Roman" panose="02020603050405020304" pitchFamily="18" charset="0"/>
                </a:rPr>
                <a:t>Change_cipher_spec</a:t>
              </a:r>
              <a:r>
                <a:rPr kumimoji="1" lang="en-US" altLang="zh-CN" sz="1200"/>
                <a:t> </a:t>
              </a:r>
              <a:endParaRPr kumimoji="1" lang="en-US" altLang="zh-CN" sz="1200">
                <a:latin typeface="Times New Roman" panose="02020603050405020304" pitchFamily="18" charset="0"/>
              </a:endParaRPr>
            </a:p>
          </p:txBody>
        </p:sp>
        <p:sp>
          <p:nvSpPr>
            <p:cNvPr id="53" name="Rectangle 60"/>
            <p:cNvSpPr>
              <a:spLocks noChangeArrowheads="1"/>
            </p:cNvSpPr>
            <p:nvPr/>
          </p:nvSpPr>
          <p:spPr bwMode="auto">
            <a:xfrm>
              <a:off x="3456" y="3676"/>
              <a:ext cx="62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00">
                  <a:latin typeface="Times New Roman" panose="02020603050405020304" pitchFamily="18" charset="0"/>
                  <a:cs typeface="Times New Roman" panose="02020603050405020304" pitchFamily="18" charset="0"/>
                </a:rPr>
                <a:t>Finished</a:t>
              </a:r>
              <a:r>
                <a:rPr kumimoji="1" lang="en-US" altLang="zh-CN" sz="1100"/>
                <a:t> </a:t>
              </a:r>
              <a:endParaRPr kumimoji="1" lang="en-US" altLang="zh-CN" sz="2400">
                <a:latin typeface="Times New Roman" panose="02020603050405020304" pitchFamily="18" charset="0"/>
              </a:endParaRPr>
            </a:p>
          </p:txBody>
        </p:sp>
      </p:grpSp>
    </p:spTree>
    <p:extLst>
      <p:ext uri="{BB962C8B-B14F-4D97-AF65-F5344CB8AC3E}">
        <p14:creationId xmlns:p14="http://schemas.microsoft.com/office/powerpoint/2010/main" val="193565862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4"/>
          <p:cNvSpPr>
            <a:spLocks noGrp="1" noChangeArrowheads="1"/>
          </p:cNvSpPr>
          <p:nvPr>
            <p:ph type="title"/>
          </p:nvPr>
        </p:nvSpPr>
        <p:spPr>
          <a:xfrm>
            <a:off x="0" y="0"/>
            <a:ext cx="7772400" cy="651753"/>
          </a:xfrm>
          <a:noFill/>
        </p:spPr>
        <p:txBody>
          <a:bodyPr anchor="ctr"/>
          <a:lstStyle/>
          <a:p>
            <a:pPr eaLnBrk="1" hangingPunct="1"/>
            <a:r>
              <a:rPr lang="zh-CN" altLang="en-US" sz="3200" dirty="0"/>
              <a:t>握手协议定义的消息类型</a:t>
            </a:r>
            <a:r>
              <a:rPr lang="en-US" altLang="zh-CN" sz="3200" dirty="0"/>
              <a:t>(1)</a:t>
            </a:r>
          </a:p>
        </p:txBody>
      </p:sp>
      <p:graphicFrame>
        <p:nvGraphicFramePr>
          <p:cNvPr id="587819" name="Group 43"/>
          <p:cNvGraphicFramePr>
            <a:graphicFrameLocks noGrp="1"/>
          </p:cNvGraphicFramePr>
          <p:nvPr>
            <p:extLst>
              <p:ext uri="{D42A27DB-BD31-4B8C-83A1-F6EECF244321}">
                <p14:modId xmlns:p14="http://schemas.microsoft.com/office/powerpoint/2010/main" val="1787058828"/>
              </p:ext>
            </p:extLst>
          </p:nvPr>
        </p:nvGraphicFramePr>
        <p:xfrm>
          <a:off x="1374843" y="983576"/>
          <a:ext cx="8763000" cy="4032251"/>
        </p:xfrm>
        <a:graphic>
          <a:graphicData uri="http://schemas.openxmlformats.org/drawingml/2006/table">
            <a:tbl>
              <a:tblPr/>
              <a:tblGrid>
                <a:gridCol w="1563688">
                  <a:extLst>
                    <a:ext uri="{9D8B030D-6E8A-4147-A177-3AD203B41FA5}">
                      <a16:colId xmlns:a16="http://schemas.microsoft.com/office/drawing/2014/main" val="20000"/>
                    </a:ext>
                  </a:extLst>
                </a:gridCol>
                <a:gridCol w="5073650">
                  <a:extLst>
                    <a:ext uri="{9D8B030D-6E8A-4147-A177-3AD203B41FA5}">
                      <a16:colId xmlns:a16="http://schemas.microsoft.com/office/drawing/2014/main" val="20001"/>
                    </a:ext>
                  </a:extLst>
                </a:gridCol>
                <a:gridCol w="2125662">
                  <a:extLst>
                    <a:ext uri="{9D8B030D-6E8A-4147-A177-3AD203B41FA5}">
                      <a16:colId xmlns:a16="http://schemas.microsoft.com/office/drawing/2014/main" val="20002"/>
                    </a:ext>
                  </a:extLst>
                </a:gridCol>
              </a:tblGrid>
              <a:tr h="317525">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消息类型</a:t>
                      </a:r>
                      <a:endParaRPr kumimoji="0" lang="zh-CN" altLang="en-US" sz="1400" b="0" i="0" u="none" strike="noStrike" cap="none" normalizeH="0" baseline="0" smtClean="0">
                        <a:ln>
                          <a:noFill/>
                        </a:ln>
                        <a:solidFill>
                          <a:schemeClr val="tx1"/>
                        </a:solidFill>
                        <a:effectLst/>
                        <a:latin typeface="Tahoma"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dirty="0" smtClean="0">
                          <a:ln>
                            <a:noFill/>
                          </a:ln>
                          <a:solidFill>
                            <a:schemeClr val="tx1"/>
                          </a:solidFill>
                          <a:effectLst/>
                          <a:latin typeface="Tahoma" pitchFamily="34" charset="0"/>
                          <a:ea typeface="宋体" pitchFamily="2" charset="-122"/>
                          <a:cs typeface="Times New Roman" pitchFamily="18" charset="0"/>
                        </a:rPr>
                        <a:t>说明</a:t>
                      </a:r>
                      <a:endParaRPr kumimoji="0" lang="zh-CN" altLang="en-US" sz="1400" b="0" i="0" u="none" strike="noStrike" cap="none" normalizeH="0" baseline="0" dirty="0" smtClean="0">
                        <a:ln>
                          <a:noFill/>
                        </a:ln>
                        <a:solidFill>
                          <a:schemeClr val="tx1"/>
                        </a:solidFill>
                        <a:effectLst/>
                        <a:latin typeface="Tahoma"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参数</a:t>
                      </a:r>
                      <a:endParaRPr kumimoji="0" lang="zh-CN" altLang="en-US" sz="1400" b="0" i="0" u="none" strike="noStrike" cap="none" normalizeH="0" baseline="0" smtClean="0">
                        <a:ln>
                          <a:noFill/>
                        </a:ln>
                        <a:solidFill>
                          <a:schemeClr val="tx1"/>
                        </a:solidFill>
                        <a:effectLst/>
                        <a:latin typeface="Tahoma"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5565">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Tahoma" pitchFamily="34" charset="0"/>
                          <a:ea typeface="宋体" pitchFamily="2" charset="-122"/>
                        </a:rPr>
                        <a:t>hello_request</a:t>
                      </a:r>
                    </a:p>
                  </a:txBody>
                  <a:tcPr marT="45724" marB="45724"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握手请求，服务器可在任何时候向客户端发送该消息。若客户端正在进行握手过程就可忽略该消息。否则客户端发送</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cleint_hello</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消息，启动握手过程</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无</a:t>
                      </a:r>
                    </a:p>
                  </a:txBody>
                  <a:tcPr marT="45724" marB="45724"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1277">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Tahoma" pitchFamily="34" charset="0"/>
                          <a:ea typeface="宋体" pitchFamily="2" charset="-122"/>
                        </a:rPr>
                        <a:t>client_hello</a:t>
                      </a:r>
                    </a:p>
                  </a:txBody>
                  <a:tcPr marT="45724" marB="45724"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客户启动握手请求，该消息时当客户第一次连接服务器时向服务器发送的第一条消息。该消息中包括了客户端支持的各种算法。若服务器端不能支持，则本次会话可能失败。</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版本、随机数、会话</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ID</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、密文族、压缩方法</a:t>
                      </a:r>
                    </a:p>
                  </a:txBody>
                  <a:tcPr marT="45724" marB="45724"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0473">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Tahoma" pitchFamily="34" charset="0"/>
                          <a:ea typeface="宋体" pitchFamily="2" charset="-122"/>
                        </a:rPr>
                        <a:t>server_hello </a:t>
                      </a:r>
                    </a:p>
                  </a:txBody>
                  <a:tcPr marT="45724" marB="45724"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其结构与</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client_hello</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消息，该消息是服务器对客户端</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client_hello</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消息的恢复。</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版本、随机数、会话</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ID</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、密文族、压缩方法</a:t>
                      </a:r>
                    </a:p>
                  </a:txBody>
                  <a:tcPr marT="45724" marB="45724"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1577">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Tahoma" pitchFamily="34" charset="0"/>
                          <a:ea typeface="宋体" pitchFamily="2" charset="-122"/>
                        </a:rPr>
                        <a:t>server_certificate</a:t>
                      </a:r>
                    </a:p>
                  </a:txBody>
                  <a:tcPr marT="45724" marB="45724"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服务器提供的证书。如果客户要求对服务器进行认证，则服务器在发送</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server_hello</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消息后，向客户端发送该消息。证书的类型一般是</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X.509v3</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Tahoma" pitchFamily="34" charset="0"/>
                          <a:ea typeface="宋体" pitchFamily="2" charset="-122"/>
                        </a:rPr>
                        <a:t>X</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a:t>
                      </a:r>
                      <a:r>
                        <a:rPr kumimoji="0" lang="en-US" altLang="zh-CN" sz="1400" b="0" i="0" u="none" strike="noStrike" cap="none" normalizeH="0" baseline="0" smtClean="0">
                          <a:ln>
                            <a:noFill/>
                          </a:ln>
                          <a:solidFill>
                            <a:schemeClr val="tx1"/>
                          </a:solidFill>
                          <a:effectLst/>
                          <a:latin typeface="Tahoma" pitchFamily="34" charset="0"/>
                          <a:ea typeface="宋体" pitchFamily="2" charset="-122"/>
                        </a:rPr>
                        <a:t>509v3</a:t>
                      </a:r>
                      <a:r>
                        <a:rPr kumimoji="0" lang="zh-CN" altLang="en-US" sz="1400" b="0" i="0" u="none" strike="noStrike" cap="none" normalizeH="0" baseline="0" smtClean="0">
                          <a:ln>
                            <a:noFill/>
                          </a:ln>
                          <a:solidFill>
                            <a:schemeClr val="tx1"/>
                          </a:solidFill>
                          <a:effectLst/>
                          <a:latin typeface="Tahoma" pitchFamily="34" charset="0"/>
                          <a:ea typeface="宋体" pitchFamily="2" charset="-122"/>
                        </a:rPr>
                        <a:t>证书链</a:t>
                      </a:r>
                    </a:p>
                  </a:txBody>
                  <a:tcPr marT="45724" marB="45724"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5834">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Tahoma" pitchFamily="34" charset="0"/>
                          <a:ea typeface="宋体" pitchFamily="2" charset="-122"/>
                        </a:rPr>
                        <a:t>server_key_exchange </a:t>
                      </a:r>
                    </a:p>
                  </a:txBody>
                  <a:tcPr marT="45724" marB="45724"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Tahoma" pitchFamily="34" charset="0"/>
                          <a:ea typeface="宋体" pitchFamily="2" charset="-122"/>
                        </a:rPr>
                        <a:t>服务器密钥交换。当服务器不使用证书，或其证书中仅提供签名而不提供密钥时，需要使用本消息来交换密钥。</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dirty="0" smtClean="0">
                          <a:ln>
                            <a:noFill/>
                          </a:ln>
                          <a:solidFill>
                            <a:schemeClr val="tx1"/>
                          </a:solidFill>
                          <a:effectLst/>
                          <a:latin typeface="Tahoma" pitchFamily="34" charset="0"/>
                          <a:ea typeface="宋体" pitchFamily="2" charset="-122"/>
                        </a:rPr>
                        <a:t>参数、签名</a:t>
                      </a:r>
                    </a:p>
                  </a:txBody>
                  <a:tcPr marT="45724" marB="45724"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3582874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4"/>
          <p:cNvSpPr>
            <a:spLocks noGrp="1" noChangeArrowheads="1"/>
          </p:cNvSpPr>
          <p:nvPr>
            <p:ph type="title"/>
          </p:nvPr>
        </p:nvSpPr>
        <p:spPr>
          <a:xfrm>
            <a:off x="0" y="0"/>
            <a:ext cx="7772400" cy="661481"/>
          </a:xfrm>
          <a:noFill/>
        </p:spPr>
        <p:txBody>
          <a:bodyPr anchor="ctr"/>
          <a:lstStyle/>
          <a:p>
            <a:pPr eaLnBrk="1" hangingPunct="1"/>
            <a:r>
              <a:rPr lang="zh-CN" altLang="en-US" sz="3200" dirty="0"/>
              <a:t>握手协议定义的消息类型</a:t>
            </a:r>
            <a:r>
              <a:rPr lang="en-US" altLang="zh-CN" sz="3200" dirty="0"/>
              <a:t>(2)</a:t>
            </a:r>
          </a:p>
        </p:txBody>
      </p:sp>
      <p:graphicFrame>
        <p:nvGraphicFramePr>
          <p:cNvPr id="588841" name="Group 41"/>
          <p:cNvGraphicFramePr>
            <a:graphicFrameLocks noGrp="1"/>
          </p:cNvGraphicFramePr>
          <p:nvPr>
            <p:extLst>
              <p:ext uri="{D42A27DB-BD31-4B8C-83A1-F6EECF244321}">
                <p14:modId xmlns:p14="http://schemas.microsoft.com/office/powerpoint/2010/main" val="1291152128"/>
              </p:ext>
            </p:extLst>
          </p:nvPr>
        </p:nvGraphicFramePr>
        <p:xfrm>
          <a:off x="291831" y="938720"/>
          <a:ext cx="10768517" cy="4528121"/>
        </p:xfrm>
        <a:graphic>
          <a:graphicData uri="http://schemas.openxmlformats.org/drawingml/2006/table">
            <a:tbl>
              <a:tblPr/>
              <a:tblGrid>
                <a:gridCol w="1970252">
                  <a:extLst>
                    <a:ext uri="{9D8B030D-6E8A-4147-A177-3AD203B41FA5}">
                      <a16:colId xmlns:a16="http://schemas.microsoft.com/office/drawing/2014/main" val="20000"/>
                    </a:ext>
                  </a:extLst>
                </a:gridCol>
                <a:gridCol w="7455849">
                  <a:extLst>
                    <a:ext uri="{9D8B030D-6E8A-4147-A177-3AD203B41FA5}">
                      <a16:colId xmlns:a16="http://schemas.microsoft.com/office/drawing/2014/main" val="20001"/>
                    </a:ext>
                  </a:extLst>
                </a:gridCol>
                <a:gridCol w="1342416">
                  <a:extLst>
                    <a:ext uri="{9D8B030D-6E8A-4147-A177-3AD203B41FA5}">
                      <a16:colId xmlns:a16="http://schemas.microsoft.com/office/drawing/2014/main" val="20002"/>
                    </a:ext>
                  </a:extLst>
                </a:gridCol>
              </a:tblGrid>
              <a:tr h="404813">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消息类型</a:t>
                      </a:r>
                      <a:endPar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说明</a:t>
                      </a:r>
                      <a:endPar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参数</a:t>
                      </a:r>
                      <a:endPar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7025">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certificate_request</a:t>
                      </a:r>
                    </a:p>
                  </a:txBody>
                  <a:tcPr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用于服务器向客户端要求一个客户证书。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类型、授权</a:t>
                      </a: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6125">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server_hello_done </a:t>
                      </a:r>
                    </a:p>
                  </a:txBody>
                  <a:tcPr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该消息表明服务器端的握手请求报文已经发送完毕，正在等待客户端的响应。客户端在收到该消息时，将检查服务器提供的证书及其他参数是否是有效、可以接受的。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无</a:t>
                      </a: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19199">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client_certificate</a:t>
                      </a:r>
                    </a:p>
                  </a:txBody>
                  <a:tcPr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客户端对服务器</a:t>
                      </a: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certificate_request</a:t>
                      </a: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消息的响应，只有在服务器端要求客户证书的时候使用。一般该消息是客户端收到</a:t>
                      </a: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server_hello_done</a:t>
                      </a: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消息后所发送的第一条消息。若客户端没有合适的证书，则向服务器端发送</a:t>
                      </a: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no_certificate</a:t>
                      </a: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的告警消息（无证书可能导致握手失败）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X</a:t>
                      </a: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509v3</a:t>
                      </a: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证书链</a:t>
                      </a: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6263">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client_key_exchange</a:t>
                      </a:r>
                    </a:p>
                  </a:txBody>
                  <a:tcPr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客户密钥交换。当客户不使用证书，或其证书中仅提供签名而不提供密钥时，需要使用本消息来交换密钥。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参数、签名</a:t>
                      </a: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5438">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certificate_verify</a:t>
                      </a:r>
                    </a:p>
                  </a:txBody>
                  <a:tcPr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该消息用于向服务器提供对客户证书的验证。</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签名</a:t>
                      </a: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44538">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finished </a:t>
                      </a:r>
                    </a:p>
                  </a:txBody>
                  <a:tcPr horzOverflow="overflow">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该消息在“加密规约修改”（</a:t>
                      </a:r>
                      <a:r>
                        <a:rPr kumimoji="0" lang="en-US" altLang="zh-CN"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Change Cipher Spec</a:t>
                      </a: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）消息之后发送，以证实握手过程已经成功完成。本消息发送后，发送方开始使用协商的新参数来执行操作。该消息需要在两个方向上传送。</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20000"/>
                        </a:lnSpc>
                        <a:spcBef>
                          <a:spcPct val="0"/>
                        </a:spcBef>
                        <a:spcAft>
                          <a:spcPct val="0"/>
                        </a:spcAft>
                        <a:buClr>
                          <a:schemeClr val="folHlink"/>
                        </a:buClr>
                        <a:buSzPct val="60000"/>
                        <a:buFont typeface="Wingdings" pitchFamily="2" charset="2"/>
                        <a:buNone/>
                        <a:tabLst/>
                      </a:pPr>
                      <a:r>
                        <a:rPr kumimoji="0" lang="zh-CN" altLang="en-US" sz="1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散列值</a:t>
                      </a:r>
                    </a:p>
                  </a:txBody>
                  <a:tcPr horzOverflow="overflow">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1444500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Group 63"/>
          <p:cNvGrpSpPr>
            <a:grpSpLocks/>
          </p:cNvGrpSpPr>
          <p:nvPr/>
        </p:nvGrpSpPr>
        <p:grpSpPr bwMode="auto">
          <a:xfrm>
            <a:off x="1344038" y="1561392"/>
            <a:ext cx="7543800" cy="3052762"/>
            <a:chOff x="-3" y="-3"/>
            <a:chExt cx="3691" cy="2694"/>
          </a:xfrm>
        </p:grpSpPr>
        <p:grpSp>
          <p:nvGrpSpPr>
            <p:cNvPr id="113668" name="Group 61"/>
            <p:cNvGrpSpPr>
              <a:grpSpLocks/>
            </p:cNvGrpSpPr>
            <p:nvPr/>
          </p:nvGrpSpPr>
          <p:grpSpPr bwMode="auto">
            <a:xfrm>
              <a:off x="0" y="0"/>
              <a:ext cx="3685" cy="2688"/>
              <a:chOff x="0" y="0"/>
              <a:chExt cx="3685" cy="2688"/>
            </a:xfrm>
          </p:grpSpPr>
          <p:grpSp>
            <p:nvGrpSpPr>
              <p:cNvPr id="113670" name="Group 24"/>
              <p:cNvGrpSpPr>
                <a:grpSpLocks/>
              </p:cNvGrpSpPr>
              <p:nvPr/>
            </p:nvGrpSpPr>
            <p:grpSpPr bwMode="auto">
              <a:xfrm>
                <a:off x="0" y="0"/>
                <a:ext cx="1209" cy="384"/>
                <a:chOff x="0" y="0"/>
                <a:chExt cx="1209" cy="384"/>
              </a:xfrm>
            </p:grpSpPr>
            <p:sp>
              <p:nvSpPr>
                <p:cNvPr id="113725" name="Rectangle 4"/>
                <p:cNvSpPr>
                  <a:spLocks noChangeArrowheads="1"/>
                </p:cNvSpPr>
                <p:nvPr/>
              </p:nvSpPr>
              <p:spPr bwMode="auto">
                <a:xfrm>
                  <a:off x="43" y="0"/>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t>消息名</a:t>
                  </a:r>
                </a:p>
              </p:txBody>
            </p:sp>
            <p:sp>
              <p:nvSpPr>
                <p:cNvPr id="113726" name="Rectangle 23"/>
                <p:cNvSpPr>
                  <a:spLocks noChangeArrowheads="1"/>
                </p:cNvSpPr>
                <p:nvPr/>
              </p:nvSpPr>
              <p:spPr bwMode="auto">
                <a:xfrm>
                  <a:off x="0" y="0"/>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1" name="Group 26"/>
              <p:cNvGrpSpPr>
                <a:grpSpLocks/>
              </p:cNvGrpSpPr>
              <p:nvPr/>
            </p:nvGrpSpPr>
            <p:grpSpPr bwMode="auto">
              <a:xfrm>
                <a:off x="1209" y="0"/>
                <a:ext cx="518" cy="384"/>
                <a:chOff x="1209" y="0"/>
                <a:chExt cx="518" cy="384"/>
              </a:xfrm>
            </p:grpSpPr>
            <p:sp>
              <p:nvSpPr>
                <p:cNvPr id="113723" name="Rectangle 5"/>
                <p:cNvSpPr>
                  <a:spLocks noChangeArrowheads="1"/>
                </p:cNvSpPr>
                <p:nvPr/>
              </p:nvSpPr>
              <p:spPr bwMode="auto">
                <a:xfrm>
                  <a:off x="1252" y="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t>方向</a:t>
                  </a:r>
                </a:p>
              </p:txBody>
            </p:sp>
            <p:sp>
              <p:nvSpPr>
                <p:cNvPr id="113724" name="Rectangle 25"/>
                <p:cNvSpPr>
                  <a:spLocks noChangeArrowheads="1"/>
                </p:cNvSpPr>
                <p:nvPr/>
              </p:nvSpPr>
              <p:spPr bwMode="auto">
                <a:xfrm>
                  <a:off x="1209" y="0"/>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2" name="Group 28"/>
              <p:cNvGrpSpPr>
                <a:grpSpLocks/>
              </p:cNvGrpSpPr>
              <p:nvPr/>
            </p:nvGrpSpPr>
            <p:grpSpPr bwMode="auto">
              <a:xfrm>
                <a:off x="1727" y="0"/>
                <a:ext cx="1958" cy="384"/>
                <a:chOff x="1727" y="0"/>
                <a:chExt cx="1958" cy="384"/>
              </a:xfrm>
            </p:grpSpPr>
            <p:sp>
              <p:nvSpPr>
                <p:cNvPr id="113721" name="Rectangle 6"/>
                <p:cNvSpPr>
                  <a:spLocks noChangeArrowheads="1"/>
                </p:cNvSpPr>
                <p:nvPr/>
              </p:nvSpPr>
              <p:spPr bwMode="auto">
                <a:xfrm>
                  <a:off x="1770" y="0"/>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t>内容</a:t>
                  </a:r>
                </a:p>
              </p:txBody>
            </p:sp>
            <p:sp>
              <p:nvSpPr>
                <p:cNvPr id="113722" name="Rectangle 27"/>
                <p:cNvSpPr>
                  <a:spLocks noChangeArrowheads="1"/>
                </p:cNvSpPr>
                <p:nvPr/>
              </p:nvSpPr>
              <p:spPr bwMode="auto">
                <a:xfrm>
                  <a:off x="1727" y="0"/>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3" name="Group 30"/>
              <p:cNvGrpSpPr>
                <a:grpSpLocks/>
              </p:cNvGrpSpPr>
              <p:nvPr/>
            </p:nvGrpSpPr>
            <p:grpSpPr bwMode="auto">
              <a:xfrm>
                <a:off x="0" y="384"/>
                <a:ext cx="3685" cy="384"/>
                <a:chOff x="0" y="384"/>
                <a:chExt cx="3685" cy="384"/>
              </a:xfrm>
            </p:grpSpPr>
            <p:sp>
              <p:nvSpPr>
                <p:cNvPr id="113719" name="Rectangle 7"/>
                <p:cNvSpPr>
                  <a:spLocks noChangeArrowheads="1"/>
                </p:cNvSpPr>
                <p:nvPr/>
              </p:nvSpPr>
              <p:spPr bwMode="auto">
                <a:xfrm>
                  <a:off x="43" y="384"/>
                  <a:ext cx="35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chemeClr val="hlink"/>
                      </a:solidFill>
                    </a:rPr>
                    <a:t>不需要新密钥</a:t>
                  </a:r>
                </a:p>
              </p:txBody>
            </p:sp>
            <p:sp>
              <p:nvSpPr>
                <p:cNvPr id="113720" name="Rectangle 29"/>
                <p:cNvSpPr>
                  <a:spLocks noChangeArrowheads="1"/>
                </p:cNvSpPr>
                <p:nvPr/>
              </p:nvSpPr>
              <p:spPr bwMode="auto">
                <a:xfrm>
                  <a:off x="0" y="384"/>
                  <a:ext cx="368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4" name="Group 32"/>
              <p:cNvGrpSpPr>
                <a:grpSpLocks/>
              </p:cNvGrpSpPr>
              <p:nvPr/>
            </p:nvGrpSpPr>
            <p:grpSpPr bwMode="auto">
              <a:xfrm>
                <a:off x="0" y="768"/>
                <a:ext cx="1209" cy="384"/>
                <a:chOff x="0" y="768"/>
                <a:chExt cx="1209" cy="384"/>
              </a:xfrm>
            </p:grpSpPr>
            <p:sp>
              <p:nvSpPr>
                <p:cNvPr id="113717" name="Rectangle 8"/>
                <p:cNvSpPr>
                  <a:spLocks noChangeArrowheads="1"/>
                </p:cNvSpPr>
                <p:nvPr/>
              </p:nvSpPr>
              <p:spPr bwMode="auto">
                <a:xfrm>
                  <a:off x="43" y="768"/>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HELLO</a:t>
                  </a:r>
                </a:p>
                <a:p>
                  <a:pPr algn="just"/>
                  <a:endParaRPr kumimoji="1" lang="en-US" altLang="zh-CN" sz="1200" b="1"/>
                </a:p>
              </p:txBody>
            </p:sp>
            <p:sp>
              <p:nvSpPr>
                <p:cNvPr id="113718" name="Rectangle 31"/>
                <p:cNvSpPr>
                  <a:spLocks noChangeArrowheads="1"/>
                </p:cNvSpPr>
                <p:nvPr/>
              </p:nvSpPr>
              <p:spPr bwMode="auto">
                <a:xfrm>
                  <a:off x="0" y="768"/>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5" name="Group 34"/>
              <p:cNvGrpSpPr>
                <a:grpSpLocks/>
              </p:cNvGrpSpPr>
              <p:nvPr/>
            </p:nvGrpSpPr>
            <p:grpSpPr bwMode="auto">
              <a:xfrm>
                <a:off x="1209" y="768"/>
                <a:ext cx="518" cy="384"/>
                <a:chOff x="1209" y="768"/>
                <a:chExt cx="518" cy="384"/>
              </a:xfrm>
            </p:grpSpPr>
            <p:sp>
              <p:nvSpPr>
                <p:cNvPr id="113715" name="Rectangle 9"/>
                <p:cNvSpPr>
                  <a:spLocks noChangeArrowheads="1"/>
                </p:cNvSpPr>
                <p:nvPr/>
              </p:nvSpPr>
              <p:spPr bwMode="auto">
                <a:xfrm>
                  <a:off x="1252" y="76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3716" name="Rectangle 33"/>
                <p:cNvSpPr>
                  <a:spLocks noChangeArrowheads="1"/>
                </p:cNvSpPr>
                <p:nvPr/>
              </p:nvSpPr>
              <p:spPr bwMode="auto">
                <a:xfrm>
                  <a:off x="1209" y="768"/>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6" name="Group 36"/>
              <p:cNvGrpSpPr>
                <a:grpSpLocks/>
              </p:cNvGrpSpPr>
              <p:nvPr/>
            </p:nvGrpSpPr>
            <p:grpSpPr bwMode="auto">
              <a:xfrm>
                <a:off x="1727" y="768"/>
                <a:ext cx="1958" cy="384"/>
                <a:chOff x="1727" y="768"/>
                <a:chExt cx="1958" cy="384"/>
              </a:xfrm>
            </p:grpSpPr>
            <p:sp>
              <p:nvSpPr>
                <p:cNvPr id="113713" name="Rectangle 10"/>
                <p:cNvSpPr>
                  <a:spLocks noChangeArrowheads="1"/>
                </p:cNvSpPr>
                <p:nvPr/>
              </p:nvSpPr>
              <p:spPr bwMode="auto">
                <a:xfrm>
                  <a:off x="1770" y="76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challenge, session_id, cipher_specs</a:t>
                  </a:r>
                </a:p>
                <a:p>
                  <a:pPr algn="just"/>
                  <a:endParaRPr kumimoji="1" lang="en-US" altLang="zh-CN" sz="1200" b="1"/>
                </a:p>
              </p:txBody>
            </p:sp>
            <p:sp>
              <p:nvSpPr>
                <p:cNvPr id="113714" name="Rectangle 35"/>
                <p:cNvSpPr>
                  <a:spLocks noChangeArrowheads="1"/>
                </p:cNvSpPr>
                <p:nvPr/>
              </p:nvSpPr>
              <p:spPr bwMode="auto">
                <a:xfrm>
                  <a:off x="1727" y="768"/>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7" name="Group 38"/>
              <p:cNvGrpSpPr>
                <a:grpSpLocks/>
              </p:cNvGrpSpPr>
              <p:nvPr/>
            </p:nvGrpSpPr>
            <p:grpSpPr bwMode="auto">
              <a:xfrm>
                <a:off x="0" y="1152"/>
                <a:ext cx="1209" cy="384"/>
                <a:chOff x="0" y="1152"/>
                <a:chExt cx="1209" cy="384"/>
              </a:xfrm>
            </p:grpSpPr>
            <p:sp>
              <p:nvSpPr>
                <p:cNvPr id="113711" name="Rectangle 11"/>
                <p:cNvSpPr>
                  <a:spLocks noChangeArrowheads="1"/>
                </p:cNvSpPr>
                <p:nvPr/>
              </p:nvSpPr>
              <p:spPr bwMode="auto">
                <a:xfrm>
                  <a:off x="43" y="1152"/>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HELLO</a:t>
                  </a:r>
                </a:p>
                <a:p>
                  <a:pPr algn="just"/>
                  <a:endParaRPr kumimoji="1" lang="en-US" altLang="zh-CN" sz="1200" b="1"/>
                </a:p>
              </p:txBody>
            </p:sp>
            <p:sp>
              <p:nvSpPr>
                <p:cNvPr id="113712" name="Rectangle 37"/>
                <p:cNvSpPr>
                  <a:spLocks noChangeArrowheads="1"/>
                </p:cNvSpPr>
                <p:nvPr/>
              </p:nvSpPr>
              <p:spPr bwMode="auto">
                <a:xfrm>
                  <a:off x="0" y="1152"/>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8" name="Group 40"/>
              <p:cNvGrpSpPr>
                <a:grpSpLocks/>
              </p:cNvGrpSpPr>
              <p:nvPr/>
            </p:nvGrpSpPr>
            <p:grpSpPr bwMode="auto">
              <a:xfrm>
                <a:off x="1209" y="1152"/>
                <a:ext cx="518" cy="384"/>
                <a:chOff x="1209" y="1152"/>
                <a:chExt cx="518" cy="384"/>
              </a:xfrm>
            </p:grpSpPr>
            <p:sp>
              <p:nvSpPr>
                <p:cNvPr id="113709" name="Rectangle 12"/>
                <p:cNvSpPr>
                  <a:spLocks noChangeArrowheads="1"/>
                </p:cNvSpPr>
                <p:nvPr/>
              </p:nvSpPr>
              <p:spPr bwMode="auto">
                <a:xfrm>
                  <a:off x="1252" y="1152"/>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3710" name="Rectangle 39"/>
                <p:cNvSpPr>
                  <a:spLocks noChangeArrowheads="1"/>
                </p:cNvSpPr>
                <p:nvPr/>
              </p:nvSpPr>
              <p:spPr bwMode="auto">
                <a:xfrm>
                  <a:off x="1209" y="1152"/>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79" name="Group 42"/>
              <p:cNvGrpSpPr>
                <a:grpSpLocks/>
              </p:cNvGrpSpPr>
              <p:nvPr/>
            </p:nvGrpSpPr>
            <p:grpSpPr bwMode="auto">
              <a:xfrm>
                <a:off x="1727" y="1152"/>
                <a:ext cx="1958" cy="384"/>
                <a:chOff x="1727" y="1152"/>
                <a:chExt cx="1958" cy="384"/>
              </a:xfrm>
            </p:grpSpPr>
            <p:sp>
              <p:nvSpPr>
                <p:cNvPr id="113707" name="Rectangle 13"/>
                <p:cNvSpPr>
                  <a:spLocks noChangeArrowheads="1"/>
                </p:cNvSpPr>
                <p:nvPr/>
              </p:nvSpPr>
              <p:spPr bwMode="auto">
                <a:xfrm>
                  <a:off x="1770" y="1152"/>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connection-id, session_id_hit</a:t>
                  </a:r>
                </a:p>
                <a:p>
                  <a:pPr algn="just"/>
                  <a:endParaRPr kumimoji="1" lang="en-US" altLang="zh-CN" sz="1200" b="1"/>
                </a:p>
              </p:txBody>
            </p:sp>
            <p:sp>
              <p:nvSpPr>
                <p:cNvPr id="113708" name="Rectangle 41"/>
                <p:cNvSpPr>
                  <a:spLocks noChangeArrowheads="1"/>
                </p:cNvSpPr>
                <p:nvPr/>
              </p:nvSpPr>
              <p:spPr bwMode="auto">
                <a:xfrm>
                  <a:off x="1727" y="1152"/>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0" name="Group 44"/>
              <p:cNvGrpSpPr>
                <a:grpSpLocks/>
              </p:cNvGrpSpPr>
              <p:nvPr/>
            </p:nvGrpSpPr>
            <p:grpSpPr bwMode="auto">
              <a:xfrm>
                <a:off x="0" y="1536"/>
                <a:ext cx="1209" cy="384"/>
                <a:chOff x="0" y="1536"/>
                <a:chExt cx="1209" cy="384"/>
              </a:xfrm>
            </p:grpSpPr>
            <p:sp>
              <p:nvSpPr>
                <p:cNvPr id="113705" name="Rectangle 14"/>
                <p:cNvSpPr>
                  <a:spLocks noChangeArrowheads="1"/>
                </p:cNvSpPr>
                <p:nvPr/>
              </p:nvSpPr>
              <p:spPr bwMode="auto">
                <a:xfrm>
                  <a:off x="43" y="1536"/>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FINISH</a:t>
                  </a:r>
                </a:p>
                <a:p>
                  <a:pPr algn="just"/>
                  <a:endParaRPr kumimoji="1" lang="en-US" altLang="zh-CN" sz="1200" b="1"/>
                </a:p>
              </p:txBody>
            </p:sp>
            <p:sp>
              <p:nvSpPr>
                <p:cNvPr id="113706" name="Rectangle 43"/>
                <p:cNvSpPr>
                  <a:spLocks noChangeArrowheads="1"/>
                </p:cNvSpPr>
                <p:nvPr/>
              </p:nvSpPr>
              <p:spPr bwMode="auto">
                <a:xfrm>
                  <a:off x="0" y="1536"/>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1" name="Group 46"/>
              <p:cNvGrpSpPr>
                <a:grpSpLocks/>
              </p:cNvGrpSpPr>
              <p:nvPr/>
            </p:nvGrpSpPr>
            <p:grpSpPr bwMode="auto">
              <a:xfrm>
                <a:off x="1209" y="1536"/>
                <a:ext cx="518" cy="384"/>
                <a:chOff x="1209" y="1536"/>
                <a:chExt cx="518" cy="384"/>
              </a:xfrm>
            </p:grpSpPr>
            <p:sp>
              <p:nvSpPr>
                <p:cNvPr id="113703" name="Rectangle 15"/>
                <p:cNvSpPr>
                  <a:spLocks noChangeArrowheads="1"/>
                </p:cNvSpPr>
                <p:nvPr/>
              </p:nvSpPr>
              <p:spPr bwMode="auto">
                <a:xfrm>
                  <a:off x="1252" y="1536"/>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3704" name="Rectangle 45"/>
                <p:cNvSpPr>
                  <a:spLocks noChangeArrowheads="1"/>
                </p:cNvSpPr>
                <p:nvPr/>
              </p:nvSpPr>
              <p:spPr bwMode="auto">
                <a:xfrm>
                  <a:off x="1209" y="1536"/>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2" name="Group 48"/>
              <p:cNvGrpSpPr>
                <a:grpSpLocks/>
              </p:cNvGrpSpPr>
              <p:nvPr/>
            </p:nvGrpSpPr>
            <p:grpSpPr bwMode="auto">
              <a:xfrm>
                <a:off x="1727" y="1536"/>
                <a:ext cx="1958" cy="384"/>
                <a:chOff x="1727" y="1536"/>
                <a:chExt cx="1958" cy="384"/>
              </a:xfrm>
            </p:grpSpPr>
            <p:sp>
              <p:nvSpPr>
                <p:cNvPr id="113701" name="Rectangle 16"/>
                <p:cNvSpPr>
                  <a:spLocks noChangeArrowheads="1"/>
                </p:cNvSpPr>
                <p:nvPr/>
              </p:nvSpPr>
              <p:spPr bwMode="auto">
                <a:xfrm>
                  <a:off x="1770" y="1536"/>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Eclient_write_key[connection-id]</a:t>
                  </a:r>
                </a:p>
                <a:p>
                  <a:pPr algn="just"/>
                  <a:endParaRPr kumimoji="1" lang="en-US" altLang="zh-CN" sz="1200" b="1"/>
                </a:p>
              </p:txBody>
            </p:sp>
            <p:sp>
              <p:nvSpPr>
                <p:cNvPr id="113702" name="Rectangle 47"/>
                <p:cNvSpPr>
                  <a:spLocks noChangeArrowheads="1"/>
                </p:cNvSpPr>
                <p:nvPr/>
              </p:nvSpPr>
              <p:spPr bwMode="auto">
                <a:xfrm>
                  <a:off x="1727" y="1536"/>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3" name="Group 50"/>
              <p:cNvGrpSpPr>
                <a:grpSpLocks/>
              </p:cNvGrpSpPr>
              <p:nvPr/>
            </p:nvGrpSpPr>
            <p:grpSpPr bwMode="auto">
              <a:xfrm>
                <a:off x="0" y="1920"/>
                <a:ext cx="1209" cy="384"/>
                <a:chOff x="0" y="1920"/>
                <a:chExt cx="1209" cy="384"/>
              </a:xfrm>
            </p:grpSpPr>
            <p:sp>
              <p:nvSpPr>
                <p:cNvPr id="113699" name="Rectangle 17"/>
                <p:cNvSpPr>
                  <a:spLocks noChangeArrowheads="1"/>
                </p:cNvSpPr>
                <p:nvPr/>
              </p:nvSpPr>
              <p:spPr bwMode="auto">
                <a:xfrm>
                  <a:off x="43" y="1920"/>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SERVER-VERIFY</a:t>
                  </a:r>
                </a:p>
                <a:p>
                  <a:pPr algn="just"/>
                  <a:endParaRPr kumimoji="1" lang="en-US" altLang="zh-CN" sz="1200" b="1"/>
                </a:p>
              </p:txBody>
            </p:sp>
            <p:sp>
              <p:nvSpPr>
                <p:cNvPr id="113700" name="Rectangle 49"/>
                <p:cNvSpPr>
                  <a:spLocks noChangeArrowheads="1"/>
                </p:cNvSpPr>
                <p:nvPr/>
              </p:nvSpPr>
              <p:spPr bwMode="auto">
                <a:xfrm>
                  <a:off x="0" y="1920"/>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4" name="Group 52"/>
              <p:cNvGrpSpPr>
                <a:grpSpLocks/>
              </p:cNvGrpSpPr>
              <p:nvPr/>
            </p:nvGrpSpPr>
            <p:grpSpPr bwMode="auto">
              <a:xfrm>
                <a:off x="1209" y="1920"/>
                <a:ext cx="518" cy="384"/>
                <a:chOff x="1209" y="1920"/>
                <a:chExt cx="518" cy="384"/>
              </a:xfrm>
            </p:grpSpPr>
            <p:sp>
              <p:nvSpPr>
                <p:cNvPr id="113697" name="Rectangle 18"/>
                <p:cNvSpPr>
                  <a:spLocks noChangeArrowheads="1"/>
                </p:cNvSpPr>
                <p:nvPr/>
              </p:nvSpPr>
              <p:spPr bwMode="auto">
                <a:xfrm>
                  <a:off x="1252" y="192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3698" name="Rectangle 51"/>
                <p:cNvSpPr>
                  <a:spLocks noChangeArrowheads="1"/>
                </p:cNvSpPr>
                <p:nvPr/>
              </p:nvSpPr>
              <p:spPr bwMode="auto">
                <a:xfrm>
                  <a:off x="1209" y="1920"/>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5" name="Group 54"/>
              <p:cNvGrpSpPr>
                <a:grpSpLocks/>
              </p:cNvGrpSpPr>
              <p:nvPr/>
            </p:nvGrpSpPr>
            <p:grpSpPr bwMode="auto">
              <a:xfrm>
                <a:off x="1727" y="1920"/>
                <a:ext cx="1958" cy="384"/>
                <a:chOff x="1727" y="1920"/>
                <a:chExt cx="1958" cy="384"/>
              </a:xfrm>
            </p:grpSpPr>
            <p:sp>
              <p:nvSpPr>
                <p:cNvPr id="113695" name="Rectangle 19"/>
                <p:cNvSpPr>
                  <a:spLocks noChangeArrowheads="1"/>
                </p:cNvSpPr>
                <p:nvPr/>
              </p:nvSpPr>
              <p:spPr bwMode="auto">
                <a:xfrm>
                  <a:off x="1770" y="1920"/>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Eserver_write_key[challenge]</a:t>
                  </a:r>
                </a:p>
                <a:p>
                  <a:pPr algn="just"/>
                  <a:endParaRPr kumimoji="1" lang="en-US" altLang="zh-CN" sz="1200" b="1"/>
                </a:p>
              </p:txBody>
            </p:sp>
            <p:sp>
              <p:nvSpPr>
                <p:cNvPr id="113696" name="Rectangle 53"/>
                <p:cNvSpPr>
                  <a:spLocks noChangeArrowheads="1"/>
                </p:cNvSpPr>
                <p:nvPr/>
              </p:nvSpPr>
              <p:spPr bwMode="auto">
                <a:xfrm>
                  <a:off x="1727" y="1920"/>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6" name="Group 56"/>
              <p:cNvGrpSpPr>
                <a:grpSpLocks/>
              </p:cNvGrpSpPr>
              <p:nvPr/>
            </p:nvGrpSpPr>
            <p:grpSpPr bwMode="auto">
              <a:xfrm>
                <a:off x="0" y="2304"/>
                <a:ext cx="1209" cy="384"/>
                <a:chOff x="0" y="2304"/>
                <a:chExt cx="1209" cy="384"/>
              </a:xfrm>
            </p:grpSpPr>
            <p:sp>
              <p:nvSpPr>
                <p:cNvPr id="113693" name="Rectangle 20"/>
                <p:cNvSpPr>
                  <a:spLocks noChangeArrowheads="1"/>
                </p:cNvSpPr>
                <p:nvPr/>
              </p:nvSpPr>
              <p:spPr bwMode="auto">
                <a:xfrm>
                  <a:off x="43" y="2304"/>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FINISH</a:t>
                  </a:r>
                </a:p>
                <a:p>
                  <a:pPr algn="just"/>
                  <a:endParaRPr kumimoji="1" lang="en-US" altLang="zh-CN" sz="1200" b="1"/>
                </a:p>
              </p:txBody>
            </p:sp>
            <p:sp>
              <p:nvSpPr>
                <p:cNvPr id="113694" name="Rectangle 55"/>
                <p:cNvSpPr>
                  <a:spLocks noChangeArrowheads="1"/>
                </p:cNvSpPr>
                <p:nvPr/>
              </p:nvSpPr>
              <p:spPr bwMode="auto">
                <a:xfrm>
                  <a:off x="0" y="2304"/>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7" name="Group 58"/>
              <p:cNvGrpSpPr>
                <a:grpSpLocks/>
              </p:cNvGrpSpPr>
              <p:nvPr/>
            </p:nvGrpSpPr>
            <p:grpSpPr bwMode="auto">
              <a:xfrm>
                <a:off x="1209" y="2304"/>
                <a:ext cx="518" cy="384"/>
                <a:chOff x="1209" y="2304"/>
                <a:chExt cx="518" cy="384"/>
              </a:xfrm>
            </p:grpSpPr>
            <p:sp>
              <p:nvSpPr>
                <p:cNvPr id="113691" name="Rectangle 21"/>
                <p:cNvSpPr>
                  <a:spLocks noChangeArrowheads="1"/>
                </p:cNvSpPr>
                <p:nvPr/>
              </p:nvSpPr>
              <p:spPr bwMode="auto">
                <a:xfrm>
                  <a:off x="1252" y="230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3692" name="Rectangle 57"/>
                <p:cNvSpPr>
                  <a:spLocks noChangeArrowheads="1"/>
                </p:cNvSpPr>
                <p:nvPr/>
              </p:nvSpPr>
              <p:spPr bwMode="auto">
                <a:xfrm>
                  <a:off x="1209" y="2304"/>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3688" name="Group 60"/>
              <p:cNvGrpSpPr>
                <a:grpSpLocks/>
              </p:cNvGrpSpPr>
              <p:nvPr/>
            </p:nvGrpSpPr>
            <p:grpSpPr bwMode="auto">
              <a:xfrm>
                <a:off x="1727" y="2304"/>
                <a:ext cx="1958" cy="384"/>
                <a:chOff x="1727" y="2304"/>
                <a:chExt cx="1958" cy="384"/>
              </a:xfrm>
            </p:grpSpPr>
            <p:sp>
              <p:nvSpPr>
                <p:cNvPr id="113689" name="Rectangle 22"/>
                <p:cNvSpPr>
                  <a:spLocks noChangeArrowheads="1"/>
                </p:cNvSpPr>
                <p:nvPr/>
              </p:nvSpPr>
              <p:spPr bwMode="auto">
                <a:xfrm>
                  <a:off x="1770" y="230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Eserver_write_key[session_id]</a:t>
                  </a:r>
                </a:p>
                <a:p>
                  <a:pPr algn="just"/>
                  <a:endParaRPr kumimoji="1" lang="en-US" altLang="zh-CN" sz="1200" b="1"/>
                </a:p>
              </p:txBody>
            </p:sp>
            <p:sp>
              <p:nvSpPr>
                <p:cNvPr id="113690" name="Rectangle 59"/>
                <p:cNvSpPr>
                  <a:spLocks noChangeArrowheads="1"/>
                </p:cNvSpPr>
                <p:nvPr/>
              </p:nvSpPr>
              <p:spPr bwMode="auto">
                <a:xfrm>
                  <a:off x="1727" y="2304"/>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13669" name="Rectangle 62"/>
            <p:cNvSpPr>
              <a:spLocks noChangeArrowheads="1"/>
            </p:cNvSpPr>
            <p:nvPr/>
          </p:nvSpPr>
          <p:spPr bwMode="auto">
            <a:xfrm>
              <a:off x="-3" y="-3"/>
              <a:ext cx="3691" cy="269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13667" name="Rectangle 64"/>
          <p:cNvSpPr>
            <a:spLocks noChangeArrowheads="1"/>
          </p:cNvSpPr>
          <p:nvPr/>
        </p:nvSpPr>
        <p:spPr bwMode="auto">
          <a:xfrm>
            <a:off x="1344038" y="1093080"/>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宋体" panose="02010600030101010101" pitchFamily="2" charset="-122"/>
              </a:rPr>
              <a:t>其他流程</a:t>
            </a:r>
          </a:p>
        </p:txBody>
      </p:sp>
      <p:sp>
        <p:nvSpPr>
          <p:cNvPr id="65" name="Rectangle 4"/>
          <p:cNvSpPr>
            <a:spLocks noGrp="1" noChangeArrowheads="1"/>
          </p:cNvSpPr>
          <p:nvPr>
            <p:ph type="title"/>
          </p:nvPr>
        </p:nvSpPr>
        <p:spPr>
          <a:xfrm>
            <a:off x="0" y="0"/>
            <a:ext cx="7772400" cy="731838"/>
          </a:xfrm>
          <a:noFill/>
        </p:spPr>
        <p:txBody>
          <a:bodyPr anchor="ctr"/>
          <a:lstStyle/>
          <a:p>
            <a:pPr eaLnBrk="1" hangingPunct="1"/>
            <a:r>
              <a:rPr lang="zh-CN" altLang="en-US" sz="3200" dirty="0"/>
              <a:t>握手协议定义的消息类型</a:t>
            </a:r>
            <a:r>
              <a:rPr lang="en-US" altLang="zh-CN" sz="3200" dirty="0"/>
              <a:t>(2)</a:t>
            </a:r>
          </a:p>
        </p:txBody>
      </p:sp>
    </p:spTree>
    <p:extLst>
      <p:ext uri="{BB962C8B-B14F-4D97-AF65-F5344CB8AC3E}">
        <p14:creationId xmlns:p14="http://schemas.microsoft.com/office/powerpoint/2010/main" val="167003968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Group 63"/>
          <p:cNvGrpSpPr>
            <a:grpSpLocks/>
          </p:cNvGrpSpPr>
          <p:nvPr/>
        </p:nvGrpSpPr>
        <p:grpSpPr bwMode="auto">
          <a:xfrm>
            <a:off x="1232170" y="1097605"/>
            <a:ext cx="8305800" cy="3205163"/>
            <a:chOff x="-3" y="-3"/>
            <a:chExt cx="3691" cy="2694"/>
          </a:xfrm>
        </p:grpSpPr>
        <p:grpSp>
          <p:nvGrpSpPr>
            <p:cNvPr id="114691" name="Group 61"/>
            <p:cNvGrpSpPr>
              <a:grpSpLocks/>
            </p:cNvGrpSpPr>
            <p:nvPr/>
          </p:nvGrpSpPr>
          <p:grpSpPr bwMode="auto">
            <a:xfrm>
              <a:off x="0" y="0"/>
              <a:ext cx="3685" cy="2688"/>
              <a:chOff x="0" y="0"/>
              <a:chExt cx="3685" cy="2688"/>
            </a:xfrm>
          </p:grpSpPr>
          <p:grpSp>
            <p:nvGrpSpPr>
              <p:cNvPr id="114693" name="Group 24"/>
              <p:cNvGrpSpPr>
                <a:grpSpLocks/>
              </p:cNvGrpSpPr>
              <p:nvPr/>
            </p:nvGrpSpPr>
            <p:grpSpPr bwMode="auto">
              <a:xfrm>
                <a:off x="0" y="0"/>
                <a:ext cx="3685" cy="384"/>
                <a:chOff x="0" y="0"/>
                <a:chExt cx="3685" cy="384"/>
              </a:xfrm>
            </p:grpSpPr>
            <p:sp>
              <p:nvSpPr>
                <p:cNvPr id="114748" name="Rectangle 4"/>
                <p:cNvSpPr>
                  <a:spLocks noChangeArrowheads="1"/>
                </p:cNvSpPr>
                <p:nvPr/>
              </p:nvSpPr>
              <p:spPr bwMode="auto">
                <a:xfrm>
                  <a:off x="43" y="0"/>
                  <a:ext cx="35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chemeClr val="hlink"/>
                      </a:solidFill>
                    </a:rPr>
                    <a:t>需要新密钥</a:t>
                  </a:r>
                </a:p>
              </p:txBody>
            </p:sp>
            <p:sp>
              <p:nvSpPr>
                <p:cNvPr id="114749" name="Rectangle 23"/>
                <p:cNvSpPr>
                  <a:spLocks noChangeArrowheads="1"/>
                </p:cNvSpPr>
                <p:nvPr/>
              </p:nvSpPr>
              <p:spPr bwMode="auto">
                <a:xfrm>
                  <a:off x="0" y="0"/>
                  <a:ext cx="368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694" name="Group 26"/>
              <p:cNvGrpSpPr>
                <a:grpSpLocks/>
              </p:cNvGrpSpPr>
              <p:nvPr/>
            </p:nvGrpSpPr>
            <p:grpSpPr bwMode="auto">
              <a:xfrm>
                <a:off x="0" y="384"/>
                <a:ext cx="1209" cy="384"/>
                <a:chOff x="0" y="384"/>
                <a:chExt cx="1209" cy="384"/>
              </a:xfrm>
            </p:grpSpPr>
            <p:sp>
              <p:nvSpPr>
                <p:cNvPr id="114746" name="Rectangle 5"/>
                <p:cNvSpPr>
                  <a:spLocks noChangeArrowheads="1"/>
                </p:cNvSpPr>
                <p:nvPr/>
              </p:nvSpPr>
              <p:spPr bwMode="auto">
                <a:xfrm>
                  <a:off x="43" y="384"/>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HELLO</a:t>
                  </a:r>
                </a:p>
                <a:p>
                  <a:pPr algn="just"/>
                  <a:endParaRPr kumimoji="1" lang="en-US" altLang="zh-CN" sz="1200" b="1"/>
                </a:p>
              </p:txBody>
            </p:sp>
            <p:sp>
              <p:nvSpPr>
                <p:cNvPr id="114747" name="Rectangle 25"/>
                <p:cNvSpPr>
                  <a:spLocks noChangeArrowheads="1"/>
                </p:cNvSpPr>
                <p:nvPr/>
              </p:nvSpPr>
              <p:spPr bwMode="auto">
                <a:xfrm>
                  <a:off x="0" y="384"/>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695" name="Group 28"/>
              <p:cNvGrpSpPr>
                <a:grpSpLocks/>
              </p:cNvGrpSpPr>
              <p:nvPr/>
            </p:nvGrpSpPr>
            <p:grpSpPr bwMode="auto">
              <a:xfrm>
                <a:off x="1209" y="384"/>
                <a:ext cx="518" cy="384"/>
                <a:chOff x="1209" y="384"/>
                <a:chExt cx="518" cy="384"/>
              </a:xfrm>
            </p:grpSpPr>
            <p:sp>
              <p:nvSpPr>
                <p:cNvPr id="114744" name="Rectangle 6"/>
                <p:cNvSpPr>
                  <a:spLocks noChangeArrowheads="1"/>
                </p:cNvSpPr>
                <p:nvPr/>
              </p:nvSpPr>
              <p:spPr bwMode="auto">
                <a:xfrm>
                  <a:off x="1252" y="38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4745" name="Rectangle 27"/>
                <p:cNvSpPr>
                  <a:spLocks noChangeArrowheads="1"/>
                </p:cNvSpPr>
                <p:nvPr/>
              </p:nvSpPr>
              <p:spPr bwMode="auto">
                <a:xfrm>
                  <a:off x="1209" y="384"/>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696" name="Group 30"/>
              <p:cNvGrpSpPr>
                <a:grpSpLocks/>
              </p:cNvGrpSpPr>
              <p:nvPr/>
            </p:nvGrpSpPr>
            <p:grpSpPr bwMode="auto">
              <a:xfrm>
                <a:off x="1727" y="384"/>
                <a:ext cx="1958" cy="384"/>
                <a:chOff x="1727" y="384"/>
                <a:chExt cx="1958" cy="384"/>
              </a:xfrm>
            </p:grpSpPr>
            <p:sp>
              <p:nvSpPr>
                <p:cNvPr id="114742" name="Rectangle 7"/>
                <p:cNvSpPr>
                  <a:spLocks noChangeArrowheads="1"/>
                </p:cNvSpPr>
                <p:nvPr/>
              </p:nvSpPr>
              <p:spPr bwMode="auto">
                <a:xfrm>
                  <a:off x="1770" y="38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challenge, cipher_specs</a:t>
                  </a:r>
                </a:p>
                <a:p>
                  <a:pPr algn="just"/>
                  <a:endParaRPr kumimoji="1" lang="en-US" altLang="zh-CN" sz="1200" b="1"/>
                </a:p>
              </p:txBody>
            </p:sp>
            <p:sp>
              <p:nvSpPr>
                <p:cNvPr id="114743" name="Rectangle 29"/>
                <p:cNvSpPr>
                  <a:spLocks noChangeArrowheads="1"/>
                </p:cNvSpPr>
                <p:nvPr/>
              </p:nvSpPr>
              <p:spPr bwMode="auto">
                <a:xfrm>
                  <a:off x="1727" y="384"/>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697" name="Group 32"/>
              <p:cNvGrpSpPr>
                <a:grpSpLocks/>
              </p:cNvGrpSpPr>
              <p:nvPr/>
            </p:nvGrpSpPr>
            <p:grpSpPr bwMode="auto">
              <a:xfrm>
                <a:off x="0" y="768"/>
                <a:ext cx="1209" cy="384"/>
                <a:chOff x="0" y="768"/>
                <a:chExt cx="1209" cy="384"/>
              </a:xfrm>
            </p:grpSpPr>
            <p:sp>
              <p:nvSpPr>
                <p:cNvPr id="114740" name="Rectangle 8"/>
                <p:cNvSpPr>
                  <a:spLocks noChangeArrowheads="1"/>
                </p:cNvSpPr>
                <p:nvPr/>
              </p:nvSpPr>
              <p:spPr bwMode="auto">
                <a:xfrm>
                  <a:off x="43" y="768"/>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HELLO</a:t>
                  </a:r>
                </a:p>
                <a:p>
                  <a:pPr algn="just"/>
                  <a:endParaRPr kumimoji="1" lang="en-US" altLang="zh-CN" sz="1200" b="1"/>
                </a:p>
              </p:txBody>
            </p:sp>
            <p:sp>
              <p:nvSpPr>
                <p:cNvPr id="114741" name="Rectangle 31"/>
                <p:cNvSpPr>
                  <a:spLocks noChangeArrowheads="1"/>
                </p:cNvSpPr>
                <p:nvPr/>
              </p:nvSpPr>
              <p:spPr bwMode="auto">
                <a:xfrm>
                  <a:off x="0" y="768"/>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698" name="Group 34"/>
              <p:cNvGrpSpPr>
                <a:grpSpLocks/>
              </p:cNvGrpSpPr>
              <p:nvPr/>
            </p:nvGrpSpPr>
            <p:grpSpPr bwMode="auto">
              <a:xfrm>
                <a:off x="1209" y="768"/>
                <a:ext cx="518" cy="384"/>
                <a:chOff x="1209" y="768"/>
                <a:chExt cx="518" cy="384"/>
              </a:xfrm>
            </p:grpSpPr>
            <p:sp>
              <p:nvSpPr>
                <p:cNvPr id="114738" name="Rectangle 9"/>
                <p:cNvSpPr>
                  <a:spLocks noChangeArrowheads="1"/>
                </p:cNvSpPr>
                <p:nvPr/>
              </p:nvSpPr>
              <p:spPr bwMode="auto">
                <a:xfrm>
                  <a:off x="1252" y="76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4739" name="Rectangle 33"/>
                <p:cNvSpPr>
                  <a:spLocks noChangeArrowheads="1"/>
                </p:cNvSpPr>
                <p:nvPr/>
              </p:nvSpPr>
              <p:spPr bwMode="auto">
                <a:xfrm>
                  <a:off x="1209" y="768"/>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699" name="Group 36"/>
              <p:cNvGrpSpPr>
                <a:grpSpLocks/>
              </p:cNvGrpSpPr>
              <p:nvPr/>
            </p:nvGrpSpPr>
            <p:grpSpPr bwMode="auto">
              <a:xfrm>
                <a:off x="1727" y="768"/>
                <a:ext cx="1958" cy="384"/>
                <a:chOff x="1727" y="768"/>
                <a:chExt cx="1958" cy="384"/>
              </a:xfrm>
            </p:grpSpPr>
            <p:sp>
              <p:nvSpPr>
                <p:cNvPr id="114736" name="Rectangle 10"/>
                <p:cNvSpPr>
                  <a:spLocks noChangeArrowheads="1"/>
                </p:cNvSpPr>
                <p:nvPr/>
              </p:nvSpPr>
              <p:spPr bwMode="auto">
                <a:xfrm>
                  <a:off x="1770" y="76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connection-id,server_certificate,cipher_specs</a:t>
                  </a:r>
                </a:p>
                <a:p>
                  <a:pPr algn="just"/>
                  <a:endParaRPr kumimoji="1" lang="en-US" altLang="zh-CN" sz="1200" b="1"/>
                </a:p>
              </p:txBody>
            </p:sp>
            <p:sp>
              <p:nvSpPr>
                <p:cNvPr id="114737" name="Rectangle 35"/>
                <p:cNvSpPr>
                  <a:spLocks noChangeArrowheads="1"/>
                </p:cNvSpPr>
                <p:nvPr/>
              </p:nvSpPr>
              <p:spPr bwMode="auto">
                <a:xfrm>
                  <a:off x="1727" y="768"/>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0" name="Group 38"/>
              <p:cNvGrpSpPr>
                <a:grpSpLocks/>
              </p:cNvGrpSpPr>
              <p:nvPr/>
            </p:nvGrpSpPr>
            <p:grpSpPr bwMode="auto">
              <a:xfrm>
                <a:off x="0" y="1152"/>
                <a:ext cx="1209" cy="384"/>
                <a:chOff x="0" y="1152"/>
                <a:chExt cx="1209" cy="384"/>
              </a:xfrm>
            </p:grpSpPr>
            <p:sp>
              <p:nvSpPr>
                <p:cNvPr id="114734" name="Rectangle 11"/>
                <p:cNvSpPr>
                  <a:spLocks noChangeArrowheads="1"/>
                </p:cNvSpPr>
                <p:nvPr/>
              </p:nvSpPr>
              <p:spPr bwMode="auto">
                <a:xfrm>
                  <a:off x="43" y="1152"/>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MASTER</a:t>
                  </a:r>
                  <a:r>
                    <a:rPr kumimoji="1" lang="zh-CN" altLang="en-US" sz="1200" b="1"/>
                    <a:t>－</a:t>
                  </a:r>
                  <a:r>
                    <a:rPr kumimoji="1" lang="en-US" altLang="zh-CN" sz="1200" b="1"/>
                    <a:t>KEY</a:t>
                  </a:r>
                </a:p>
                <a:p>
                  <a:pPr algn="just"/>
                  <a:endParaRPr kumimoji="1" lang="en-US" altLang="zh-CN" sz="1200" b="1"/>
                </a:p>
              </p:txBody>
            </p:sp>
            <p:sp>
              <p:nvSpPr>
                <p:cNvPr id="114735" name="Rectangle 37"/>
                <p:cNvSpPr>
                  <a:spLocks noChangeArrowheads="1"/>
                </p:cNvSpPr>
                <p:nvPr/>
              </p:nvSpPr>
              <p:spPr bwMode="auto">
                <a:xfrm>
                  <a:off x="0" y="1152"/>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1" name="Group 40"/>
              <p:cNvGrpSpPr>
                <a:grpSpLocks/>
              </p:cNvGrpSpPr>
              <p:nvPr/>
            </p:nvGrpSpPr>
            <p:grpSpPr bwMode="auto">
              <a:xfrm>
                <a:off x="1209" y="1152"/>
                <a:ext cx="518" cy="384"/>
                <a:chOff x="1209" y="1152"/>
                <a:chExt cx="518" cy="384"/>
              </a:xfrm>
            </p:grpSpPr>
            <p:sp>
              <p:nvSpPr>
                <p:cNvPr id="114732" name="Rectangle 12"/>
                <p:cNvSpPr>
                  <a:spLocks noChangeArrowheads="1"/>
                </p:cNvSpPr>
                <p:nvPr/>
              </p:nvSpPr>
              <p:spPr bwMode="auto">
                <a:xfrm>
                  <a:off x="1252" y="1152"/>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4733" name="Rectangle 39"/>
                <p:cNvSpPr>
                  <a:spLocks noChangeArrowheads="1"/>
                </p:cNvSpPr>
                <p:nvPr/>
              </p:nvSpPr>
              <p:spPr bwMode="auto">
                <a:xfrm>
                  <a:off x="1209" y="1152"/>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2" name="Group 42"/>
              <p:cNvGrpSpPr>
                <a:grpSpLocks/>
              </p:cNvGrpSpPr>
              <p:nvPr/>
            </p:nvGrpSpPr>
            <p:grpSpPr bwMode="auto">
              <a:xfrm>
                <a:off x="1727" y="1152"/>
                <a:ext cx="1958" cy="384"/>
                <a:chOff x="1727" y="1152"/>
                <a:chExt cx="1958" cy="384"/>
              </a:xfrm>
            </p:grpSpPr>
            <p:sp>
              <p:nvSpPr>
                <p:cNvPr id="114730" name="Rectangle 13"/>
                <p:cNvSpPr>
                  <a:spLocks noChangeArrowheads="1"/>
                </p:cNvSpPr>
                <p:nvPr/>
              </p:nvSpPr>
              <p:spPr bwMode="auto">
                <a:xfrm>
                  <a:off x="1770" y="1152"/>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Eserver_public_key[master_key]</a:t>
                  </a:r>
                </a:p>
                <a:p>
                  <a:pPr algn="just"/>
                  <a:endParaRPr kumimoji="1" lang="en-US" altLang="zh-CN" sz="1200" b="1"/>
                </a:p>
              </p:txBody>
            </p:sp>
            <p:sp>
              <p:nvSpPr>
                <p:cNvPr id="114731" name="Rectangle 41"/>
                <p:cNvSpPr>
                  <a:spLocks noChangeArrowheads="1"/>
                </p:cNvSpPr>
                <p:nvPr/>
              </p:nvSpPr>
              <p:spPr bwMode="auto">
                <a:xfrm>
                  <a:off x="1727" y="1152"/>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3" name="Group 44"/>
              <p:cNvGrpSpPr>
                <a:grpSpLocks/>
              </p:cNvGrpSpPr>
              <p:nvPr/>
            </p:nvGrpSpPr>
            <p:grpSpPr bwMode="auto">
              <a:xfrm>
                <a:off x="0" y="1536"/>
                <a:ext cx="1209" cy="384"/>
                <a:chOff x="0" y="1536"/>
                <a:chExt cx="1209" cy="384"/>
              </a:xfrm>
            </p:grpSpPr>
            <p:sp>
              <p:nvSpPr>
                <p:cNvPr id="114728" name="Rectangle 14"/>
                <p:cNvSpPr>
                  <a:spLocks noChangeArrowheads="1"/>
                </p:cNvSpPr>
                <p:nvPr/>
              </p:nvSpPr>
              <p:spPr bwMode="auto">
                <a:xfrm>
                  <a:off x="43" y="1536"/>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FINISH</a:t>
                  </a:r>
                </a:p>
                <a:p>
                  <a:pPr algn="just"/>
                  <a:endParaRPr kumimoji="1" lang="en-US" altLang="zh-CN" sz="1200" b="1"/>
                </a:p>
              </p:txBody>
            </p:sp>
            <p:sp>
              <p:nvSpPr>
                <p:cNvPr id="114729" name="Rectangle 43"/>
                <p:cNvSpPr>
                  <a:spLocks noChangeArrowheads="1"/>
                </p:cNvSpPr>
                <p:nvPr/>
              </p:nvSpPr>
              <p:spPr bwMode="auto">
                <a:xfrm>
                  <a:off x="0" y="1536"/>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4" name="Group 46"/>
              <p:cNvGrpSpPr>
                <a:grpSpLocks/>
              </p:cNvGrpSpPr>
              <p:nvPr/>
            </p:nvGrpSpPr>
            <p:grpSpPr bwMode="auto">
              <a:xfrm>
                <a:off x="1209" y="1536"/>
                <a:ext cx="518" cy="384"/>
                <a:chOff x="1209" y="1536"/>
                <a:chExt cx="518" cy="384"/>
              </a:xfrm>
            </p:grpSpPr>
            <p:sp>
              <p:nvSpPr>
                <p:cNvPr id="114726" name="Rectangle 15"/>
                <p:cNvSpPr>
                  <a:spLocks noChangeArrowheads="1"/>
                </p:cNvSpPr>
                <p:nvPr/>
              </p:nvSpPr>
              <p:spPr bwMode="auto">
                <a:xfrm>
                  <a:off x="1252" y="1536"/>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4727" name="Rectangle 45"/>
                <p:cNvSpPr>
                  <a:spLocks noChangeArrowheads="1"/>
                </p:cNvSpPr>
                <p:nvPr/>
              </p:nvSpPr>
              <p:spPr bwMode="auto">
                <a:xfrm>
                  <a:off x="1209" y="1536"/>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5" name="Group 48"/>
              <p:cNvGrpSpPr>
                <a:grpSpLocks/>
              </p:cNvGrpSpPr>
              <p:nvPr/>
            </p:nvGrpSpPr>
            <p:grpSpPr bwMode="auto">
              <a:xfrm>
                <a:off x="1727" y="1536"/>
                <a:ext cx="1958" cy="384"/>
                <a:chOff x="1727" y="1536"/>
                <a:chExt cx="1958" cy="384"/>
              </a:xfrm>
            </p:grpSpPr>
            <p:sp>
              <p:nvSpPr>
                <p:cNvPr id="114724" name="Rectangle 16"/>
                <p:cNvSpPr>
                  <a:spLocks noChangeArrowheads="1"/>
                </p:cNvSpPr>
                <p:nvPr/>
              </p:nvSpPr>
              <p:spPr bwMode="auto">
                <a:xfrm>
                  <a:off x="1770" y="1536"/>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Eclient_write_key[connection-id]</a:t>
                  </a:r>
                </a:p>
                <a:p>
                  <a:pPr algn="just"/>
                  <a:endParaRPr kumimoji="1" lang="en-US" altLang="zh-CN" sz="1200" b="1"/>
                </a:p>
              </p:txBody>
            </p:sp>
            <p:sp>
              <p:nvSpPr>
                <p:cNvPr id="114725" name="Rectangle 47"/>
                <p:cNvSpPr>
                  <a:spLocks noChangeArrowheads="1"/>
                </p:cNvSpPr>
                <p:nvPr/>
              </p:nvSpPr>
              <p:spPr bwMode="auto">
                <a:xfrm>
                  <a:off x="1727" y="1536"/>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6" name="Group 50"/>
              <p:cNvGrpSpPr>
                <a:grpSpLocks/>
              </p:cNvGrpSpPr>
              <p:nvPr/>
            </p:nvGrpSpPr>
            <p:grpSpPr bwMode="auto">
              <a:xfrm>
                <a:off x="0" y="1920"/>
                <a:ext cx="1209" cy="384"/>
                <a:chOff x="0" y="1920"/>
                <a:chExt cx="1209" cy="384"/>
              </a:xfrm>
            </p:grpSpPr>
            <p:sp>
              <p:nvSpPr>
                <p:cNvPr id="114722" name="Rectangle 17"/>
                <p:cNvSpPr>
                  <a:spLocks noChangeArrowheads="1"/>
                </p:cNvSpPr>
                <p:nvPr/>
              </p:nvSpPr>
              <p:spPr bwMode="auto">
                <a:xfrm>
                  <a:off x="43" y="1920"/>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VERIFY</a:t>
                  </a:r>
                </a:p>
                <a:p>
                  <a:pPr algn="just"/>
                  <a:endParaRPr kumimoji="1" lang="en-US" altLang="zh-CN" sz="1200" b="1"/>
                </a:p>
              </p:txBody>
            </p:sp>
            <p:sp>
              <p:nvSpPr>
                <p:cNvPr id="114723" name="Rectangle 49"/>
                <p:cNvSpPr>
                  <a:spLocks noChangeArrowheads="1"/>
                </p:cNvSpPr>
                <p:nvPr/>
              </p:nvSpPr>
              <p:spPr bwMode="auto">
                <a:xfrm>
                  <a:off x="0" y="1920"/>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7" name="Group 52"/>
              <p:cNvGrpSpPr>
                <a:grpSpLocks/>
              </p:cNvGrpSpPr>
              <p:nvPr/>
            </p:nvGrpSpPr>
            <p:grpSpPr bwMode="auto">
              <a:xfrm>
                <a:off x="1209" y="1920"/>
                <a:ext cx="518" cy="384"/>
                <a:chOff x="1209" y="1920"/>
                <a:chExt cx="518" cy="384"/>
              </a:xfrm>
            </p:grpSpPr>
            <p:sp>
              <p:nvSpPr>
                <p:cNvPr id="114720" name="Rectangle 18"/>
                <p:cNvSpPr>
                  <a:spLocks noChangeArrowheads="1"/>
                </p:cNvSpPr>
                <p:nvPr/>
              </p:nvSpPr>
              <p:spPr bwMode="auto">
                <a:xfrm>
                  <a:off x="1252" y="192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4721" name="Rectangle 51"/>
                <p:cNvSpPr>
                  <a:spLocks noChangeArrowheads="1"/>
                </p:cNvSpPr>
                <p:nvPr/>
              </p:nvSpPr>
              <p:spPr bwMode="auto">
                <a:xfrm>
                  <a:off x="1209" y="1920"/>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8" name="Group 54"/>
              <p:cNvGrpSpPr>
                <a:grpSpLocks/>
              </p:cNvGrpSpPr>
              <p:nvPr/>
            </p:nvGrpSpPr>
            <p:grpSpPr bwMode="auto">
              <a:xfrm>
                <a:off x="1727" y="1920"/>
                <a:ext cx="1958" cy="384"/>
                <a:chOff x="1727" y="1920"/>
                <a:chExt cx="1958" cy="384"/>
              </a:xfrm>
            </p:grpSpPr>
            <p:sp>
              <p:nvSpPr>
                <p:cNvPr id="114718" name="Rectangle 19"/>
                <p:cNvSpPr>
                  <a:spLocks noChangeArrowheads="1"/>
                </p:cNvSpPr>
                <p:nvPr/>
              </p:nvSpPr>
              <p:spPr bwMode="auto">
                <a:xfrm>
                  <a:off x="1770" y="1920"/>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Eserver_write_key[challenge]</a:t>
                  </a:r>
                </a:p>
                <a:p>
                  <a:pPr algn="just"/>
                  <a:endParaRPr kumimoji="1" lang="en-US" altLang="zh-CN" sz="1200" b="1"/>
                </a:p>
              </p:txBody>
            </p:sp>
            <p:sp>
              <p:nvSpPr>
                <p:cNvPr id="114719" name="Rectangle 53"/>
                <p:cNvSpPr>
                  <a:spLocks noChangeArrowheads="1"/>
                </p:cNvSpPr>
                <p:nvPr/>
              </p:nvSpPr>
              <p:spPr bwMode="auto">
                <a:xfrm>
                  <a:off x="1727" y="1920"/>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09" name="Group 56"/>
              <p:cNvGrpSpPr>
                <a:grpSpLocks/>
              </p:cNvGrpSpPr>
              <p:nvPr/>
            </p:nvGrpSpPr>
            <p:grpSpPr bwMode="auto">
              <a:xfrm>
                <a:off x="0" y="2304"/>
                <a:ext cx="1209" cy="384"/>
                <a:chOff x="0" y="2304"/>
                <a:chExt cx="1209" cy="384"/>
              </a:xfrm>
            </p:grpSpPr>
            <p:sp>
              <p:nvSpPr>
                <p:cNvPr id="114716" name="Rectangle 20"/>
                <p:cNvSpPr>
                  <a:spLocks noChangeArrowheads="1"/>
                </p:cNvSpPr>
                <p:nvPr/>
              </p:nvSpPr>
              <p:spPr bwMode="auto">
                <a:xfrm>
                  <a:off x="43" y="2304"/>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FINISH</a:t>
                  </a:r>
                </a:p>
                <a:p>
                  <a:pPr algn="just"/>
                  <a:endParaRPr kumimoji="1" lang="en-US" altLang="zh-CN" sz="1200" b="1"/>
                </a:p>
              </p:txBody>
            </p:sp>
            <p:sp>
              <p:nvSpPr>
                <p:cNvPr id="114717" name="Rectangle 55"/>
                <p:cNvSpPr>
                  <a:spLocks noChangeArrowheads="1"/>
                </p:cNvSpPr>
                <p:nvPr/>
              </p:nvSpPr>
              <p:spPr bwMode="auto">
                <a:xfrm>
                  <a:off x="0" y="2304"/>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10" name="Group 58"/>
              <p:cNvGrpSpPr>
                <a:grpSpLocks/>
              </p:cNvGrpSpPr>
              <p:nvPr/>
            </p:nvGrpSpPr>
            <p:grpSpPr bwMode="auto">
              <a:xfrm>
                <a:off x="1209" y="2304"/>
                <a:ext cx="518" cy="384"/>
                <a:chOff x="1209" y="2304"/>
                <a:chExt cx="518" cy="384"/>
              </a:xfrm>
            </p:grpSpPr>
            <p:sp>
              <p:nvSpPr>
                <p:cNvPr id="114714" name="Rectangle 21"/>
                <p:cNvSpPr>
                  <a:spLocks noChangeArrowheads="1"/>
                </p:cNvSpPr>
                <p:nvPr/>
              </p:nvSpPr>
              <p:spPr bwMode="auto">
                <a:xfrm>
                  <a:off x="1252" y="230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4715" name="Rectangle 57"/>
                <p:cNvSpPr>
                  <a:spLocks noChangeArrowheads="1"/>
                </p:cNvSpPr>
                <p:nvPr/>
              </p:nvSpPr>
              <p:spPr bwMode="auto">
                <a:xfrm>
                  <a:off x="1209" y="2304"/>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4711" name="Group 60"/>
              <p:cNvGrpSpPr>
                <a:grpSpLocks/>
              </p:cNvGrpSpPr>
              <p:nvPr/>
            </p:nvGrpSpPr>
            <p:grpSpPr bwMode="auto">
              <a:xfrm>
                <a:off x="1727" y="2304"/>
                <a:ext cx="1958" cy="384"/>
                <a:chOff x="1727" y="2304"/>
                <a:chExt cx="1958" cy="384"/>
              </a:xfrm>
            </p:grpSpPr>
            <p:sp>
              <p:nvSpPr>
                <p:cNvPr id="114712" name="Rectangle 22"/>
                <p:cNvSpPr>
                  <a:spLocks noChangeArrowheads="1"/>
                </p:cNvSpPr>
                <p:nvPr/>
              </p:nvSpPr>
              <p:spPr bwMode="auto">
                <a:xfrm>
                  <a:off x="1770" y="230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Eserver_write_key[new_session_id]</a:t>
                  </a:r>
                </a:p>
                <a:p>
                  <a:pPr algn="just"/>
                  <a:endParaRPr kumimoji="1" lang="en-US" altLang="zh-CN" sz="1200" b="1"/>
                </a:p>
              </p:txBody>
            </p:sp>
            <p:sp>
              <p:nvSpPr>
                <p:cNvPr id="114713" name="Rectangle 59"/>
                <p:cNvSpPr>
                  <a:spLocks noChangeArrowheads="1"/>
                </p:cNvSpPr>
                <p:nvPr/>
              </p:nvSpPr>
              <p:spPr bwMode="auto">
                <a:xfrm>
                  <a:off x="1727" y="2304"/>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14692" name="Rectangle 62"/>
            <p:cNvSpPr>
              <a:spLocks noChangeArrowheads="1"/>
            </p:cNvSpPr>
            <p:nvPr/>
          </p:nvSpPr>
          <p:spPr bwMode="auto">
            <a:xfrm>
              <a:off x="-3" y="-3"/>
              <a:ext cx="3691" cy="269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63" name="Rectangle 4"/>
          <p:cNvSpPr>
            <a:spLocks noGrp="1" noChangeArrowheads="1"/>
          </p:cNvSpPr>
          <p:nvPr>
            <p:ph type="title"/>
          </p:nvPr>
        </p:nvSpPr>
        <p:spPr>
          <a:xfrm>
            <a:off x="0" y="0"/>
            <a:ext cx="7772400" cy="661481"/>
          </a:xfrm>
          <a:noFill/>
        </p:spPr>
        <p:txBody>
          <a:bodyPr anchor="ctr"/>
          <a:lstStyle/>
          <a:p>
            <a:pPr eaLnBrk="1" hangingPunct="1"/>
            <a:r>
              <a:rPr lang="zh-CN" altLang="en-US" sz="3200" dirty="0"/>
              <a:t>握手协议定义的消息类型</a:t>
            </a:r>
            <a:r>
              <a:rPr lang="en-US" altLang="zh-CN" sz="3200" dirty="0"/>
              <a:t>(2)</a:t>
            </a:r>
          </a:p>
        </p:txBody>
      </p:sp>
    </p:spTree>
    <p:extLst>
      <p:ext uri="{BB962C8B-B14F-4D97-AF65-F5344CB8AC3E}">
        <p14:creationId xmlns:p14="http://schemas.microsoft.com/office/powerpoint/2010/main" val="76174227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Group 72"/>
          <p:cNvGrpSpPr>
            <a:grpSpLocks/>
          </p:cNvGrpSpPr>
          <p:nvPr/>
        </p:nvGrpSpPr>
        <p:grpSpPr bwMode="auto">
          <a:xfrm>
            <a:off x="1297021" y="1167320"/>
            <a:ext cx="8763000" cy="3586163"/>
            <a:chOff x="-3" y="-3"/>
            <a:chExt cx="3691" cy="3078"/>
          </a:xfrm>
        </p:grpSpPr>
        <p:grpSp>
          <p:nvGrpSpPr>
            <p:cNvPr id="115715" name="Group 70"/>
            <p:cNvGrpSpPr>
              <a:grpSpLocks/>
            </p:cNvGrpSpPr>
            <p:nvPr/>
          </p:nvGrpSpPr>
          <p:grpSpPr bwMode="auto">
            <a:xfrm>
              <a:off x="0" y="0"/>
              <a:ext cx="3685" cy="3072"/>
              <a:chOff x="0" y="0"/>
              <a:chExt cx="3685" cy="3072"/>
            </a:xfrm>
          </p:grpSpPr>
          <p:grpSp>
            <p:nvGrpSpPr>
              <p:cNvPr id="115717" name="Group 27"/>
              <p:cNvGrpSpPr>
                <a:grpSpLocks/>
              </p:cNvGrpSpPr>
              <p:nvPr/>
            </p:nvGrpSpPr>
            <p:grpSpPr bwMode="auto">
              <a:xfrm>
                <a:off x="0" y="0"/>
                <a:ext cx="3685" cy="384"/>
                <a:chOff x="0" y="0"/>
                <a:chExt cx="3685" cy="384"/>
              </a:xfrm>
            </p:grpSpPr>
            <p:sp>
              <p:nvSpPr>
                <p:cNvPr id="115781" name="Rectangle 4"/>
                <p:cNvSpPr>
                  <a:spLocks noChangeArrowheads="1"/>
                </p:cNvSpPr>
                <p:nvPr/>
              </p:nvSpPr>
              <p:spPr bwMode="auto">
                <a:xfrm>
                  <a:off x="43" y="0"/>
                  <a:ext cx="35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chemeClr val="hlink"/>
                      </a:solidFill>
                    </a:rPr>
                    <a:t>需要客户认证</a:t>
                  </a:r>
                </a:p>
                <a:p>
                  <a:pPr algn="ctr"/>
                  <a:endParaRPr kumimoji="1" lang="en-US" altLang="zh-CN" sz="1600" b="1"/>
                </a:p>
              </p:txBody>
            </p:sp>
            <p:sp>
              <p:nvSpPr>
                <p:cNvPr id="115782" name="Rectangle 26"/>
                <p:cNvSpPr>
                  <a:spLocks noChangeArrowheads="1"/>
                </p:cNvSpPr>
                <p:nvPr/>
              </p:nvSpPr>
              <p:spPr bwMode="auto">
                <a:xfrm>
                  <a:off x="0" y="0"/>
                  <a:ext cx="368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18" name="Group 29"/>
              <p:cNvGrpSpPr>
                <a:grpSpLocks/>
              </p:cNvGrpSpPr>
              <p:nvPr/>
            </p:nvGrpSpPr>
            <p:grpSpPr bwMode="auto">
              <a:xfrm>
                <a:off x="0" y="384"/>
                <a:ext cx="1209" cy="384"/>
                <a:chOff x="0" y="384"/>
                <a:chExt cx="1209" cy="384"/>
              </a:xfrm>
            </p:grpSpPr>
            <p:sp>
              <p:nvSpPr>
                <p:cNvPr id="115779" name="Rectangle 5"/>
                <p:cNvSpPr>
                  <a:spLocks noChangeArrowheads="1"/>
                </p:cNvSpPr>
                <p:nvPr/>
              </p:nvSpPr>
              <p:spPr bwMode="auto">
                <a:xfrm>
                  <a:off x="43" y="384"/>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HELLO</a:t>
                  </a:r>
                </a:p>
                <a:p>
                  <a:pPr algn="just"/>
                  <a:endParaRPr kumimoji="1" lang="en-US" altLang="zh-CN" sz="1200" b="1"/>
                </a:p>
              </p:txBody>
            </p:sp>
            <p:sp>
              <p:nvSpPr>
                <p:cNvPr id="115780" name="Rectangle 28"/>
                <p:cNvSpPr>
                  <a:spLocks noChangeArrowheads="1"/>
                </p:cNvSpPr>
                <p:nvPr/>
              </p:nvSpPr>
              <p:spPr bwMode="auto">
                <a:xfrm>
                  <a:off x="0" y="384"/>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19" name="Group 31"/>
              <p:cNvGrpSpPr>
                <a:grpSpLocks/>
              </p:cNvGrpSpPr>
              <p:nvPr/>
            </p:nvGrpSpPr>
            <p:grpSpPr bwMode="auto">
              <a:xfrm>
                <a:off x="1209" y="384"/>
                <a:ext cx="518" cy="384"/>
                <a:chOff x="1209" y="384"/>
                <a:chExt cx="518" cy="384"/>
              </a:xfrm>
            </p:grpSpPr>
            <p:sp>
              <p:nvSpPr>
                <p:cNvPr id="115777" name="Rectangle 6"/>
                <p:cNvSpPr>
                  <a:spLocks noChangeArrowheads="1"/>
                </p:cNvSpPr>
                <p:nvPr/>
              </p:nvSpPr>
              <p:spPr bwMode="auto">
                <a:xfrm>
                  <a:off x="1252" y="38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5778" name="Rectangle 30"/>
                <p:cNvSpPr>
                  <a:spLocks noChangeArrowheads="1"/>
                </p:cNvSpPr>
                <p:nvPr/>
              </p:nvSpPr>
              <p:spPr bwMode="auto">
                <a:xfrm>
                  <a:off x="1209" y="384"/>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0" name="Group 33"/>
              <p:cNvGrpSpPr>
                <a:grpSpLocks/>
              </p:cNvGrpSpPr>
              <p:nvPr/>
            </p:nvGrpSpPr>
            <p:grpSpPr bwMode="auto">
              <a:xfrm>
                <a:off x="1727" y="384"/>
                <a:ext cx="1958" cy="384"/>
                <a:chOff x="1727" y="384"/>
                <a:chExt cx="1958" cy="384"/>
              </a:xfrm>
            </p:grpSpPr>
            <p:sp>
              <p:nvSpPr>
                <p:cNvPr id="115775" name="Rectangle 7"/>
                <p:cNvSpPr>
                  <a:spLocks noChangeArrowheads="1"/>
                </p:cNvSpPr>
                <p:nvPr/>
              </p:nvSpPr>
              <p:spPr bwMode="auto">
                <a:xfrm>
                  <a:off x="1770" y="38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challenge, session_id, cipher_specs</a:t>
                  </a:r>
                </a:p>
                <a:p>
                  <a:pPr algn="just"/>
                  <a:endParaRPr kumimoji="1" lang="en-US" altLang="zh-CN" sz="1200" b="1"/>
                </a:p>
              </p:txBody>
            </p:sp>
            <p:sp>
              <p:nvSpPr>
                <p:cNvPr id="115776" name="Rectangle 32"/>
                <p:cNvSpPr>
                  <a:spLocks noChangeArrowheads="1"/>
                </p:cNvSpPr>
                <p:nvPr/>
              </p:nvSpPr>
              <p:spPr bwMode="auto">
                <a:xfrm>
                  <a:off x="1727" y="384"/>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1" name="Group 35"/>
              <p:cNvGrpSpPr>
                <a:grpSpLocks/>
              </p:cNvGrpSpPr>
              <p:nvPr/>
            </p:nvGrpSpPr>
            <p:grpSpPr bwMode="auto">
              <a:xfrm>
                <a:off x="0" y="768"/>
                <a:ext cx="1209" cy="384"/>
                <a:chOff x="0" y="768"/>
                <a:chExt cx="1209" cy="384"/>
              </a:xfrm>
            </p:grpSpPr>
            <p:sp>
              <p:nvSpPr>
                <p:cNvPr id="115773" name="Rectangle 8"/>
                <p:cNvSpPr>
                  <a:spLocks noChangeArrowheads="1"/>
                </p:cNvSpPr>
                <p:nvPr/>
              </p:nvSpPr>
              <p:spPr bwMode="auto">
                <a:xfrm>
                  <a:off x="43" y="768"/>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HELLO</a:t>
                  </a:r>
                </a:p>
                <a:p>
                  <a:pPr algn="just"/>
                  <a:endParaRPr kumimoji="1" lang="en-US" altLang="zh-CN" sz="1200" b="1"/>
                </a:p>
              </p:txBody>
            </p:sp>
            <p:sp>
              <p:nvSpPr>
                <p:cNvPr id="115774" name="Rectangle 34"/>
                <p:cNvSpPr>
                  <a:spLocks noChangeArrowheads="1"/>
                </p:cNvSpPr>
                <p:nvPr/>
              </p:nvSpPr>
              <p:spPr bwMode="auto">
                <a:xfrm>
                  <a:off x="0" y="768"/>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2" name="Group 37"/>
              <p:cNvGrpSpPr>
                <a:grpSpLocks/>
              </p:cNvGrpSpPr>
              <p:nvPr/>
            </p:nvGrpSpPr>
            <p:grpSpPr bwMode="auto">
              <a:xfrm>
                <a:off x="1209" y="768"/>
                <a:ext cx="518" cy="384"/>
                <a:chOff x="1209" y="768"/>
                <a:chExt cx="518" cy="384"/>
              </a:xfrm>
            </p:grpSpPr>
            <p:sp>
              <p:nvSpPr>
                <p:cNvPr id="115771" name="Rectangle 9"/>
                <p:cNvSpPr>
                  <a:spLocks noChangeArrowheads="1"/>
                </p:cNvSpPr>
                <p:nvPr/>
              </p:nvSpPr>
              <p:spPr bwMode="auto">
                <a:xfrm>
                  <a:off x="1252" y="76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5772" name="Rectangle 36"/>
                <p:cNvSpPr>
                  <a:spLocks noChangeArrowheads="1"/>
                </p:cNvSpPr>
                <p:nvPr/>
              </p:nvSpPr>
              <p:spPr bwMode="auto">
                <a:xfrm>
                  <a:off x="1209" y="768"/>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3" name="Group 39"/>
              <p:cNvGrpSpPr>
                <a:grpSpLocks/>
              </p:cNvGrpSpPr>
              <p:nvPr/>
            </p:nvGrpSpPr>
            <p:grpSpPr bwMode="auto">
              <a:xfrm>
                <a:off x="1727" y="768"/>
                <a:ext cx="1958" cy="384"/>
                <a:chOff x="1727" y="768"/>
                <a:chExt cx="1958" cy="384"/>
              </a:xfrm>
            </p:grpSpPr>
            <p:sp>
              <p:nvSpPr>
                <p:cNvPr id="115769" name="Rectangle 10"/>
                <p:cNvSpPr>
                  <a:spLocks noChangeArrowheads="1"/>
                </p:cNvSpPr>
                <p:nvPr/>
              </p:nvSpPr>
              <p:spPr bwMode="auto">
                <a:xfrm>
                  <a:off x="1770" y="76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connection-id, session_id_hit</a:t>
                  </a:r>
                </a:p>
                <a:p>
                  <a:pPr algn="just"/>
                  <a:endParaRPr kumimoji="1" lang="en-US" altLang="zh-CN" sz="1200" b="1"/>
                </a:p>
              </p:txBody>
            </p:sp>
            <p:sp>
              <p:nvSpPr>
                <p:cNvPr id="115770" name="Rectangle 38"/>
                <p:cNvSpPr>
                  <a:spLocks noChangeArrowheads="1"/>
                </p:cNvSpPr>
                <p:nvPr/>
              </p:nvSpPr>
              <p:spPr bwMode="auto">
                <a:xfrm>
                  <a:off x="1727" y="768"/>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4" name="Group 41"/>
              <p:cNvGrpSpPr>
                <a:grpSpLocks/>
              </p:cNvGrpSpPr>
              <p:nvPr/>
            </p:nvGrpSpPr>
            <p:grpSpPr bwMode="auto">
              <a:xfrm>
                <a:off x="0" y="1152"/>
                <a:ext cx="1209" cy="384"/>
                <a:chOff x="0" y="1152"/>
                <a:chExt cx="1209" cy="384"/>
              </a:xfrm>
            </p:grpSpPr>
            <p:sp>
              <p:nvSpPr>
                <p:cNvPr id="115767" name="Rectangle 11"/>
                <p:cNvSpPr>
                  <a:spLocks noChangeArrowheads="1"/>
                </p:cNvSpPr>
                <p:nvPr/>
              </p:nvSpPr>
              <p:spPr bwMode="auto">
                <a:xfrm>
                  <a:off x="43" y="1152"/>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FINISH</a:t>
                  </a:r>
                </a:p>
                <a:p>
                  <a:pPr algn="just"/>
                  <a:endParaRPr kumimoji="1" lang="en-US" altLang="zh-CN" sz="1200" b="1"/>
                </a:p>
              </p:txBody>
            </p:sp>
            <p:sp>
              <p:nvSpPr>
                <p:cNvPr id="115768" name="Rectangle 40"/>
                <p:cNvSpPr>
                  <a:spLocks noChangeArrowheads="1"/>
                </p:cNvSpPr>
                <p:nvPr/>
              </p:nvSpPr>
              <p:spPr bwMode="auto">
                <a:xfrm>
                  <a:off x="0" y="1152"/>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5" name="Group 43"/>
              <p:cNvGrpSpPr>
                <a:grpSpLocks/>
              </p:cNvGrpSpPr>
              <p:nvPr/>
            </p:nvGrpSpPr>
            <p:grpSpPr bwMode="auto">
              <a:xfrm>
                <a:off x="1209" y="1152"/>
                <a:ext cx="518" cy="384"/>
                <a:chOff x="1209" y="1152"/>
                <a:chExt cx="518" cy="384"/>
              </a:xfrm>
            </p:grpSpPr>
            <p:sp>
              <p:nvSpPr>
                <p:cNvPr id="115765" name="Rectangle 12"/>
                <p:cNvSpPr>
                  <a:spLocks noChangeArrowheads="1"/>
                </p:cNvSpPr>
                <p:nvPr/>
              </p:nvSpPr>
              <p:spPr bwMode="auto">
                <a:xfrm>
                  <a:off x="1252" y="1152"/>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5766" name="Rectangle 42"/>
                <p:cNvSpPr>
                  <a:spLocks noChangeArrowheads="1"/>
                </p:cNvSpPr>
                <p:nvPr/>
              </p:nvSpPr>
              <p:spPr bwMode="auto">
                <a:xfrm>
                  <a:off x="1209" y="1152"/>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6" name="Group 45"/>
              <p:cNvGrpSpPr>
                <a:grpSpLocks/>
              </p:cNvGrpSpPr>
              <p:nvPr/>
            </p:nvGrpSpPr>
            <p:grpSpPr bwMode="auto">
              <a:xfrm>
                <a:off x="1727" y="1152"/>
                <a:ext cx="1958" cy="384"/>
                <a:chOff x="1727" y="1152"/>
                <a:chExt cx="1958" cy="384"/>
              </a:xfrm>
            </p:grpSpPr>
            <p:sp>
              <p:nvSpPr>
                <p:cNvPr id="115763" name="Rectangle 13"/>
                <p:cNvSpPr>
                  <a:spLocks noChangeArrowheads="1"/>
                </p:cNvSpPr>
                <p:nvPr/>
              </p:nvSpPr>
              <p:spPr bwMode="auto">
                <a:xfrm>
                  <a:off x="1770" y="1152"/>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Eclient_write_key[connection-id]</a:t>
                  </a:r>
                </a:p>
                <a:p>
                  <a:pPr algn="just"/>
                  <a:endParaRPr kumimoji="1" lang="en-US" altLang="zh-CN" sz="1200" b="1"/>
                </a:p>
              </p:txBody>
            </p:sp>
            <p:sp>
              <p:nvSpPr>
                <p:cNvPr id="115764" name="Rectangle 44"/>
                <p:cNvSpPr>
                  <a:spLocks noChangeArrowheads="1"/>
                </p:cNvSpPr>
                <p:nvPr/>
              </p:nvSpPr>
              <p:spPr bwMode="auto">
                <a:xfrm>
                  <a:off x="1727" y="1152"/>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7" name="Group 47"/>
              <p:cNvGrpSpPr>
                <a:grpSpLocks/>
              </p:cNvGrpSpPr>
              <p:nvPr/>
            </p:nvGrpSpPr>
            <p:grpSpPr bwMode="auto">
              <a:xfrm>
                <a:off x="0" y="1536"/>
                <a:ext cx="1209" cy="384"/>
                <a:chOff x="0" y="1536"/>
                <a:chExt cx="1209" cy="384"/>
              </a:xfrm>
            </p:grpSpPr>
            <p:sp>
              <p:nvSpPr>
                <p:cNvPr id="115761" name="Rectangle 14"/>
                <p:cNvSpPr>
                  <a:spLocks noChangeArrowheads="1"/>
                </p:cNvSpPr>
                <p:nvPr/>
              </p:nvSpPr>
              <p:spPr bwMode="auto">
                <a:xfrm>
                  <a:off x="43" y="1536"/>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SERVER-VERIFY</a:t>
                  </a:r>
                </a:p>
                <a:p>
                  <a:pPr algn="just"/>
                  <a:endParaRPr kumimoji="1" lang="en-US" altLang="zh-CN" sz="1200" b="1"/>
                </a:p>
              </p:txBody>
            </p:sp>
            <p:sp>
              <p:nvSpPr>
                <p:cNvPr id="115762" name="Rectangle 46"/>
                <p:cNvSpPr>
                  <a:spLocks noChangeArrowheads="1"/>
                </p:cNvSpPr>
                <p:nvPr/>
              </p:nvSpPr>
              <p:spPr bwMode="auto">
                <a:xfrm>
                  <a:off x="0" y="1536"/>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8" name="Group 49"/>
              <p:cNvGrpSpPr>
                <a:grpSpLocks/>
              </p:cNvGrpSpPr>
              <p:nvPr/>
            </p:nvGrpSpPr>
            <p:grpSpPr bwMode="auto">
              <a:xfrm>
                <a:off x="1209" y="1536"/>
                <a:ext cx="518" cy="384"/>
                <a:chOff x="1209" y="1536"/>
                <a:chExt cx="518" cy="384"/>
              </a:xfrm>
            </p:grpSpPr>
            <p:sp>
              <p:nvSpPr>
                <p:cNvPr id="115759" name="Rectangle 15"/>
                <p:cNvSpPr>
                  <a:spLocks noChangeArrowheads="1"/>
                </p:cNvSpPr>
                <p:nvPr/>
              </p:nvSpPr>
              <p:spPr bwMode="auto">
                <a:xfrm>
                  <a:off x="1252" y="1536"/>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5760" name="Rectangle 48"/>
                <p:cNvSpPr>
                  <a:spLocks noChangeArrowheads="1"/>
                </p:cNvSpPr>
                <p:nvPr/>
              </p:nvSpPr>
              <p:spPr bwMode="auto">
                <a:xfrm>
                  <a:off x="1209" y="1536"/>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29" name="Group 51"/>
              <p:cNvGrpSpPr>
                <a:grpSpLocks/>
              </p:cNvGrpSpPr>
              <p:nvPr/>
            </p:nvGrpSpPr>
            <p:grpSpPr bwMode="auto">
              <a:xfrm>
                <a:off x="1727" y="1536"/>
                <a:ext cx="1958" cy="384"/>
                <a:chOff x="1727" y="1536"/>
                <a:chExt cx="1958" cy="384"/>
              </a:xfrm>
            </p:grpSpPr>
            <p:sp>
              <p:nvSpPr>
                <p:cNvPr id="115757" name="Rectangle 16"/>
                <p:cNvSpPr>
                  <a:spLocks noChangeArrowheads="1"/>
                </p:cNvSpPr>
                <p:nvPr/>
              </p:nvSpPr>
              <p:spPr bwMode="auto">
                <a:xfrm>
                  <a:off x="1770" y="1536"/>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Eserver_write_key[challenge]</a:t>
                  </a:r>
                </a:p>
                <a:p>
                  <a:pPr algn="just"/>
                  <a:endParaRPr kumimoji="1" lang="en-US" altLang="zh-CN" sz="1200" b="1"/>
                </a:p>
              </p:txBody>
            </p:sp>
            <p:sp>
              <p:nvSpPr>
                <p:cNvPr id="115758" name="Rectangle 50"/>
                <p:cNvSpPr>
                  <a:spLocks noChangeArrowheads="1"/>
                </p:cNvSpPr>
                <p:nvPr/>
              </p:nvSpPr>
              <p:spPr bwMode="auto">
                <a:xfrm>
                  <a:off x="1727" y="1536"/>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0" name="Group 53"/>
              <p:cNvGrpSpPr>
                <a:grpSpLocks/>
              </p:cNvGrpSpPr>
              <p:nvPr/>
            </p:nvGrpSpPr>
            <p:grpSpPr bwMode="auto">
              <a:xfrm>
                <a:off x="0" y="1920"/>
                <a:ext cx="1209" cy="384"/>
                <a:chOff x="0" y="1920"/>
                <a:chExt cx="1209" cy="384"/>
              </a:xfrm>
            </p:grpSpPr>
            <p:sp>
              <p:nvSpPr>
                <p:cNvPr id="115755" name="Rectangle 17"/>
                <p:cNvSpPr>
                  <a:spLocks noChangeArrowheads="1"/>
                </p:cNvSpPr>
                <p:nvPr/>
              </p:nvSpPr>
              <p:spPr bwMode="auto">
                <a:xfrm>
                  <a:off x="43" y="1920"/>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REQUEST</a:t>
                  </a:r>
                  <a:r>
                    <a:rPr kumimoji="1" lang="zh-CN" altLang="en-US" sz="1200" b="1"/>
                    <a:t>－</a:t>
                  </a:r>
                  <a:r>
                    <a:rPr kumimoji="1" lang="en-US" altLang="zh-CN" sz="1200" b="1"/>
                    <a:t>CERTIFICATE</a:t>
                  </a:r>
                </a:p>
                <a:p>
                  <a:pPr algn="just"/>
                  <a:endParaRPr kumimoji="1" lang="en-US" altLang="zh-CN" sz="1200" b="1"/>
                </a:p>
              </p:txBody>
            </p:sp>
            <p:sp>
              <p:nvSpPr>
                <p:cNvPr id="115756" name="Rectangle 52"/>
                <p:cNvSpPr>
                  <a:spLocks noChangeArrowheads="1"/>
                </p:cNvSpPr>
                <p:nvPr/>
              </p:nvSpPr>
              <p:spPr bwMode="auto">
                <a:xfrm>
                  <a:off x="0" y="1920"/>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1" name="Group 55"/>
              <p:cNvGrpSpPr>
                <a:grpSpLocks/>
              </p:cNvGrpSpPr>
              <p:nvPr/>
            </p:nvGrpSpPr>
            <p:grpSpPr bwMode="auto">
              <a:xfrm>
                <a:off x="1209" y="1920"/>
                <a:ext cx="518" cy="384"/>
                <a:chOff x="1209" y="1920"/>
                <a:chExt cx="518" cy="384"/>
              </a:xfrm>
            </p:grpSpPr>
            <p:sp>
              <p:nvSpPr>
                <p:cNvPr id="115753" name="Rectangle 18"/>
                <p:cNvSpPr>
                  <a:spLocks noChangeArrowheads="1"/>
                </p:cNvSpPr>
                <p:nvPr/>
              </p:nvSpPr>
              <p:spPr bwMode="auto">
                <a:xfrm>
                  <a:off x="1252" y="192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5754" name="Rectangle 54"/>
                <p:cNvSpPr>
                  <a:spLocks noChangeArrowheads="1"/>
                </p:cNvSpPr>
                <p:nvPr/>
              </p:nvSpPr>
              <p:spPr bwMode="auto">
                <a:xfrm>
                  <a:off x="1209" y="1920"/>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2" name="Group 57"/>
              <p:cNvGrpSpPr>
                <a:grpSpLocks/>
              </p:cNvGrpSpPr>
              <p:nvPr/>
            </p:nvGrpSpPr>
            <p:grpSpPr bwMode="auto">
              <a:xfrm>
                <a:off x="1727" y="1920"/>
                <a:ext cx="1958" cy="384"/>
                <a:chOff x="1727" y="1920"/>
                <a:chExt cx="1958" cy="384"/>
              </a:xfrm>
            </p:grpSpPr>
            <p:sp>
              <p:nvSpPr>
                <p:cNvPr id="115751" name="Rectangle 19"/>
                <p:cNvSpPr>
                  <a:spLocks noChangeArrowheads="1"/>
                </p:cNvSpPr>
                <p:nvPr/>
              </p:nvSpPr>
              <p:spPr bwMode="auto">
                <a:xfrm>
                  <a:off x="1770" y="1920"/>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Eserver_write_key[auth_type,challenge']</a:t>
                  </a:r>
                </a:p>
                <a:p>
                  <a:pPr algn="just"/>
                  <a:endParaRPr kumimoji="1" lang="en-US" altLang="zh-CN" sz="1200" b="1"/>
                </a:p>
              </p:txBody>
            </p:sp>
            <p:sp>
              <p:nvSpPr>
                <p:cNvPr id="115752" name="Rectangle 56"/>
                <p:cNvSpPr>
                  <a:spLocks noChangeArrowheads="1"/>
                </p:cNvSpPr>
                <p:nvPr/>
              </p:nvSpPr>
              <p:spPr bwMode="auto">
                <a:xfrm>
                  <a:off x="1727" y="1920"/>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3" name="Group 59"/>
              <p:cNvGrpSpPr>
                <a:grpSpLocks/>
              </p:cNvGrpSpPr>
              <p:nvPr/>
            </p:nvGrpSpPr>
            <p:grpSpPr bwMode="auto">
              <a:xfrm>
                <a:off x="0" y="2304"/>
                <a:ext cx="1209" cy="384"/>
                <a:chOff x="0" y="2304"/>
                <a:chExt cx="1209" cy="384"/>
              </a:xfrm>
            </p:grpSpPr>
            <p:sp>
              <p:nvSpPr>
                <p:cNvPr id="115749" name="Rectangle 20"/>
                <p:cNvSpPr>
                  <a:spLocks noChangeArrowheads="1"/>
                </p:cNvSpPr>
                <p:nvPr/>
              </p:nvSpPr>
              <p:spPr bwMode="auto">
                <a:xfrm>
                  <a:off x="43" y="2304"/>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CLIENT</a:t>
                  </a:r>
                  <a:r>
                    <a:rPr kumimoji="1" lang="zh-CN" altLang="en-US" sz="1200" b="1"/>
                    <a:t>－</a:t>
                  </a:r>
                  <a:r>
                    <a:rPr kumimoji="1" lang="en-US" altLang="zh-CN" sz="1200" b="1"/>
                    <a:t>CERTIFICATE</a:t>
                  </a:r>
                </a:p>
                <a:p>
                  <a:pPr algn="just"/>
                  <a:endParaRPr kumimoji="1" lang="en-US" altLang="zh-CN" sz="1200" b="1"/>
                </a:p>
              </p:txBody>
            </p:sp>
            <p:sp>
              <p:nvSpPr>
                <p:cNvPr id="115750" name="Rectangle 58"/>
                <p:cNvSpPr>
                  <a:spLocks noChangeArrowheads="1"/>
                </p:cNvSpPr>
                <p:nvPr/>
              </p:nvSpPr>
              <p:spPr bwMode="auto">
                <a:xfrm>
                  <a:off x="0" y="2304"/>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4" name="Group 61"/>
              <p:cNvGrpSpPr>
                <a:grpSpLocks/>
              </p:cNvGrpSpPr>
              <p:nvPr/>
            </p:nvGrpSpPr>
            <p:grpSpPr bwMode="auto">
              <a:xfrm>
                <a:off x="1209" y="2304"/>
                <a:ext cx="518" cy="384"/>
                <a:chOff x="1209" y="2304"/>
                <a:chExt cx="518" cy="384"/>
              </a:xfrm>
            </p:grpSpPr>
            <p:sp>
              <p:nvSpPr>
                <p:cNvPr id="115747" name="Rectangle 21"/>
                <p:cNvSpPr>
                  <a:spLocks noChangeArrowheads="1"/>
                </p:cNvSpPr>
                <p:nvPr/>
              </p:nvSpPr>
              <p:spPr bwMode="auto">
                <a:xfrm>
                  <a:off x="1252" y="230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C</a:t>
                  </a:r>
                  <a:r>
                    <a:rPr kumimoji="1" lang="zh-CN" altLang="en-US" sz="1200" b="1"/>
                    <a:t>－</a:t>
                  </a:r>
                  <a:r>
                    <a:rPr kumimoji="1" lang="en-US" altLang="zh-CN" sz="1200" b="1"/>
                    <a:t>&gt;S</a:t>
                  </a:r>
                </a:p>
                <a:p>
                  <a:pPr algn="ctr"/>
                  <a:endParaRPr kumimoji="1" lang="en-US" altLang="zh-CN" sz="1200" b="1"/>
                </a:p>
              </p:txBody>
            </p:sp>
            <p:sp>
              <p:nvSpPr>
                <p:cNvPr id="115748" name="Rectangle 60"/>
                <p:cNvSpPr>
                  <a:spLocks noChangeArrowheads="1"/>
                </p:cNvSpPr>
                <p:nvPr/>
              </p:nvSpPr>
              <p:spPr bwMode="auto">
                <a:xfrm>
                  <a:off x="1209" y="2304"/>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5" name="Group 63"/>
              <p:cNvGrpSpPr>
                <a:grpSpLocks/>
              </p:cNvGrpSpPr>
              <p:nvPr/>
            </p:nvGrpSpPr>
            <p:grpSpPr bwMode="auto">
              <a:xfrm>
                <a:off x="1727" y="2304"/>
                <a:ext cx="1958" cy="384"/>
                <a:chOff x="1727" y="2304"/>
                <a:chExt cx="1958" cy="384"/>
              </a:xfrm>
            </p:grpSpPr>
            <p:sp>
              <p:nvSpPr>
                <p:cNvPr id="115745" name="Rectangle 22"/>
                <p:cNvSpPr>
                  <a:spLocks noChangeArrowheads="1"/>
                </p:cNvSpPr>
                <p:nvPr/>
              </p:nvSpPr>
              <p:spPr bwMode="auto">
                <a:xfrm>
                  <a:off x="1770" y="230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Eclient_write_key[cert_type,client_cert,response_data]</a:t>
                  </a:r>
                </a:p>
                <a:p>
                  <a:pPr algn="just"/>
                  <a:endParaRPr kumimoji="1" lang="en-US" altLang="zh-CN" sz="1200" b="1"/>
                </a:p>
              </p:txBody>
            </p:sp>
            <p:sp>
              <p:nvSpPr>
                <p:cNvPr id="115746" name="Rectangle 62"/>
                <p:cNvSpPr>
                  <a:spLocks noChangeArrowheads="1"/>
                </p:cNvSpPr>
                <p:nvPr/>
              </p:nvSpPr>
              <p:spPr bwMode="auto">
                <a:xfrm>
                  <a:off x="1727" y="2304"/>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6" name="Group 65"/>
              <p:cNvGrpSpPr>
                <a:grpSpLocks/>
              </p:cNvGrpSpPr>
              <p:nvPr/>
            </p:nvGrpSpPr>
            <p:grpSpPr bwMode="auto">
              <a:xfrm>
                <a:off x="0" y="2688"/>
                <a:ext cx="1209" cy="384"/>
                <a:chOff x="0" y="2688"/>
                <a:chExt cx="1209" cy="384"/>
              </a:xfrm>
            </p:grpSpPr>
            <p:sp>
              <p:nvSpPr>
                <p:cNvPr id="115743" name="Rectangle 23"/>
                <p:cNvSpPr>
                  <a:spLocks noChangeArrowheads="1"/>
                </p:cNvSpPr>
                <p:nvPr/>
              </p:nvSpPr>
              <p:spPr bwMode="auto">
                <a:xfrm>
                  <a:off x="43" y="2688"/>
                  <a:ext cx="11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SERVER</a:t>
                  </a:r>
                  <a:r>
                    <a:rPr kumimoji="1" lang="zh-CN" altLang="en-US" sz="1200" b="1"/>
                    <a:t>－</a:t>
                  </a:r>
                  <a:r>
                    <a:rPr kumimoji="1" lang="en-US" altLang="zh-CN" sz="1200" b="1"/>
                    <a:t>FINISH</a:t>
                  </a:r>
                </a:p>
                <a:p>
                  <a:pPr algn="just"/>
                  <a:endParaRPr kumimoji="1" lang="en-US" altLang="zh-CN" sz="1200" b="1"/>
                </a:p>
              </p:txBody>
            </p:sp>
            <p:sp>
              <p:nvSpPr>
                <p:cNvPr id="115744" name="Rectangle 64"/>
                <p:cNvSpPr>
                  <a:spLocks noChangeArrowheads="1"/>
                </p:cNvSpPr>
                <p:nvPr/>
              </p:nvSpPr>
              <p:spPr bwMode="auto">
                <a:xfrm>
                  <a:off x="0" y="2688"/>
                  <a:ext cx="12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7" name="Group 67"/>
              <p:cNvGrpSpPr>
                <a:grpSpLocks/>
              </p:cNvGrpSpPr>
              <p:nvPr/>
            </p:nvGrpSpPr>
            <p:grpSpPr bwMode="auto">
              <a:xfrm>
                <a:off x="1209" y="2688"/>
                <a:ext cx="518" cy="384"/>
                <a:chOff x="1209" y="2688"/>
                <a:chExt cx="518" cy="384"/>
              </a:xfrm>
            </p:grpSpPr>
            <p:sp>
              <p:nvSpPr>
                <p:cNvPr id="115741" name="Rectangle 24"/>
                <p:cNvSpPr>
                  <a:spLocks noChangeArrowheads="1"/>
                </p:cNvSpPr>
                <p:nvPr/>
              </p:nvSpPr>
              <p:spPr bwMode="auto">
                <a:xfrm>
                  <a:off x="1252" y="268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200" b="1"/>
                    <a:t>S</a:t>
                  </a:r>
                  <a:r>
                    <a:rPr kumimoji="1" lang="zh-CN" altLang="en-US" sz="1200" b="1"/>
                    <a:t>－</a:t>
                  </a:r>
                  <a:r>
                    <a:rPr kumimoji="1" lang="en-US" altLang="zh-CN" sz="1200" b="1"/>
                    <a:t>&gt;C</a:t>
                  </a:r>
                </a:p>
                <a:p>
                  <a:pPr algn="ctr"/>
                  <a:endParaRPr kumimoji="1" lang="en-US" altLang="zh-CN" sz="1200" b="1"/>
                </a:p>
              </p:txBody>
            </p:sp>
            <p:sp>
              <p:nvSpPr>
                <p:cNvPr id="115742" name="Rectangle 66"/>
                <p:cNvSpPr>
                  <a:spLocks noChangeArrowheads="1"/>
                </p:cNvSpPr>
                <p:nvPr/>
              </p:nvSpPr>
              <p:spPr bwMode="auto">
                <a:xfrm>
                  <a:off x="1209" y="2688"/>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5738" name="Group 69"/>
              <p:cNvGrpSpPr>
                <a:grpSpLocks/>
              </p:cNvGrpSpPr>
              <p:nvPr/>
            </p:nvGrpSpPr>
            <p:grpSpPr bwMode="auto">
              <a:xfrm>
                <a:off x="1727" y="2688"/>
                <a:ext cx="1958" cy="384"/>
                <a:chOff x="1727" y="2688"/>
                <a:chExt cx="1958" cy="384"/>
              </a:xfrm>
            </p:grpSpPr>
            <p:sp>
              <p:nvSpPr>
                <p:cNvPr id="115739" name="Rectangle 25"/>
                <p:cNvSpPr>
                  <a:spLocks noChangeArrowheads="1"/>
                </p:cNvSpPr>
                <p:nvPr/>
              </p:nvSpPr>
              <p:spPr bwMode="auto">
                <a:xfrm>
                  <a:off x="1770" y="268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b="1"/>
                    <a:t>Eserver_write_key[session_id]</a:t>
                  </a:r>
                </a:p>
                <a:p>
                  <a:pPr algn="just"/>
                  <a:endParaRPr kumimoji="1" lang="en-US" altLang="zh-CN" sz="1200" b="1"/>
                </a:p>
              </p:txBody>
            </p:sp>
            <p:sp>
              <p:nvSpPr>
                <p:cNvPr id="115740" name="Rectangle 68"/>
                <p:cNvSpPr>
                  <a:spLocks noChangeArrowheads="1"/>
                </p:cNvSpPr>
                <p:nvPr/>
              </p:nvSpPr>
              <p:spPr bwMode="auto">
                <a:xfrm>
                  <a:off x="1727" y="2688"/>
                  <a:ext cx="195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15716" name="Rectangle 71"/>
            <p:cNvSpPr>
              <a:spLocks noChangeArrowheads="1"/>
            </p:cNvSpPr>
            <p:nvPr/>
          </p:nvSpPr>
          <p:spPr bwMode="auto">
            <a:xfrm>
              <a:off x="-3" y="-3"/>
              <a:ext cx="3691" cy="3078"/>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71" name="Rectangle 4"/>
          <p:cNvSpPr>
            <a:spLocks noGrp="1" noChangeArrowheads="1"/>
          </p:cNvSpPr>
          <p:nvPr>
            <p:ph type="title"/>
          </p:nvPr>
        </p:nvSpPr>
        <p:spPr>
          <a:xfrm>
            <a:off x="0" y="0"/>
            <a:ext cx="7772400" cy="642026"/>
          </a:xfrm>
          <a:noFill/>
        </p:spPr>
        <p:txBody>
          <a:bodyPr anchor="ctr"/>
          <a:lstStyle/>
          <a:p>
            <a:pPr eaLnBrk="1" hangingPunct="1"/>
            <a:r>
              <a:rPr lang="zh-CN" altLang="en-US" sz="3200" dirty="0"/>
              <a:t>握手协议定义的消息类型</a:t>
            </a:r>
            <a:r>
              <a:rPr lang="en-US" altLang="zh-CN" sz="3200" dirty="0"/>
              <a:t>(2)</a:t>
            </a:r>
          </a:p>
        </p:txBody>
      </p:sp>
    </p:spTree>
    <p:extLst>
      <p:ext uri="{BB962C8B-B14F-4D97-AF65-F5344CB8AC3E}">
        <p14:creationId xmlns:p14="http://schemas.microsoft.com/office/powerpoint/2010/main" val="141400237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4"/>
          <p:cNvSpPr>
            <a:spLocks noGrp="1" noChangeArrowheads="1"/>
          </p:cNvSpPr>
          <p:nvPr>
            <p:ph type="title"/>
          </p:nvPr>
        </p:nvSpPr>
        <p:spPr>
          <a:xfrm>
            <a:off x="0" y="0"/>
            <a:ext cx="7772400" cy="642026"/>
          </a:xfrm>
          <a:noFill/>
        </p:spPr>
        <p:txBody>
          <a:bodyPr anchor="ctr"/>
          <a:lstStyle/>
          <a:p>
            <a:pPr eaLnBrk="1" hangingPunct="1"/>
            <a:r>
              <a:rPr lang="en-US" altLang="zh-CN"/>
              <a:t>SSL</a:t>
            </a:r>
            <a:r>
              <a:rPr lang="zh-CN" altLang="en-US"/>
              <a:t>握手过程中的</a:t>
            </a:r>
            <a:r>
              <a:rPr lang="en-US" altLang="zh-CN"/>
              <a:t>RSA</a:t>
            </a:r>
            <a:r>
              <a:rPr lang="zh-CN" altLang="en-US"/>
              <a:t>运算</a:t>
            </a:r>
            <a:endParaRPr lang="en-US" altLang="zh-CN" sz="3200" dirty="0"/>
          </a:p>
        </p:txBody>
      </p:sp>
      <p:sp>
        <p:nvSpPr>
          <p:cNvPr id="72" name="Rectangle 3"/>
          <p:cNvSpPr txBox="1">
            <a:spLocks noChangeArrowheads="1"/>
          </p:cNvSpPr>
          <p:nvPr/>
        </p:nvSpPr>
        <p:spPr bwMode="auto">
          <a:xfrm>
            <a:off x="355060" y="755514"/>
            <a:ext cx="9304506" cy="20946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cs typeface="+mn-cs"/>
              </a:defRPr>
            </a:lvl1pPr>
            <a:lvl2pPr marL="557213" indent="-214313"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2pPr>
            <a:lvl3pPr marL="8572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3pPr>
            <a:lvl4pPr marL="12001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4pPr>
            <a:lvl5pPr marL="1543050" indent="-171450" algn="l" rtl="0" eaLnBrk="0" fontAlgn="base" hangingPunct="0">
              <a:spcBef>
                <a:spcPct val="20000"/>
              </a:spcBef>
              <a:spcAft>
                <a:spcPct val="0"/>
              </a:spcAft>
              <a:buFont typeface="Arial" charset="0"/>
              <a:buChar char="»"/>
              <a:defRPr sz="1800">
                <a:solidFill>
                  <a:schemeClr val="tx1"/>
                </a:solidFill>
                <a:latin typeface="微软雅黑" panose="020B0503020204020204" pitchFamily="34" charset="-122"/>
                <a:ea typeface="微软雅黑" panose="020B0503020204020204" pitchFamily="34" charset="-122"/>
              </a:defRPr>
            </a:lvl5pPr>
            <a:lvl6pPr marL="1885950" indent="-171450" algn="l" rtl="0" eaLnBrk="0" fontAlgn="base" hangingPunct="0">
              <a:spcBef>
                <a:spcPct val="20000"/>
              </a:spcBef>
              <a:spcAft>
                <a:spcPct val="0"/>
              </a:spcAft>
              <a:buFont typeface="Arial" charset="0"/>
              <a:buChar char="»"/>
              <a:defRPr sz="1500">
                <a:solidFill>
                  <a:schemeClr val="tx1"/>
                </a:solidFill>
                <a:latin typeface="+mn-lt"/>
                <a:ea typeface="+mn-ea"/>
              </a:defRPr>
            </a:lvl6pPr>
            <a:lvl7pPr marL="2228850" indent="-171450" algn="l" rtl="0" eaLnBrk="0" fontAlgn="base" hangingPunct="0">
              <a:spcBef>
                <a:spcPct val="20000"/>
              </a:spcBef>
              <a:spcAft>
                <a:spcPct val="0"/>
              </a:spcAft>
              <a:buFont typeface="Arial" charset="0"/>
              <a:buChar char="»"/>
              <a:defRPr sz="1500">
                <a:solidFill>
                  <a:schemeClr val="tx1"/>
                </a:solidFill>
                <a:latin typeface="+mn-lt"/>
                <a:ea typeface="+mn-ea"/>
              </a:defRPr>
            </a:lvl7pPr>
            <a:lvl8pPr marL="2571750" indent="-171450" algn="l" rtl="0" eaLnBrk="0" fontAlgn="base" hangingPunct="0">
              <a:spcBef>
                <a:spcPct val="20000"/>
              </a:spcBef>
              <a:spcAft>
                <a:spcPct val="0"/>
              </a:spcAft>
              <a:buFont typeface="Arial" charset="0"/>
              <a:buChar char="»"/>
              <a:defRPr sz="1500">
                <a:solidFill>
                  <a:schemeClr val="tx1"/>
                </a:solidFill>
                <a:latin typeface="+mn-lt"/>
                <a:ea typeface="+mn-ea"/>
              </a:defRPr>
            </a:lvl8pPr>
            <a:lvl9pPr marL="2914650" indent="-171450" algn="l" rtl="0" eaLnBrk="0" fontAlgn="base" hangingPunct="0">
              <a:spcBef>
                <a:spcPct val="20000"/>
              </a:spcBef>
              <a:spcAft>
                <a:spcPct val="0"/>
              </a:spcAft>
              <a:buFont typeface="Arial" charset="0"/>
              <a:buChar char="»"/>
              <a:defRPr sz="1500">
                <a:solidFill>
                  <a:schemeClr val="tx1"/>
                </a:solidFill>
                <a:latin typeface="+mn-lt"/>
                <a:ea typeface="+mn-ea"/>
              </a:defRPr>
            </a:lvl9pPr>
          </a:lstStyle>
          <a:p>
            <a:pPr>
              <a:lnSpc>
                <a:spcPct val="130000"/>
              </a:lnSpc>
              <a:buFont typeface="Wingdings" panose="05000000000000000000" pitchFamily="2" charset="2"/>
              <a:buChar char="n"/>
            </a:pPr>
            <a:r>
              <a:rPr lang="zh-CN" altLang="en-US" sz="2000" kern="0" smtClean="0">
                <a:solidFill>
                  <a:srgbClr val="FF0000"/>
                </a:solidFill>
              </a:rPr>
              <a:t>服务器认证过程</a:t>
            </a:r>
            <a:r>
              <a:rPr lang="zh-CN" altLang="en-US" sz="2000" kern="0" smtClean="0"/>
              <a:t>中，客户端使用服务器公钥加密，私钥解密，这就确保了服务器证书关联，确实是建立通信相关的，否则会话将会被终止。</a:t>
            </a:r>
          </a:p>
          <a:p>
            <a:pPr>
              <a:lnSpc>
                <a:spcPct val="130000"/>
              </a:lnSpc>
              <a:buFont typeface="Wingdings" panose="05000000000000000000" pitchFamily="2" charset="2"/>
              <a:buChar char="n"/>
            </a:pPr>
            <a:r>
              <a:rPr lang="zh-CN" altLang="en-US" sz="2000" kern="0" smtClean="0"/>
              <a:t>客户端认证过程中，客户端使用私钥加密随机数据，做一个数字签名，只有正确私钥的签名，才能够被证书中的公钥验证，否则的话，会话终止。</a:t>
            </a:r>
          </a:p>
        </p:txBody>
      </p:sp>
    </p:spTree>
    <p:extLst>
      <p:ext uri="{BB962C8B-B14F-4D97-AF65-F5344CB8AC3E}">
        <p14:creationId xmlns:p14="http://schemas.microsoft.com/office/powerpoint/2010/main" val="12827502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SSL</a:t>
            </a:r>
            <a:r>
              <a:rPr lang="zh-CN" altLang="en-US" smtClean="0"/>
              <a:t>协议优缺点</a:t>
            </a:r>
            <a:endParaRPr lang="zh-CN" altLang="en-US"/>
          </a:p>
        </p:txBody>
      </p:sp>
      <p:sp>
        <p:nvSpPr>
          <p:cNvPr id="3" name="矩形 2"/>
          <p:cNvSpPr/>
          <p:nvPr/>
        </p:nvSpPr>
        <p:spPr>
          <a:xfrm>
            <a:off x="204281" y="777737"/>
            <a:ext cx="10000034" cy="4042966"/>
          </a:xfrm>
          <a:prstGeom prst="rect">
            <a:avLst/>
          </a:prstGeom>
        </p:spPr>
        <p:txBody>
          <a:bodyPr wrap="square">
            <a:spAutoFit/>
          </a:bodyPr>
          <a:lstStyle/>
          <a:p>
            <a:pPr marL="285750" indent="-285750">
              <a:lnSpc>
                <a:spcPct val="130000"/>
              </a:lnSpc>
              <a:spcBef>
                <a:spcPts val="600"/>
              </a:spcBef>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与</a:t>
            </a:r>
            <a:r>
              <a:rPr lang="zh-CN" altLang="en-US">
                <a:latin typeface="微软雅黑" panose="020B0503020204020204" pitchFamily="34" charset="-122"/>
                <a:ea typeface="微软雅黑" panose="020B0503020204020204" pitchFamily="34" charset="-122"/>
              </a:rPr>
              <a:t>应用层协议无关</a:t>
            </a:r>
            <a:r>
              <a:rPr lang="en-US" altLang="zh-CN">
                <a:latin typeface="微软雅黑" panose="020B0503020204020204" pitchFamily="34" charset="-122"/>
                <a:ea typeface="微软雅黑" panose="020B0503020204020204" pitchFamily="34" charset="-122"/>
              </a:rPr>
              <a:t>:</a:t>
            </a:r>
          </a:p>
          <a:p>
            <a:pPr>
              <a:lnSpc>
                <a:spcPct val="130000"/>
              </a:lnSpc>
              <a:spcBef>
                <a:spcPts val="600"/>
              </a:spcBef>
            </a:pP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协议在传输层提供对网络连接加密的</a:t>
            </a:r>
            <a:r>
              <a:rPr lang="zh-CN" altLang="en-US" smtClean="0">
                <a:latin typeface="微软雅黑" panose="020B0503020204020204" pitchFamily="34" charset="-122"/>
                <a:ea typeface="微软雅黑" panose="020B0503020204020204" pitchFamily="34" charset="-122"/>
              </a:rPr>
              <a:t>功能</a:t>
            </a:r>
            <a:r>
              <a:rPr lang="zh-CN" altLang="en-US">
                <a:latin typeface="微软雅黑" panose="020B0503020204020204" pitchFamily="34" charset="-122"/>
                <a:ea typeface="微软雅黑" panose="020B0503020204020204" pitchFamily="34" charset="-122"/>
              </a:rPr>
              <a:t>，</a:t>
            </a:r>
            <a:r>
              <a:rPr lang="zh-CN" altLang="en-US" smtClean="0">
                <a:latin typeface="微软雅黑" panose="020B0503020204020204" pitchFamily="34" charset="-122"/>
                <a:ea typeface="微软雅黑" panose="020B0503020204020204" pitchFamily="34" charset="-122"/>
              </a:rPr>
              <a:t>对于应用层</a:t>
            </a:r>
            <a:r>
              <a:rPr lang="zh-CN" altLang="en-US">
                <a:latin typeface="微软雅黑" panose="020B0503020204020204" pitchFamily="34" charset="-122"/>
                <a:ea typeface="微软雅黑" panose="020B0503020204020204" pitchFamily="34" charset="-122"/>
              </a:rPr>
              <a:t>而言</a:t>
            </a:r>
            <a:r>
              <a:rPr lang="zh-CN" altLang="en-US" smtClean="0">
                <a:latin typeface="微软雅黑" panose="020B0503020204020204" pitchFamily="34" charset="-122"/>
                <a:ea typeface="微软雅黑" panose="020B0503020204020204" pitchFamily="34" charset="-122"/>
              </a:rPr>
              <a:t>，</a:t>
            </a:r>
            <a:r>
              <a:rPr lang="en-US" altLang="zh-CN" smtClean="0">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协议是透明的，数据在传递到应用层之前就已经完成了</a:t>
            </a:r>
            <a:r>
              <a:rPr lang="zh-CN" altLang="en-US" smtClean="0">
                <a:latin typeface="微软雅黑" panose="020B0503020204020204" pitchFamily="34" charset="-122"/>
                <a:ea typeface="微软雅黑" panose="020B0503020204020204" pitchFamily="34" charset="-122"/>
              </a:rPr>
              <a:t>加密和</a:t>
            </a:r>
            <a:r>
              <a:rPr lang="zh-CN" altLang="en-US">
                <a:latin typeface="微软雅黑" panose="020B0503020204020204" pitchFamily="34" charset="-122"/>
                <a:ea typeface="微软雅黑" panose="020B0503020204020204" pitchFamily="34" charset="-122"/>
              </a:rPr>
              <a:t>解密的过程。</a:t>
            </a:r>
          </a:p>
          <a:p>
            <a:pPr marL="285750" indent="-285750">
              <a:lnSpc>
                <a:spcPct val="130000"/>
              </a:lnSpc>
              <a:spcBef>
                <a:spcPts val="600"/>
              </a:spcBef>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应用广泛</a:t>
            </a:r>
            <a:endParaRPr lang="en-US" altLang="zh-CN">
              <a:latin typeface="微软雅黑" panose="020B0503020204020204" pitchFamily="34" charset="-122"/>
              <a:ea typeface="微软雅黑" panose="020B0503020204020204" pitchFamily="34" charset="-122"/>
            </a:endParaRPr>
          </a:p>
          <a:p>
            <a:pPr>
              <a:lnSpc>
                <a:spcPct val="130000"/>
              </a:lnSpc>
              <a:spcBef>
                <a:spcPts val="600"/>
              </a:spcBef>
            </a:pP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协议实施起来比较简单，对现有网络系统的修改也不是太大</a:t>
            </a:r>
            <a:r>
              <a:rPr lang="zh-CN" altLang="en-US" smtClean="0">
                <a:latin typeface="微软雅黑" panose="020B0503020204020204" pitchFamily="34" charset="-122"/>
                <a:ea typeface="微软雅黑" panose="020B0503020204020204" pitchFamily="34" charset="-122"/>
              </a:rPr>
              <a:t>，再</a:t>
            </a:r>
            <a:r>
              <a:rPr lang="zh-CN" altLang="en-US">
                <a:latin typeface="微软雅黑" panose="020B0503020204020204" pitchFamily="34" charset="-122"/>
                <a:ea typeface="微软雅黑" panose="020B0503020204020204" pitchFamily="34" charset="-122"/>
              </a:rPr>
              <a:t>加上它的速度快，成本</a:t>
            </a:r>
            <a:r>
              <a:rPr lang="zh-CN" altLang="en-US" smtClean="0">
                <a:latin typeface="微软雅黑" panose="020B0503020204020204" pitchFamily="34" charset="-122"/>
                <a:ea typeface="微软雅黑" panose="020B0503020204020204" pitchFamily="34" charset="-122"/>
              </a:rPr>
              <a:t>低，因此被广泛采用。</a:t>
            </a:r>
            <a:endParaRPr lang="en-US" altLang="zh-CN" smtClean="0">
              <a:latin typeface="微软雅黑" panose="020B0503020204020204" pitchFamily="34" charset="-122"/>
              <a:ea typeface="微软雅黑" panose="020B0503020204020204" pitchFamily="34" charset="-122"/>
            </a:endParaRPr>
          </a:p>
          <a:p>
            <a:pPr marL="285750" indent="-285750">
              <a:lnSpc>
                <a:spcPct val="130000"/>
              </a:lnSpc>
              <a:spcBef>
                <a:spcPts val="600"/>
              </a:spcBef>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能</a:t>
            </a:r>
            <a:r>
              <a:rPr lang="zh-CN" altLang="en-US">
                <a:latin typeface="微软雅黑" panose="020B0503020204020204" pitchFamily="34" charset="-122"/>
                <a:ea typeface="微软雅黑" panose="020B0503020204020204" pitchFamily="34" charset="-122"/>
              </a:rPr>
              <a:t>保证数据的完整性和</a:t>
            </a:r>
            <a:r>
              <a:rPr lang="zh-CN" altLang="en-US" smtClean="0">
                <a:latin typeface="微软雅黑" panose="020B0503020204020204" pitchFamily="34" charset="-122"/>
                <a:ea typeface="微软雅黑" panose="020B0503020204020204" pitchFamily="34" charset="-122"/>
              </a:rPr>
              <a:t>机密性</a:t>
            </a:r>
            <a:endParaRPr lang="en-US" altLang="zh-CN" smtClean="0">
              <a:latin typeface="微软雅黑" panose="020B0503020204020204" pitchFamily="34" charset="-122"/>
              <a:ea typeface="微软雅黑" panose="020B0503020204020204" pitchFamily="34" charset="-122"/>
            </a:endParaRPr>
          </a:p>
          <a:p>
            <a:pPr>
              <a:lnSpc>
                <a:spcPct val="130000"/>
              </a:lnSpc>
              <a:spcBef>
                <a:spcPts val="600"/>
              </a:spcBef>
            </a:pPr>
            <a:r>
              <a:rPr lang="en-US" altLang="zh-CN" smtClean="0">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协议通过运用密钥技术</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在运用过程中</a:t>
            </a:r>
            <a:r>
              <a:rPr lang="en-US" altLang="zh-CN" smtClean="0">
                <a:latin typeface="微软雅黑" panose="020B0503020204020204" pitchFamily="34" charset="-122"/>
                <a:ea typeface="微软雅黑" panose="020B0503020204020204" pitchFamily="34" charset="-122"/>
              </a:rPr>
              <a:t>,</a:t>
            </a:r>
            <a:r>
              <a:rPr lang="zh-CN" altLang="en-US" smtClean="0">
                <a:latin typeface="微软雅黑" panose="020B0503020204020204" pitchFamily="34" charset="-122"/>
                <a:ea typeface="微软雅黑" panose="020B0503020204020204" pitchFamily="34" charset="-122"/>
              </a:rPr>
              <a:t>发送</a:t>
            </a:r>
            <a:r>
              <a:rPr lang="zh-CN" altLang="en-US">
                <a:latin typeface="微软雅黑" panose="020B0503020204020204" pitchFamily="34" charset="-122"/>
                <a:ea typeface="微软雅黑" panose="020B0503020204020204" pitchFamily="34" charset="-122"/>
              </a:rPr>
              <a:t>方用接收方的公钥将所要发送的信息加密之后再进行传送，而接收</a:t>
            </a:r>
            <a:r>
              <a:rPr lang="zh-CN" altLang="en-US" smtClean="0">
                <a:latin typeface="微软雅黑" panose="020B0503020204020204" pitchFamily="34" charset="-122"/>
                <a:ea typeface="微软雅黑" panose="020B0503020204020204" pitchFamily="34" charset="-122"/>
              </a:rPr>
              <a:t>方利用</a:t>
            </a:r>
            <a:r>
              <a:rPr lang="zh-CN" altLang="en-US">
                <a:latin typeface="微软雅黑" panose="020B0503020204020204" pitchFamily="34" charset="-122"/>
                <a:ea typeface="微软雅黑" panose="020B0503020204020204" pitchFamily="34" charset="-122"/>
              </a:rPr>
              <a:t>私钥进行解密之后来获取信息。这样一来，即使信息被窃取，因为</a:t>
            </a:r>
            <a:r>
              <a:rPr lang="zh-CN" altLang="en-US" smtClean="0">
                <a:latin typeface="微软雅黑" panose="020B0503020204020204" pitchFamily="34" charset="-122"/>
                <a:ea typeface="微软雅黑" panose="020B0503020204020204" pitchFamily="34" charset="-122"/>
              </a:rPr>
              <a:t>没有</a:t>
            </a:r>
            <a:r>
              <a:rPr lang="zh-CN" altLang="en-US">
                <a:latin typeface="微软雅黑" panose="020B0503020204020204" pitchFamily="34" charset="-122"/>
                <a:ea typeface="微软雅黑" panose="020B0503020204020204" pitchFamily="34" charset="-122"/>
              </a:rPr>
              <a:t>解密的密钥，也是没有办法获取可读信息的。</a:t>
            </a:r>
          </a:p>
        </p:txBody>
      </p:sp>
    </p:spTree>
    <p:extLst>
      <p:ext uri="{BB962C8B-B14F-4D97-AF65-F5344CB8AC3E}">
        <p14:creationId xmlns:p14="http://schemas.microsoft.com/office/powerpoint/2010/main" val="365840346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SSL</a:t>
            </a:r>
            <a:r>
              <a:rPr lang="zh-CN" altLang="en-US" smtClean="0"/>
              <a:t>协议优点</a:t>
            </a:r>
            <a:endParaRPr lang="zh-CN" altLang="en-US"/>
          </a:p>
        </p:txBody>
      </p:sp>
      <p:sp>
        <p:nvSpPr>
          <p:cNvPr id="3" name="矩形 2"/>
          <p:cNvSpPr/>
          <p:nvPr/>
        </p:nvSpPr>
        <p:spPr>
          <a:xfrm>
            <a:off x="204281" y="777737"/>
            <a:ext cx="10000034" cy="4042966"/>
          </a:xfrm>
          <a:prstGeom prst="rect">
            <a:avLst/>
          </a:prstGeom>
        </p:spPr>
        <p:txBody>
          <a:bodyPr wrap="square">
            <a:spAutoFit/>
          </a:bodyPr>
          <a:lstStyle/>
          <a:p>
            <a:pPr marL="285750" indent="-285750">
              <a:lnSpc>
                <a:spcPct val="130000"/>
              </a:lnSpc>
              <a:spcBef>
                <a:spcPts val="600"/>
              </a:spcBef>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与</a:t>
            </a:r>
            <a:r>
              <a:rPr lang="zh-CN" altLang="en-US">
                <a:latin typeface="微软雅黑" panose="020B0503020204020204" pitchFamily="34" charset="-122"/>
                <a:ea typeface="微软雅黑" panose="020B0503020204020204" pitchFamily="34" charset="-122"/>
              </a:rPr>
              <a:t>应用层协议无关</a:t>
            </a:r>
            <a:r>
              <a:rPr lang="en-US" altLang="zh-CN">
                <a:latin typeface="微软雅黑" panose="020B0503020204020204" pitchFamily="34" charset="-122"/>
                <a:ea typeface="微软雅黑" panose="020B0503020204020204" pitchFamily="34" charset="-122"/>
              </a:rPr>
              <a:t>:</a:t>
            </a:r>
          </a:p>
          <a:p>
            <a:pPr>
              <a:lnSpc>
                <a:spcPct val="130000"/>
              </a:lnSpc>
              <a:spcBef>
                <a:spcPts val="600"/>
              </a:spcBef>
            </a:pP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协议在传输层提供对网络连接加密的</a:t>
            </a:r>
            <a:r>
              <a:rPr lang="zh-CN" altLang="en-US" smtClean="0">
                <a:latin typeface="微软雅黑" panose="020B0503020204020204" pitchFamily="34" charset="-122"/>
                <a:ea typeface="微软雅黑" panose="020B0503020204020204" pitchFamily="34" charset="-122"/>
              </a:rPr>
              <a:t>功能</a:t>
            </a:r>
            <a:r>
              <a:rPr lang="zh-CN" altLang="en-US">
                <a:latin typeface="微软雅黑" panose="020B0503020204020204" pitchFamily="34" charset="-122"/>
                <a:ea typeface="微软雅黑" panose="020B0503020204020204" pitchFamily="34" charset="-122"/>
              </a:rPr>
              <a:t>，</a:t>
            </a:r>
            <a:r>
              <a:rPr lang="zh-CN" altLang="en-US" smtClean="0">
                <a:latin typeface="微软雅黑" panose="020B0503020204020204" pitchFamily="34" charset="-122"/>
                <a:ea typeface="微软雅黑" panose="020B0503020204020204" pitchFamily="34" charset="-122"/>
              </a:rPr>
              <a:t>对于应用层</a:t>
            </a:r>
            <a:r>
              <a:rPr lang="zh-CN" altLang="en-US">
                <a:latin typeface="微软雅黑" panose="020B0503020204020204" pitchFamily="34" charset="-122"/>
                <a:ea typeface="微软雅黑" panose="020B0503020204020204" pitchFamily="34" charset="-122"/>
              </a:rPr>
              <a:t>而言</a:t>
            </a:r>
            <a:r>
              <a:rPr lang="zh-CN" altLang="en-US" smtClean="0">
                <a:latin typeface="微软雅黑" panose="020B0503020204020204" pitchFamily="34" charset="-122"/>
                <a:ea typeface="微软雅黑" panose="020B0503020204020204" pitchFamily="34" charset="-122"/>
              </a:rPr>
              <a:t>，</a:t>
            </a:r>
            <a:r>
              <a:rPr lang="en-US" altLang="zh-CN" smtClean="0">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协议是透明的，数据在传递到应用层之前就已经完成了</a:t>
            </a:r>
            <a:r>
              <a:rPr lang="zh-CN" altLang="en-US" smtClean="0">
                <a:latin typeface="微软雅黑" panose="020B0503020204020204" pitchFamily="34" charset="-122"/>
                <a:ea typeface="微软雅黑" panose="020B0503020204020204" pitchFamily="34" charset="-122"/>
              </a:rPr>
              <a:t>加密和</a:t>
            </a:r>
            <a:r>
              <a:rPr lang="zh-CN" altLang="en-US">
                <a:latin typeface="微软雅黑" panose="020B0503020204020204" pitchFamily="34" charset="-122"/>
                <a:ea typeface="微软雅黑" panose="020B0503020204020204" pitchFamily="34" charset="-122"/>
              </a:rPr>
              <a:t>解密的过程。</a:t>
            </a:r>
          </a:p>
          <a:p>
            <a:pPr marL="285750" indent="-285750">
              <a:lnSpc>
                <a:spcPct val="130000"/>
              </a:lnSpc>
              <a:spcBef>
                <a:spcPts val="600"/>
              </a:spcBef>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应用广泛</a:t>
            </a:r>
            <a:endParaRPr lang="en-US" altLang="zh-CN">
              <a:latin typeface="微软雅黑" panose="020B0503020204020204" pitchFamily="34" charset="-122"/>
              <a:ea typeface="微软雅黑" panose="020B0503020204020204" pitchFamily="34" charset="-122"/>
            </a:endParaRPr>
          </a:p>
          <a:p>
            <a:pPr>
              <a:lnSpc>
                <a:spcPct val="130000"/>
              </a:lnSpc>
              <a:spcBef>
                <a:spcPts val="600"/>
              </a:spcBef>
            </a:pP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协议实施起来比较简单，对现有网络系统的修改也不是太大</a:t>
            </a:r>
            <a:r>
              <a:rPr lang="zh-CN" altLang="en-US" smtClean="0">
                <a:latin typeface="微软雅黑" panose="020B0503020204020204" pitchFamily="34" charset="-122"/>
                <a:ea typeface="微软雅黑" panose="020B0503020204020204" pitchFamily="34" charset="-122"/>
              </a:rPr>
              <a:t>，再</a:t>
            </a:r>
            <a:r>
              <a:rPr lang="zh-CN" altLang="en-US">
                <a:latin typeface="微软雅黑" panose="020B0503020204020204" pitchFamily="34" charset="-122"/>
                <a:ea typeface="微软雅黑" panose="020B0503020204020204" pitchFamily="34" charset="-122"/>
              </a:rPr>
              <a:t>加上它的速度快，成本</a:t>
            </a:r>
            <a:r>
              <a:rPr lang="zh-CN" altLang="en-US" smtClean="0">
                <a:latin typeface="微软雅黑" panose="020B0503020204020204" pitchFamily="34" charset="-122"/>
                <a:ea typeface="微软雅黑" panose="020B0503020204020204" pitchFamily="34" charset="-122"/>
              </a:rPr>
              <a:t>低，因此被广泛采用。</a:t>
            </a:r>
            <a:endParaRPr lang="en-US" altLang="zh-CN" smtClean="0">
              <a:latin typeface="微软雅黑" panose="020B0503020204020204" pitchFamily="34" charset="-122"/>
              <a:ea typeface="微软雅黑" panose="020B0503020204020204" pitchFamily="34" charset="-122"/>
            </a:endParaRPr>
          </a:p>
          <a:p>
            <a:pPr marL="285750" indent="-285750">
              <a:lnSpc>
                <a:spcPct val="130000"/>
              </a:lnSpc>
              <a:spcBef>
                <a:spcPts val="600"/>
              </a:spcBef>
              <a:buFont typeface="Wingdings" panose="05000000000000000000" pitchFamily="2" charset="2"/>
              <a:buChar char="n"/>
            </a:pPr>
            <a:r>
              <a:rPr lang="zh-CN" altLang="en-US" smtClean="0">
                <a:latin typeface="微软雅黑" panose="020B0503020204020204" pitchFamily="34" charset="-122"/>
                <a:ea typeface="微软雅黑" panose="020B0503020204020204" pitchFamily="34" charset="-122"/>
              </a:rPr>
              <a:t>能</a:t>
            </a:r>
            <a:r>
              <a:rPr lang="zh-CN" altLang="en-US">
                <a:latin typeface="微软雅黑" panose="020B0503020204020204" pitchFamily="34" charset="-122"/>
                <a:ea typeface="微软雅黑" panose="020B0503020204020204" pitchFamily="34" charset="-122"/>
              </a:rPr>
              <a:t>保证数据的完整性和</a:t>
            </a:r>
            <a:r>
              <a:rPr lang="zh-CN" altLang="en-US" smtClean="0">
                <a:latin typeface="微软雅黑" panose="020B0503020204020204" pitchFamily="34" charset="-122"/>
                <a:ea typeface="微软雅黑" panose="020B0503020204020204" pitchFamily="34" charset="-122"/>
              </a:rPr>
              <a:t>机密性</a:t>
            </a:r>
            <a:endParaRPr lang="en-US" altLang="zh-CN" smtClean="0">
              <a:latin typeface="微软雅黑" panose="020B0503020204020204" pitchFamily="34" charset="-122"/>
              <a:ea typeface="微软雅黑" panose="020B0503020204020204" pitchFamily="34" charset="-122"/>
            </a:endParaRPr>
          </a:p>
          <a:p>
            <a:pPr>
              <a:lnSpc>
                <a:spcPct val="130000"/>
              </a:lnSpc>
              <a:spcBef>
                <a:spcPts val="600"/>
              </a:spcBef>
            </a:pPr>
            <a:r>
              <a:rPr lang="en-US" altLang="zh-CN" smtClean="0">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协议通过运用密钥技术</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在运用过程中</a:t>
            </a:r>
            <a:r>
              <a:rPr lang="en-US" altLang="zh-CN" smtClean="0">
                <a:latin typeface="微软雅黑" panose="020B0503020204020204" pitchFamily="34" charset="-122"/>
                <a:ea typeface="微软雅黑" panose="020B0503020204020204" pitchFamily="34" charset="-122"/>
              </a:rPr>
              <a:t>,</a:t>
            </a:r>
            <a:r>
              <a:rPr lang="zh-CN" altLang="en-US" smtClean="0">
                <a:latin typeface="微软雅黑" panose="020B0503020204020204" pitchFamily="34" charset="-122"/>
                <a:ea typeface="微软雅黑" panose="020B0503020204020204" pitchFamily="34" charset="-122"/>
              </a:rPr>
              <a:t>发送</a:t>
            </a:r>
            <a:r>
              <a:rPr lang="zh-CN" altLang="en-US">
                <a:latin typeface="微软雅黑" panose="020B0503020204020204" pitchFamily="34" charset="-122"/>
                <a:ea typeface="微软雅黑" panose="020B0503020204020204" pitchFamily="34" charset="-122"/>
              </a:rPr>
              <a:t>方用接收方的公钥将所要发送的信息加密之后再进行传送，而接收</a:t>
            </a:r>
            <a:r>
              <a:rPr lang="zh-CN" altLang="en-US" smtClean="0">
                <a:latin typeface="微软雅黑" panose="020B0503020204020204" pitchFamily="34" charset="-122"/>
                <a:ea typeface="微软雅黑" panose="020B0503020204020204" pitchFamily="34" charset="-122"/>
              </a:rPr>
              <a:t>方利用</a:t>
            </a:r>
            <a:r>
              <a:rPr lang="zh-CN" altLang="en-US">
                <a:latin typeface="微软雅黑" panose="020B0503020204020204" pitchFamily="34" charset="-122"/>
                <a:ea typeface="微软雅黑" panose="020B0503020204020204" pitchFamily="34" charset="-122"/>
              </a:rPr>
              <a:t>私钥进行解密之后来获取信息。这样一来，即使信息被窃取，因为</a:t>
            </a:r>
            <a:r>
              <a:rPr lang="zh-CN" altLang="en-US" smtClean="0">
                <a:latin typeface="微软雅黑" panose="020B0503020204020204" pitchFamily="34" charset="-122"/>
                <a:ea typeface="微软雅黑" panose="020B0503020204020204" pitchFamily="34" charset="-122"/>
              </a:rPr>
              <a:t>没有</a:t>
            </a:r>
            <a:r>
              <a:rPr lang="zh-CN" altLang="en-US">
                <a:latin typeface="微软雅黑" panose="020B0503020204020204" pitchFamily="34" charset="-122"/>
                <a:ea typeface="微软雅黑" panose="020B0503020204020204" pitchFamily="34" charset="-122"/>
              </a:rPr>
              <a:t>解密的密钥，也是没有办法获取可读信息的。</a:t>
            </a:r>
          </a:p>
        </p:txBody>
      </p:sp>
    </p:spTree>
    <p:extLst>
      <p:ext uri="{BB962C8B-B14F-4D97-AF65-F5344CB8AC3E}">
        <p14:creationId xmlns:p14="http://schemas.microsoft.com/office/powerpoint/2010/main" val="155378051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SSL</a:t>
            </a:r>
            <a:r>
              <a:rPr lang="zh-CN" altLang="en-US" smtClean="0"/>
              <a:t>协议缺点</a:t>
            </a:r>
            <a:endParaRPr lang="zh-CN" altLang="en-US"/>
          </a:p>
        </p:txBody>
      </p:sp>
      <p:sp>
        <p:nvSpPr>
          <p:cNvPr id="3" name="矩形 2"/>
          <p:cNvSpPr/>
          <p:nvPr/>
        </p:nvSpPr>
        <p:spPr>
          <a:xfrm>
            <a:off x="204281" y="777737"/>
            <a:ext cx="10000034" cy="2843855"/>
          </a:xfrm>
          <a:prstGeom prst="rect">
            <a:avLst/>
          </a:prstGeom>
        </p:spPr>
        <p:txBody>
          <a:bodyPr wrap="square">
            <a:spAutoFit/>
          </a:bodyPr>
          <a:lstStyle/>
          <a:p>
            <a:pPr marL="285750" indent="-285750">
              <a:lnSpc>
                <a:spcPct val="130000"/>
              </a:lnSpc>
              <a:spcBef>
                <a:spcPts val="600"/>
              </a:spcBef>
              <a:buFont typeface="Wingdings" panose="05000000000000000000" pitchFamily="2" charset="2"/>
              <a:buChar char="n"/>
            </a:pPr>
            <a:r>
              <a:rPr lang="en-US" altLang="zh-CN" smtClean="0">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协议无法提供基于</a:t>
            </a:r>
            <a:r>
              <a:rPr lang="en-US" altLang="zh-CN">
                <a:latin typeface="微软雅黑" panose="020B0503020204020204" pitchFamily="34" charset="-122"/>
                <a:ea typeface="微软雅黑" panose="020B0503020204020204" pitchFamily="34" charset="-122"/>
              </a:rPr>
              <a:t>UDP</a:t>
            </a:r>
            <a:r>
              <a:rPr lang="zh-CN" altLang="en-US">
                <a:latin typeface="微软雅黑" panose="020B0503020204020204" pitchFamily="34" charset="-122"/>
                <a:ea typeface="微软雅黑" panose="020B0503020204020204" pitchFamily="34" charset="-122"/>
              </a:rPr>
              <a:t>应用的安全</a:t>
            </a:r>
            <a:r>
              <a:rPr lang="zh-CN" altLang="en-US" smtClean="0">
                <a:latin typeface="微软雅黑" panose="020B0503020204020204" pitchFamily="34" charset="-122"/>
                <a:ea typeface="微软雅黑" panose="020B0503020204020204" pitchFamily="34" charset="-122"/>
              </a:rPr>
              <a:t>保护</a:t>
            </a:r>
            <a:endParaRPr lang="en-US" altLang="zh-CN" smtClean="0">
              <a:latin typeface="微软雅黑" panose="020B0503020204020204" pitchFamily="34" charset="-122"/>
              <a:ea typeface="微软雅黑" panose="020B0503020204020204" pitchFamily="34" charset="-122"/>
            </a:endParaRPr>
          </a:p>
          <a:p>
            <a:pPr>
              <a:lnSpc>
                <a:spcPct val="130000"/>
              </a:lnSpc>
              <a:spcBef>
                <a:spcPts val="600"/>
              </a:spcBef>
            </a:pPr>
            <a:r>
              <a:rPr lang="en-US" altLang="zh-CN" smtClean="0">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协议需要在握手之前建立</a:t>
            </a:r>
            <a:r>
              <a:rPr lang="en-US" altLang="zh-CN">
                <a:latin typeface="微软雅黑" panose="020B0503020204020204" pitchFamily="34" charset="-122"/>
                <a:ea typeface="微软雅黑" panose="020B0503020204020204" pitchFamily="34" charset="-122"/>
              </a:rPr>
              <a:t>TCP</a:t>
            </a:r>
            <a:r>
              <a:rPr lang="zh-CN" altLang="en-US">
                <a:latin typeface="微软雅黑" panose="020B0503020204020204" pitchFamily="34" charset="-122"/>
                <a:ea typeface="微软雅黑" panose="020B0503020204020204" pitchFamily="34" charset="-122"/>
              </a:rPr>
              <a:t>连接，因此不能对</a:t>
            </a:r>
            <a:r>
              <a:rPr lang="en-US" altLang="zh-CN">
                <a:latin typeface="微软雅黑" panose="020B0503020204020204" pitchFamily="34" charset="-122"/>
                <a:ea typeface="微软雅黑" panose="020B0503020204020204" pitchFamily="34" charset="-122"/>
              </a:rPr>
              <a:t>UDP</a:t>
            </a:r>
            <a:r>
              <a:rPr lang="zh-CN" altLang="en-US">
                <a:latin typeface="微软雅黑" panose="020B0503020204020204" pitchFamily="34" charset="-122"/>
                <a:ea typeface="微软雅黑" panose="020B0503020204020204" pitchFamily="34" charset="-122"/>
              </a:rPr>
              <a:t>应用进行保护。如果要兼顾</a:t>
            </a:r>
            <a:r>
              <a:rPr lang="en-US" altLang="zh-CN">
                <a:latin typeface="微软雅黑" panose="020B0503020204020204" pitchFamily="34" charset="-122"/>
                <a:ea typeface="微软雅黑" panose="020B0503020204020204" pitchFamily="34" charset="-122"/>
              </a:rPr>
              <a:t>UDP</a:t>
            </a:r>
            <a:r>
              <a:rPr lang="zh-CN" altLang="en-US">
                <a:latin typeface="微软雅黑" panose="020B0503020204020204" pitchFamily="34" charset="-122"/>
                <a:ea typeface="微软雅黑" panose="020B0503020204020204" pitchFamily="34" charset="-122"/>
              </a:rPr>
              <a:t>协议层之上的安全保护，可以采用</a:t>
            </a:r>
            <a:r>
              <a:rPr lang="en-US" altLang="zh-CN">
                <a:latin typeface="微软雅黑" panose="020B0503020204020204" pitchFamily="34" charset="-122"/>
                <a:ea typeface="微软雅黑" panose="020B0503020204020204" pitchFamily="34" charset="-122"/>
              </a:rPr>
              <a:t>IP</a:t>
            </a:r>
            <a:r>
              <a:rPr lang="zh-CN" altLang="en-US">
                <a:latin typeface="微软雅黑" panose="020B0503020204020204" pitchFamily="34" charset="-122"/>
                <a:ea typeface="微软雅黑" panose="020B0503020204020204" pitchFamily="34" charset="-122"/>
              </a:rPr>
              <a:t>层的安全解决方案。</a:t>
            </a:r>
          </a:p>
          <a:p>
            <a:pPr marL="285750" indent="-285750">
              <a:lnSpc>
                <a:spcPct val="130000"/>
              </a:lnSpc>
              <a:spcBef>
                <a:spcPts val="600"/>
              </a:spcBef>
              <a:buFont typeface="Wingdings" panose="05000000000000000000" pitchFamily="2" charset="2"/>
              <a:buChar char="n"/>
            </a:pP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协议不能对抗通信流量分析</a:t>
            </a:r>
            <a:endParaRPr lang="en-US" altLang="zh-CN">
              <a:latin typeface="微软雅黑" panose="020B0503020204020204" pitchFamily="34" charset="-122"/>
              <a:ea typeface="微软雅黑" panose="020B0503020204020204" pitchFamily="34" charset="-122"/>
            </a:endParaRPr>
          </a:p>
          <a:p>
            <a:pPr>
              <a:lnSpc>
                <a:spcPct val="130000"/>
              </a:lnSpc>
              <a:spcBef>
                <a:spcPts val="600"/>
              </a:spcBef>
            </a:pPr>
            <a:r>
              <a:rPr lang="zh-CN" altLang="en-US" smtClean="0">
                <a:latin typeface="微软雅黑" panose="020B0503020204020204" pitchFamily="34" charset="-122"/>
                <a:ea typeface="微软雅黑" panose="020B0503020204020204" pitchFamily="34" charset="-122"/>
              </a:rPr>
              <a:t>由于</a:t>
            </a:r>
            <a:r>
              <a:rPr lang="en-US" altLang="zh-CN">
                <a:latin typeface="微软雅黑" panose="020B0503020204020204" pitchFamily="34" charset="-122"/>
                <a:ea typeface="微软雅黑" panose="020B0503020204020204" pitchFamily="34" charset="-122"/>
              </a:rPr>
              <a:t>SSL</a:t>
            </a:r>
            <a:r>
              <a:rPr lang="zh-CN" altLang="en-US">
                <a:latin typeface="微软雅黑" panose="020B0503020204020204" pitchFamily="34" charset="-122"/>
                <a:ea typeface="微软雅黑" panose="020B0503020204020204" pitchFamily="34" charset="-122"/>
              </a:rPr>
              <a:t>只对应用数据进行保护，数据包的</a:t>
            </a:r>
            <a:r>
              <a:rPr lang="en-US" altLang="zh-CN">
                <a:latin typeface="微软雅黑" panose="020B0503020204020204" pitchFamily="34" charset="-122"/>
                <a:ea typeface="微软雅黑" panose="020B0503020204020204" pitchFamily="34" charset="-122"/>
              </a:rPr>
              <a:t>IP</a:t>
            </a:r>
            <a:r>
              <a:rPr lang="zh-CN" altLang="en-US">
                <a:latin typeface="微软雅黑" panose="020B0503020204020204" pitchFamily="34" charset="-122"/>
                <a:ea typeface="微软雅黑" panose="020B0503020204020204" pitchFamily="34" charset="-122"/>
              </a:rPr>
              <a:t>头和</a:t>
            </a:r>
            <a:r>
              <a:rPr lang="en-US" altLang="zh-CN">
                <a:latin typeface="微软雅黑" panose="020B0503020204020204" pitchFamily="34" charset="-122"/>
                <a:ea typeface="微软雅黑" panose="020B0503020204020204" pitchFamily="34" charset="-122"/>
              </a:rPr>
              <a:t>TCP</a:t>
            </a:r>
            <a:r>
              <a:rPr lang="zh-CN" altLang="en-US">
                <a:latin typeface="微软雅黑" panose="020B0503020204020204" pitchFamily="34" charset="-122"/>
                <a:ea typeface="微软雅黑" panose="020B0503020204020204" pitchFamily="34" charset="-122"/>
              </a:rPr>
              <a:t>头仍然暴露在外，通过检查没有加密的</a:t>
            </a:r>
            <a:r>
              <a:rPr lang="en-US" altLang="zh-CN">
                <a:latin typeface="微软雅黑" panose="020B0503020204020204" pitchFamily="34" charset="-122"/>
                <a:ea typeface="微软雅黑" panose="020B0503020204020204" pitchFamily="34" charset="-122"/>
              </a:rPr>
              <a:t>IP</a:t>
            </a:r>
            <a:r>
              <a:rPr lang="zh-CN" altLang="en-US">
                <a:latin typeface="微软雅黑" panose="020B0503020204020204" pitchFamily="34" charset="-122"/>
                <a:ea typeface="微软雅黑" panose="020B0503020204020204" pitchFamily="34" charset="-122"/>
              </a:rPr>
              <a:t>源和目的地址以及</a:t>
            </a:r>
            <a:r>
              <a:rPr lang="en-US" altLang="zh-CN">
                <a:latin typeface="微软雅黑" panose="020B0503020204020204" pitchFamily="34" charset="-122"/>
                <a:ea typeface="微软雅黑" panose="020B0503020204020204" pitchFamily="34" charset="-122"/>
              </a:rPr>
              <a:t>TCP</a:t>
            </a:r>
            <a:r>
              <a:rPr lang="zh-CN" altLang="en-US">
                <a:latin typeface="微软雅黑" panose="020B0503020204020204" pitchFamily="34" charset="-122"/>
                <a:ea typeface="微软雅黑" panose="020B0503020204020204" pitchFamily="34" charset="-122"/>
              </a:rPr>
              <a:t>端口号或者检查通信数据量，一个通信分析者依然可以揭示哪一方在使用什么服务，有时甚至揭露商业或私人关系的秘密</a:t>
            </a:r>
            <a:r>
              <a:rPr lang="zh-CN" altLang="en-US" smtClean="0">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883909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82955" y="0"/>
            <a:ext cx="7793038" cy="661481"/>
          </a:xfrm>
        </p:spPr>
        <p:txBody>
          <a:bodyPr/>
          <a:lstStyle/>
          <a:p>
            <a:pPr eaLnBrk="1" hangingPunct="1"/>
            <a:r>
              <a:rPr lang="en-US" altLang="zh-CN" dirty="0" smtClean="0"/>
              <a:t>11.6 </a:t>
            </a:r>
            <a:r>
              <a:rPr lang="zh-CN" altLang="en-US" dirty="0" smtClean="0"/>
              <a:t>代理协议</a:t>
            </a:r>
            <a:r>
              <a:rPr lang="en-US" altLang="zh-CN" dirty="0" smtClean="0"/>
              <a:t>---SOCKs</a:t>
            </a:r>
          </a:p>
        </p:txBody>
      </p:sp>
      <p:sp>
        <p:nvSpPr>
          <p:cNvPr id="116739" name="Rectangle 3"/>
          <p:cNvSpPr>
            <a:spLocks noGrp="1" noChangeArrowheads="1"/>
          </p:cNvSpPr>
          <p:nvPr>
            <p:ph idx="1"/>
          </p:nvPr>
        </p:nvSpPr>
        <p:spPr>
          <a:xfrm>
            <a:off x="290209" y="824926"/>
            <a:ext cx="9233170" cy="4255074"/>
          </a:xfrm>
        </p:spPr>
        <p:txBody>
          <a:bodyPr/>
          <a:lstStyle/>
          <a:p>
            <a:pPr eaLnBrk="1" hangingPunct="1">
              <a:lnSpc>
                <a:spcPct val="130000"/>
              </a:lnSpc>
              <a:buFont typeface="Wingdings" panose="05000000000000000000" pitchFamily="2" charset="2"/>
              <a:buNone/>
            </a:pPr>
            <a:r>
              <a:rPr lang="en-US" altLang="zh-CN" b="1" dirty="0">
                <a:solidFill>
                  <a:schemeClr val="hlink"/>
                </a:solidFill>
              </a:rPr>
              <a:t> 1</a:t>
            </a:r>
            <a:r>
              <a:rPr lang="zh-CN" altLang="en-US" b="1" dirty="0">
                <a:solidFill>
                  <a:schemeClr val="hlink"/>
                </a:solidFill>
              </a:rPr>
              <a:t>、代理协议</a:t>
            </a:r>
          </a:p>
          <a:p>
            <a:pPr eaLnBrk="1" hangingPunct="1">
              <a:lnSpc>
                <a:spcPct val="130000"/>
              </a:lnSpc>
              <a:buFont typeface="Wingdings" panose="05000000000000000000" pitchFamily="2" charset="2"/>
              <a:buNone/>
            </a:pPr>
            <a:r>
              <a:rPr lang="zh-CN" altLang="en-US" b="1" dirty="0"/>
              <a:t>  </a:t>
            </a:r>
            <a:r>
              <a:rPr lang="zh-CN" altLang="en-US" dirty="0"/>
              <a:t>  根据代理服务器的工作层次，可分为应用层代理、传输层代理和</a:t>
            </a:r>
            <a:r>
              <a:rPr lang="en-US" altLang="zh-CN" dirty="0"/>
              <a:t>SOCKS</a:t>
            </a:r>
            <a:r>
              <a:rPr lang="zh-CN" altLang="en-US" dirty="0"/>
              <a:t>代理。</a:t>
            </a:r>
          </a:p>
          <a:p>
            <a:pPr eaLnBrk="1" hangingPunct="1">
              <a:lnSpc>
                <a:spcPct val="130000"/>
              </a:lnSpc>
              <a:buFont typeface="Wingdings" panose="05000000000000000000" pitchFamily="2" charset="2"/>
              <a:buNone/>
            </a:pPr>
            <a:r>
              <a:rPr lang="zh-CN" altLang="en-US" dirty="0"/>
              <a:t>     应用层代理工作在</a:t>
            </a:r>
            <a:r>
              <a:rPr lang="en-US" altLang="zh-CN" dirty="0"/>
              <a:t>TCP/ IP </a:t>
            </a:r>
            <a:r>
              <a:rPr lang="zh-CN" altLang="en-US" dirty="0"/>
              <a:t>模型的应用层之上，对不同的代理提供不同的处理方法，只能用于支持应用层协议的代理</a:t>
            </a:r>
            <a:r>
              <a:rPr lang="en-US" altLang="zh-CN" dirty="0"/>
              <a:t>(</a:t>
            </a:r>
            <a:r>
              <a:rPr lang="zh-CN" altLang="en-US" dirty="0"/>
              <a:t>如</a:t>
            </a:r>
            <a:r>
              <a:rPr lang="en-US" altLang="zh-CN" dirty="0"/>
              <a:t>HTTP</a:t>
            </a:r>
            <a:r>
              <a:rPr lang="zh-CN" altLang="en-US" dirty="0"/>
              <a:t>、</a:t>
            </a:r>
            <a:r>
              <a:rPr lang="en-US" altLang="zh-CN" dirty="0"/>
              <a:t>FTP)</a:t>
            </a:r>
          </a:p>
          <a:p>
            <a:pPr eaLnBrk="1" hangingPunct="1">
              <a:lnSpc>
                <a:spcPct val="130000"/>
              </a:lnSpc>
              <a:buFont typeface="Wingdings" panose="05000000000000000000" pitchFamily="2" charset="2"/>
              <a:buNone/>
            </a:pPr>
            <a:r>
              <a:rPr lang="en-US" altLang="zh-CN" dirty="0"/>
              <a:t>     SOCKS</a:t>
            </a:r>
            <a:r>
              <a:rPr lang="zh-CN" altLang="en-US" dirty="0"/>
              <a:t>代理工作在</a:t>
            </a:r>
            <a:r>
              <a:rPr lang="en-US" altLang="zh-CN" dirty="0"/>
              <a:t>TCP/IP</a:t>
            </a:r>
            <a:r>
              <a:rPr lang="zh-CN" altLang="en-US" dirty="0"/>
              <a:t>模型的应用层和传输</a:t>
            </a:r>
            <a:r>
              <a:rPr lang="zh-CN" altLang="en-US"/>
              <a:t>层</a:t>
            </a:r>
            <a:r>
              <a:rPr lang="zh-CN" altLang="en-US" smtClean="0"/>
              <a:t>之间</a:t>
            </a:r>
            <a:endParaRPr lang="en-US" altLang="zh-CN" smtClean="0"/>
          </a:p>
          <a:p>
            <a:pPr marL="719138" lvl="2" indent="-363538">
              <a:buFont typeface="Wingdings" panose="05000000000000000000" pitchFamily="2" charset="2"/>
              <a:buChar char="n"/>
            </a:pPr>
            <a:r>
              <a:rPr lang="zh-CN" altLang="en-US" smtClean="0"/>
              <a:t>使用端口</a:t>
            </a:r>
            <a:r>
              <a:rPr lang="en-US" altLang="zh-CN" smtClean="0"/>
              <a:t>1080</a:t>
            </a:r>
            <a:endParaRPr lang="zh-CN" altLang="en-US" smtClean="0"/>
          </a:p>
          <a:p>
            <a:pPr marL="719138" lvl="2" indent="-363538">
              <a:buFont typeface="Wingdings" panose="05000000000000000000" pitchFamily="2" charset="2"/>
              <a:buChar char="n"/>
            </a:pPr>
            <a:r>
              <a:rPr lang="zh-CN" altLang="en-US" smtClean="0"/>
              <a:t>可</a:t>
            </a:r>
            <a:r>
              <a:rPr lang="zh-CN" altLang="en-US"/>
              <a:t>转发所有高层应用，对操作系统无限制。</a:t>
            </a:r>
          </a:p>
          <a:p>
            <a:pPr marL="719138" lvl="2" indent="-363538">
              <a:buFont typeface="Wingdings" panose="05000000000000000000" pitchFamily="2" charset="2"/>
              <a:buChar char="n"/>
            </a:pPr>
            <a:r>
              <a:rPr lang="zh-CN" altLang="en-US"/>
              <a:t>专门设计用于防火墙</a:t>
            </a:r>
          </a:p>
          <a:p>
            <a:pPr marL="719138" lvl="2" indent="-363538">
              <a:buFont typeface="Wingdings" panose="05000000000000000000" pitchFamily="2" charset="2"/>
              <a:buChar char="n"/>
            </a:pPr>
            <a:r>
              <a:rPr lang="zh-CN" altLang="en-US"/>
              <a:t>在应用层和传输层之间垫了一层</a:t>
            </a:r>
          </a:p>
          <a:p>
            <a:pPr marL="719138" lvl="2" indent="-363538">
              <a:buFont typeface="Wingdings" panose="05000000000000000000" pitchFamily="2" charset="2"/>
              <a:buChar char="n"/>
            </a:pPr>
            <a:r>
              <a:rPr lang="zh-CN" altLang="en-US" smtClean="0"/>
              <a:t>不</a:t>
            </a:r>
            <a:r>
              <a:rPr lang="zh-CN" altLang="en-US"/>
              <a:t>支持</a:t>
            </a:r>
            <a:r>
              <a:rPr lang="en-US" altLang="zh-CN"/>
              <a:t>ICMP</a:t>
            </a:r>
            <a:r>
              <a:rPr lang="zh-CN" altLang="en-US"/>
              <a:t>转发</a:t>
            </a:r>
            <a:endParaRPr lang="zh-CN" altLang="en-US" dirty="0"/>
          </a:p>
        </p:txBody>
      </p:sp>
      <p:pic>
        <p:nvPicPr>
          <p:cNvPr id="2" name="图片 1"/>
          <p:cNvPicPr>
            <a:picLocks noChangeAspect="1"/>
          </p:cNvPicPr>
          <p:nvPr/>
        </p:nvPicPr>
        <p:blipFill>
          <a:blip r:embed="rId2"/>
          <a:stretch>
            <a:fillRect/>
          </a:stretch>
        </p:blipFill>
        <p:spPr>
          <a:xfrm>
            <a:off x="6300258" y="3265730"/>
            <a:ext cx="5010150" cy="2543175"/>
          </a:xfrm>
          <a:prstGeom prst="rect">
            <a:avLst/>
          </a:prstGeom>
        </p:spPr>
      </p:pic>
    </p:spTree>
    <p:extLst>
      <p:ext uri="{BB962C8B-B14F-4D97-AF65-F5344CB8AC3E}">
        <p14:creationId xmlns:p14="http://schemas.microsoft.com/office/powerpoint/2010/main" val="234850350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42026"/>
          </a:xfrm>
        </p:spPr>
        <p:txBody>
          <a:bodyPr/>
          <a:lstStyle/>
          <a:p>
            <a:pPr eaLnBrk="1" hangingPunct="1"/>
            <a:r>
              <a:rPr lang="en-US" altLang="zh-CN" dirty="0" smtClean="0"/>
              <a:t>11.6 </a:t>
            </a:r>
            <a:r>
              <a:rPr lang="zh-CN" altLang="en-US" dirty="0" smtClean="0"/>
              <a:t>代理协议</a:t>
            </a:r>
            <a:r>
              <a:rPr lang="en-US" altLang="zh-CN" dirty="0" smtClean="0"/>
              <a:t>---SOCKs</a:t>
            </a:r>
          </a:p>
        </p:txBody>
      </p:sp>
      <p:sp>
        <p:nvSpPr>
          <p:cNvPr id="117762" name="Rectangle 3"/>
          <p:cNvSpPr>
            <a:spLocks noGrp="1" noChangeArrowheads="1"/>
          </p:cNvSpPr>
          <p:nvPr>
            <p:ph idx="1"/>
          </p:nvPr>
        </p:nvSpPr>
        <p:spPr>
          <a:xfrm>
            <a:off x="169694" y="886568"/>
            <a:ext cx="10170808" cy="4343400"/>
          </a:xfrm>
        </p:spPr>
        <p:txBody>
          <a:bodyPr/>
          <a:lstStyle/>
          <a:p>
            <a:pPr eaLnBrk="1" hangingPunct="1">
              <a:lnSpc>
                <a:spcPct val="130000"/>
              </a:lnSpc>
              <a:buFont typeface="Wingdings" panose="05000000000000000000" pitchFamily="2" charset="2"/>
              <a:buNone/>
            </a:pPr>
            <a:r>
              <a:rPr lang="en-US" altLang="zh-CN" b="1" dirty="0">
                <a:solidFill>
                  <a:schemeClr val="hlink"/>
                </a:solidFill>
              </a:rPr>
              <a:t>2</a:t>
            </a:r>
            <a:r>
              <a:rPr lang="zh-CN" altLang="en-US" b="1" dirty="0">
                <a:solidFill>
                  <a:schemeClr val="hlink"/>
                </a:solidFill>
              </a:rPr>
              <a:t>、</a:t>
            </a:r>
            <a:r>
              <a:rPr lang="en-US" altLang="zh-CN" b="1" dirty="0">
                <a:solidFill>
                  <a:schemeClr val="hlink"/>
                </a:solidFill>
              </a:rPr>
              <a:t>SOCKs</a:t>
            </a:r>
            <a:r>
              <a:rPr lang="zh-CN" altLang="en-US" b="1" dirty="0">
                <a:solidFill>
                  <a:schemeClr val="hlink"/>
                </a:solidFill>
              </a:rPr>
              <a:t>代理</a:t>
            </a:r>
          </a:p>
          <a:p>
            <a:pPr eaLnBrk="1" hangingPunct="1">
              <a:lnSpc>
                <a:spcPct val="130000"/>
              </a:lnSpc>
              <a:buFont typeface="Wingdings" panose="05000000000000000000" pitchFamily="2" charset="2"/>
              <a:buNone/>
            </a:pPr>
            <a:r>
              <a:rPr lang="en-US" altLang="zh-CN" smtClean="0"/>
              <a:t>1</a:t>
            </a:r>
            <a:r>
              <a:rPr lang="zh-CN" altLang="en-US" dirty="0"/>
              <a:t>）</a:t>
            </a:r>
            <a:r>
              <a:rPr lang="en-US" altLang="zh-CN" dirty="0"/>
              <a:t>Socks </a:t>
            </a:r>
            <a:r>
              <a:rPr lang="zh-CN" altLang="en-US" dirty="0"/>
              <a:t>协议是基于客户机</a:t>
            </a:r>
            <a:r>
              <a:rPr lang="en-US" altLang="zh-CN" dirty="0"/>
              <a:t>/ </a:t>
            </a:r>
            <a:r>
              <a:rPr lang="zh-CN" altLang="en-US" dirty="0"/>
              <a:t>服务器结构的代理协议</a:t>
            </a:r>
          </a:p>
          <a:p>
            <a:pPr eaLnBrk="1" hangingPunct="1">
              <a:lnSpc>
                <a:spcPct val="130000"/>
              </a:lnSpc>
              <a:buFont typeface="Wingdings" panose="05000000000000000000" pitchFamily="2" charset="2"/>
              <a:buNone/>
            </a:pPr>
            <a:r>
              <a:rPr lang="en-US" altLang="zh-CN" smtClean="0"/>
              <a:t>2</a:t>
            </a:r>
            <a:r>
              <a:rPr lang="zh-CN" altLang="en-US" dirty="0"/>
              <a:t>）在客户</a:t>
            </a:r>
            <a:r>
              <a:rPr lang="en-US" altLang="zh-CN" dirty="0"/>
              <a:t>/</a:t>
            </a:r>
            <a:r>
              <a:rPr lang="zh-CN" altLang="en-US" dirty="0"/>
              <a:t>服务器模型中，存在客户</a:t>
            </a:r>
            <a:r>
              <a:rPr lang="en-US" altLang="zh-CN" dirty="0"/>
              <a:t>Client</a:t>
            </a:r>
            <a:r>
              <a:rPr lang="zh-CN" altLang="en-US" dirty="0"/>
              <a:t>和服务器</a:t>
            </a:r>
            <a:r>
              <a:rPr lang="en-US" altLang="zh-CN" dirty="0"/>
              <a:t>Server</a:t>
            </a:r>
            <a:r>
              <a:rPr lang="zh-CN" altLang="en-US" dirty="0"/>
              <a:t>两个实体。采用</a:t>
            </a:r>
            <a:r>
              <a:rPr lang="en-US" altLang="zh-CN" dirty="0"/>
              <a:t>SOCKs</a:t>
            </a:r>
            <a:r>
              <a:rPr lang="zh-CN" altLang="en-US" dirty="0"/>
              <a:t>代理技术，则</a:t>
            </a:r>
            <a:r>
              <a:rPr lang="en-US" altLang="zh-CN" dirty="0"/>
              <a:t>SOCKs</a:t>
            </a:r>
            <a:r>
              <a:rPr lang="zh-CN" altLang="en-US" dirty="0"/>
              <a:t>代理服务器对客户</a:t>
            </a:r>
            <a:r>
              <a:rPr lang="en-US" altLang="zh-CN" dirty="0"/>
              <a:t>Client</a:t>
            </a:r>
            <a:r>
              <a:rPr lang="zh-CN" altLang="en-US" dirty="0"/>
              <a:t>而言，其是服务器，对服务器</a:t>
            </a:r>
            <a:r>
              <a:rPr lang="en-US" altLang="zh-CN" dirty="0"/>
              <a:t>Server</a:t>
            </a:r>
            <a:r>
              <a:rPr lang="zh-CN" altLang="en-US" dirty="0"/>
              <a:t>而言，其是客户</a:t>
            </a:r>
          </a:p>
          <a:p>
            <a:pPr eaLnBrk="1" hangingPunct="1">
              <a:lnSpc>
                <a:spcPct val="130000"/>
              </a:lnSpc>
              <a:buFont typeface="Wingdings" panose="05000000000000000000" pitchFamily="2" charset="2"/>
              <a:buNone/>
            </a:pPr>
            <a:r>
              <a:rPr lang="en-US" altLang="zh-CN" smtClean="0"/>
              <a:t>3</a:t>
            </a:r>
            <a:r>
              <a:rPr lang="zh-CN" altLang="en-US" dirty="0"/>
              <a:t>）它处理的对象主要是</a:t>
            </a:r>
            <a:r>
              <a:rPr lang="zh-CN" altLang="en-US" dirty="0">
                <a:solidFill>
                  <a:schemeClr val="hlink"/>
                </a:solidFill>
              </a:rPr>
              <a:t>传输层上</a:t>
            </a:r>
            <a:r>
              <a:rPr lang="zh-CN" altLang="en-US">
                <a:solidFill>
                  <a:schemeClr val="hlink"/>
                </a:solidFill>
              </a:rPr>
              <a:t>的</a:t>
            </a:r>
            <a:r>
              <a:rPr lang="zh-CN" altLang="en-US" smtClean="0">
                <a:solidFill>
                  <a:schemeClr val="hlink"/>
                </a:solidFill>
              </a:rPr>
              <a:t>数据包</a:t>
            </a:r>
            <a:r>
              <a:rPr lang="zh-CN" altLang="en-US" smtClean="0"/>
              <a:t>，是</a:t>
            </a:r>
            <a:r>
              <a:rPr lang="zh-CN" altLang="en-US" dirty="0"/>
              <a:t>一种兼具传统应用</a:t>
            </a:r>
            <a:r>
              <a:rPr lang="zh-CN" altLang="en-US"/>
              <a:t>代理</a:t>
            </a:r>
            <a:r>
              <a:rPr lang="zh-CN" altLang="en-US" smtClean="0"/>
              <a:t>特点，同时</a:t>
            </a:r>
            <a:r>
              <a:rPr lang="zh-CN" altLang="en-US" dirty="0"/>
              <a:t>又具有良好透明性的通用代理技术</a:t>
            </a:r>
          </a:p>
          <a:p>
            <a:pPr eaLnBrk="1" hangingPunct="1">
              <a:lnSpc>
                <a:spcPct val="130000"/>
              </a:lnSpc>
              <a:buFont typeface="Wingdings" panose="05000000000000000000" pitchFamily="2" charset="2"/>
              <a:buNone/>
            </a:pPr>
            <a:r>
              <a:rPr lang="en-US" altLang="zh-CN" smtClean="0"/>
              <a:t>4</a:t>
            </a:r>
            <a:r>
              <a:rPr lang="zh-CN" altLang="en-US" dirty="0"/>
              <a:t>）</a:t>
            </a:r>
            <a:r>
              <a:rPr lang="zh-CN" altLang="en-US" b="1" dirty="0">
                <a:solidFill>
                  <a:schemeClr val="hlink"/>
                </a:solidFill>
              </a:rPr>
              <a:t>连接请求</a:t>
            </a:r>
            <a:r>
              <a:rPr lang="zh-CN" altLang="en-US" dirty="0"/>
              <a:t>、</a:t>
            </a:r>
            <a:r>
              <a:rPr lang="zh-CN" altLang="en-US" b="1" dirty="0">
                <a:solidFill>
                  <a:schemeClr val="hlink"/>
                </a:solidFill>
              </a:rPr>
              <a:t>代理链路的建立</a:t>
            </a:r>
            <a:r>
              <a:rPr lang="zh-CN" altLang="en-US" dirty="0"/>
              <a:t>和</a:t>
            </a:r>
            <a:r>
              <a:rPr lang="zh-CN" altLang="en-US" b="1" dirty="0">
                <a:solidFill>
                  <a:schemeClr val="hlink"/>
                </a:solidFill>
              </a:rPr>
              <a:t>应用数据中转</a:t>
            </a:r>
            <a:r>
              <a:rPr lang="en-US" altLang="zh-CN" dirty="0"/>
              <a:t>(</a:t>
            </a:r>
            <a:r>
              <a:rPr lang="en-US" altLang="zh-CN"/>
              <a:t>SOCKv4</a:t>
            </a:r>
            <a:r>
              <a:rPr lang="en-US" altLang="zh-CN" smtClean="0"/>
              <a:t>)</a:t>
            </a:r>
            <a:r>
              <a:rPr lang="zh-CN" altLang="en-US" smtClean="0"/>
              <a:t>，</a:t>
            </a:r>
            <a:endParaRPr lang="zh-CN" altLang="en-US" dirty="0"/>
          </a:p>
          <a:p>
            <a:pPr eaLnBrk="1" hangingPunct="1">
              <a:lnSpc>
                <a:spcPct val="130000"/>
              </a:lnSpc>
              <a:buFont typeface="Wingdings" panose="05000000000000000000" pitchFamily="2" charset="2"/>
              <a:buNone/>
            </a:pPr>
            <a:r>
              <a:rPr lang="zh-CN" altLang="en-US" b="1" smtClean="0">
                <a:solidFill>
                  <a:schemeClr val="hlink"/>
                </a:solidFill>
              </a:rPr>
              <a:t>     鉴别</a:t>
            </a:r>
            <a:r>
              <a:rPr lang="zh-CN" altLang="en-US" b="1" dirty="0">
                <a:solidFill>
                  <a:schemeClr val="hlink"/>
                </a:solidFill>
              </a:rPr>
              <a:t>功能</a:t>
            </a:r>
            <a:r>
              <a:rPr lang="en-US" altLang="zh-CN" dirty="0"/>
              <a:t>(SOCKv5)</a:t>
            </a:r>
          </a:p>
        </p:txBody>
      </p:sp>
    </p:spTree>
    <p:extLst>
      <p:ext uri="{BB962C8B-B14F-4D97-AF65-F5344CB8AC3E}">
        <p14:creationId xmlns:p14="http://schemas.microsoft.com/office/powerpoint/2010/main" val="174119242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7793038" cy="661481"/>
          </a:xfrm>
        </p:spPr>
        <p:txBody>
          <a:bodyPr/>
          <a:lstStyle/>
          <a:p>
            <a:pPr eaLnBrk="1" hangingPunct="1"/>
            <a:r>
              <a:rPr lang="en-US" altLang="zh-CN" dirty="0" smtClean="0"/>
              <a:t>11.6 </a:t>
            </a:r>
            <a:r>
              <a:rPr lang="zh-CN" altLang="en-US" dirty="0" smtClean="0"/>
              <a:t>代理协议</a:t>
            </a:r>
            <a:r>
              <a:rPr lang="en-US" altLang="zh-CN" dirty="0" smtClean="0"/>
              <a:t>---SOCKs</a:t>
            </a:r>
          </a:p>
        </p:txBody>
      </p:sp>
      <p:sp>
        <p:nvSpPr>
          <p:cNvPr id="118786" name="Rectangle 3"/>
          <p:cNvSpPr>
            <a:spLocks noGrp="1" noChangeArrowheads="1"/>
          </p:cNvSpPr>
          <p:nvPr>
            <p:ph idx="1"/>
          </p:nvPr>
        </p:nvSpPr>
        <p:spPr>
          <a:xfrm>
            <a:off x="256161" y="950068"/>
            <a:ext cx="8229600" cy="4114800"/>
          </a:xfrm>
        </p:spPr>
        <p:txBody>
          <a:bodyPr/>
          <a:lstStyle/>
          <a:p>
            <a:pPr eaLnBrk="1" hangingPunct="1">
              <a:lnSpc>
                <a:spcPct val="130000"/>
              </a:lnSpc>
              <a:buFont typeface="Wingdings" panose="05000000000000000000" pitchFamily="2" charset="2"/>
              <a:buNone/>
            </a:pPr>
            <a:r>
              <a:rPr lang="en-US" altLang="zh-CN" b="1">
                <a:solidFill>
                  <a:schemeClr val="hlink"/>
                </a:solidFill>
              </a:rPr>
              <a:t>3</a:t>
            </a:r>
            <a:r>
              <a:rPr lang="zh-CN" altLang="en-US" b="1">
                <a:solidFill>
                  <a:schemeClr val="hlink"/>
                </a:solidFill>
              </a:rPr>
              <a:t>、</a:t>
            </a:r>
            <a:r>
              <a:rPr lang="en-US" altLang="zh-CN" b="1">
                <a:solidFill>
                  <a:schemeClr val="hlink"/>
                </a:solidFill>
              </a:rPr>
              <a:t>SOCKs</a:t>
            </a:r>
            <a:r>
              <a:rPr lang="zh-CN" altLang="en-US" b="1">
                <a:solidFill>
                  <a:schemeClr val="hlink"/>
                </a:solidFill>
              </a:rPr>
              <a:t>工作过程</a:t>
            </a:r>
          </a:p>
          <a:p>
            <a:pPr eaLnBrk="1" hangingPunct="1">
              <a:lnSpc>
                <a:spcPct val="130000"/>
              </a:lnSpc>
              <a:buFont typeface="Wingdings" panose="05000000000000000000" pitchFamily="2" charset="2"/>
              <a:buNone/>
            </a:pPr>
            <a:r>
              <a:rPr lang="zh-CN" altLang="en-US" b="1">
                <a:solidFill>
                  <a:schemeClr val="hlink"/>
                </a:solidFill>
              </a:rPr>
              <a:t>     </a:t>
            </a:r>
            <a:r>
              <a:rPr lang="en-US" altLang="zh-CN" b="1">
                <a:solidFill>
                  <a:schemeClr val="hlink"/>
                </a:solidFill>
              </a:rPr>
              <a:t>(1) </a:t>
            </a:r>
            <a:r>
              <a:rPr lang="zh-CN" altLang="en-US" b="1">
                <a:solidFill>
                  <a:schemeClr val="hlink"/>
                </a:solidFill>
              </a:rPr>
              <a:t>连接请求、用户鉴别</a:t>
            </a:r>
            <a:r>
              <a:rPr lang="en-US" altLang="zh-CN" b="1">
                <a:solidFill>
                  <a:schemeClr val="hlink"/>
                </a:solidFill>
              </a:rPr>
              <a:t>(Sockv5)</a:t>
            </a:r>
          </a:p>
          <a:p>
            <a:pPr eaLnBrk="1" hangingPunct="1">
              <a:lnSpc>
                <a:spcPct val="130000"/>
              </a:lnSpc>
              <a:buFont typeface="Wingdings" panose="05000000000000000000" pitchFamily="2" charset="2"/>
              <a:buNone/>
            </a:pPr>
            <a:r>
              <a:rPr lang="en-US" altLang="zh-CN" b="1"/>
              <a:t>            1</a:t>
            </a:r>
            <a:r>
              <a:rPr lang="zh-CN" altLang="en-US" b="1"/>
              <a:t>）客户和代理间建立</a:t>
            </a:r>
            <a:r>
              <a:rPr lang="en-US" altLang="zh-CN" b="1"/>
              <a:t>TCP</a:t>
            </a:r>
            <a:r>
              <a:rPr lang="zh-CN" altLang="en-US" b="1"/>
              <a:t>连接</a:t>
            </a:r>
          </a:p>
          <a:p>
            <a:pPr eaLnBrk="1" hangingPunct="1">
              <a:lnSpc>
                <a:spcPct val="130000"/>
              </a:lnSpc>
              <a:buFont typeface="Wingdings" panose="05000000000000000000" pitchFamily="2" charset="2"/>
              <a:buNone/>
            </a:pPr>
            <a:r>
              <a:rPr lang="zh-CN" altLang="en-US" b="1"/>
              <a:t>            </a:t>
            </a:r>
            <a:r>
              <a:rPr lang="en-US" altLang="zh-CN" b="1"/>
              <a:t>2</a:t>
            </a:r>
            <a:r>
              <a:rPr lang="zh-CN" altLang="en-US" b="1"/>
              <a:t>）协商认证模式（客户向代理发送选择报文）</a:t>
            </a:r>
          </a:p>
          <a:p>
            <a:pPr eaLnBrk="1" hangingPunct="1">
              <a:lnSpc>
                <a:spcPct val="130000"/>
              </a:lnSpc>
              <a:buFont typeface="Wingdings" panose="05000000000000000000" pitchFamily="2" charset="2"/>
              <a:buNone/>
            </a:pPr>
            <a:r>
              <a:rPr lang="zh-CN" altLang="en-US" b="1"/>
              <a:t>            </a:t>
            </a:r>
            <a:r>
              <a:rPr lang="en-US" altLang="zh-CN" b="1"/>
              <a:t>3</a:t>
            </a:r>
            <a:r>
              <a:rPr lang="zh-CN" altLang="en-US" b="1"/>
              <a:t>）根据</a:t>
            </a:r>
            <a:r>
              <a:rPr lang="en-US" altLang="zh-CN" b="1"/>
              <a:t>2</a:t>
            </a:r>
            <a:r>
              <a:rPr lang="zh-CN" altLang="en-US" b="1"/>
              <a:t>）进行身份验证</a:t>
            </a:r>
          </a:p>
          <a:p>
            <a:pPr eaLnBrk="1" hangingPunct="1">
              <a:lnSpc>
                <a:spcPct val="130000"/>
              </a:lnSpc>
              <a:buFont typeface="Wingdings" panose="05000000000000000000" pitchFamily="2" charset="2"/>
              <a:buNone/>
            </a:pPr>
            <a:r>
              <a:rPr lang="zh-CN" altLang="en-US" b="1"/>
              <a:t>                  若为</a:t>
            </a:r>
            <a:r>
              <a:rPr lang="en-US" altLang="zh-CN" b="1"/>
              <a:t>user/pass:</a:t>
            </a:r>
          </a:p>
          <a:p>
            <a:pPr eaLnBrk="1" hangingPunct="1">
              <a:lnSpc>
                <a:spcPct val="130000"/>
              </a:lnSpc>
              <a:buFont typeface="Wingdings" panose="05000000000000000000" pitchFamily="2" charset="2"/>
              <a:buNone/>
            </a:pPr>
            <a:r>
              <a:rPr lang="en-US" altLang="zh-CN" b="1"/>
              <a:t>                     </a:t>
            </a:r>
            <a:r>
              <a:rPr lang="zh-CN" altLang="en-US" b="1"/>
              <a:t>则客户向代理传送用户名和口令（明文模式</a:t>
            </a:r>
            <a:r>
              <a:rPr lang="en-US" altLang="zh-CN" b="1"/>
              <a:t>)</a:t>
            </a:r>
          </a:p>
          <a:p>
            <a:pPr eaLnBrk="1" hangingPunct="1">
              <a:lnSpc>
                <a:spcPct val="130000"/>
              </a:lnSpc>
              <a:buFont typeface="Wingdings" panose="05000000000000000000" pitchFamily="2" charset="2"/>
              <a:buNone/>
            </a:pPr>
            <a:r>
              <a:rPr lang="en-US" altLang="zh-CN" b="1">
                <a:solidFill>
                  <a:schemeClr val="hlink"/>
                </a:solidFill>
              </a:rPr>
              <a:t>        </a:t>
            </a:r>
          </a:p>
        </p:txBody>
      </p:sp>
    </p:spTree>
    <p:extLst>
      <p:ext uri="{BB962C8B-B14F-4D97-AF65-F5344CB8AC3E}">
        <p14:creationId xmlns:p14="http://schemas.microsoft.com/office/powerpoint/2010/main" val="118889378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p:cNvSpPr>
            <a:spLocks noChangeArrowheads="1"/>
          </p:cNvSpPr>
          <p:nvPr/>
        </p:nvSpPr>
        <p:spPr bwMode="auto">
          <a:xfrm>
            <a:off x="1303439" y="1477018"/>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2400">
              <a:latin typeface="Times New Roman" panose="02020603050405020304" pitchFamily="18" charset="0"/>
            </a:endParaRPr>
          </a:p>
        </p:txBody>
      </p:sp>
      <p:grpSp>
        <p:nvGrpSpPr>
          <p:cNvPr id="119811" name="Group 25"/>
          <p:cNvGrpSpPr>
            <a:grpSpLocks/>
          </p:cNvGrpSpPr>
          <p:nvPr/>
        </p:nvGrpSpPr>
        <p:grpSpPr bwMode="auto">
          <a:xfrm>
            <a:off x="3967264" y="1707204"/>
            <a:ext cx="5791200" cy="990600"/>
            <a:chOff x="-3" y="400"/>
            <a:chExt cx="2640" cy="1042"/>
          </a:xfrm>
        </p:grpSpPr>
        <p:grpSp>
          <p:nvGrpSpPr>
            <p:cNvPr id="119831" name="Group 23"/>
            <p:cNvGrpSpPr>
              <a:grpSpLocks/>
            </p:cNvGrpSpPr>
            <p:nvPr/>
          </p:nvGrpSpPr>
          <p:grpSpPr bwMode="auto">
            <a:xfrm>
              <a:off x="0" y="403"/>
              <a:ext cx="2634" cy="1036"/>
              <a:chOff x="0" y="403"/>
              <a:chExt cx="2634" cy="1036"/>
            </a:xfrm>
          </p:grpSpPr>
          <p:grpSp>
            <p:nvGrpSpPr>
              <p:cNvPr id="119833" name="Group 12"/>
              <p:cNvGrpSpPr>
                <a:grpSpLocks/>
              </p:cNvGrpSpPr>
              <p:nvPr/>
            </p:nvGrpSpPr>
            <p:grpSpPr bwMode="auto">
              <a:xfrm>
                <a:off x="0" y="403"/>
                <a:ext cx="590" cy="518"/>
                <a:chOff x="0" y="403"/>
                <a:chExt cx="590" cy="518"/>
              </a:xfrm>
            </p:grpSpPr>
            <p:sp>
              <p:nvSpPr>
                <p:cNvPr id="119849" name="Rectangle 5"/>
                <p:cNvSpPr>
                  <a:spLocks noChangeArrowheads="1"/>
                </p:cNvSpPr>
                <p:nvPr/>
              </p:nvSpPr>
              <p:spPr bwMode="auto">
                <a:xfrm>
                  <a:off x="43" y="403"/>
                  <a:ext cx="50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600">
                      <a:latin typeface="Times New Roman" panose="02020603050405020304" pitchFamily="18" charset="0"/>
                    </a:rPr>
                    <a:t>版本号</a:t>
                  </a:r>
                  <a:endParaRPr kumimoji="1" lang="zh-CN" altLang="en-US" sz="1600">
                    <a:latin typeface="宋体" panose="02010600030101010101" pitchFamily="2" charset="-122"/>
                  </a:endParaRPr>
                </a:p>
                <a:p>
                  <a:pPr algn="just"/>
                  <a:endParaRPr kumimoji="1" lang="en-US" altLang="zh-CN" sz="1600">
                    <a:latin typeface="Times New Roman" panose="02020603050405020304" pitchFamily="18" charset="0"/>
                  </a:endParaRPr>
                </a:p>
              </p:txBody>
            </p:sp>
            <p:sp>
              <p:nvSpPr>
                <p:cNvPr id="119850" name="Rectangle 11"/>
                <p:cNvSpPr>
                  <a:spLocks noChangeArrowheads="1"/>
                </p:cNvSpPr>
                <p:nvPr/>
              </p:nvSpPr>
              <p:spPr bwMode="auto">
                <a:xfrm>
                  <a:off x="0" y="403"/>
                  <a:ext cx="590"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34" name="Group 14"/>
              <p:cNvGrpSpPr>
                <a:grpSpLocks/>
              </p:cNvGrpSpPr>
              <p:nvPr/>
            </p:nvGrpSpPr>
            <p:grpSpPr bwMode="auto">
              <a:xfrm>
                <a:off x="590" y="403"/>
                <a:ext cx="1022" cy="518"/>
                <a:chOff x="590" y="403"/>
                <a:chExt cx="1022" cy="518"/>
              </a:xfrm>
            </p:grpSpPr>
            <p:sp>
              <p:nvSpPr>
                <p:cNvPr id="119847" name="Rectangle 6"/>
                <p:cNvSpPr>
                  <a:spLocks noChangeArrowheads="1"/>
                </p:cNvSpPr>
                <p:nvPr/>
              </p:nvSpPr>
              <p:spPr bwMode="auto">
                <a:xfrm>
                  <a:off x="633" y="403"/>
                  <a:ext cx="93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600">
                      <a:latin typeface="Times New Roman" panose="02020603050405020304" pitchFamily="18" charset="0"/>
                    </a:rPr>
                    <a:t>选择认证方法号</a:t>
                  </a:r>
                  <a:endParaRPr kumimoji="1" lang="zh-CN" altLang="en-US" sz="1600">
                    <a:latin typeface="宋体" panose="02010600030101010101" pitchFamily="2" charset="-122"/>
                  </a:endParaRPr>
                </a:p>
                <a:p>
                  <a:pPr algn="just"/>
                  <a:endParaRPr kumimoji="1" lang="en-US" altLang="zh-CN" sz="1600">
                    <a:latin typeface="Times New Roman" panose="02020603050405020304" pitchFamily="18" charset="0"/>
                  </a:endParaRPr>
                </a:p>
              </p:txBody>
            </p:sp>
            <p:sp>
              <p:nvSpPr>
                <p:cNvPr id="119848" name="Rectangle 13"/>
                <p:cNvSpPr>
                  <a:spLocks noChangeArrowheads="1"/>
                </p:cNvSpPr>
                <p:nvPr/>
              </p:nvSpPr>
              <p:spPr bwMode="auto">
                <a:xfrm>
                  <a:off x="590" y="403"/>
                  <a:ext cx="102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35" name="Group 16"/>
              <p:cNvGrpSpPr>
                <a:grpSpLocks/>
              </p:cNvGrpSpPr>
              <p:nvPr/>
            </p:nvGrpSpPr>
            <p:grpSpPr bwMode="auto">
              <a:xfrm>
                <a:off x="1612" y="403"/>
                <a:ext cx="1022" cy="518"/>
                <a:chOff x="1612" y="403"/>
                <a:chExt cx="1022" cy="518"/>
              </a:xfrm>
            </p:grpSpPr>
            <p:sp>
              <p:nvSpPr>
                <p:cNvPr id="119845" name="Rectangle 7"/>
                <p:cNvSpPr>
                  <a:spLocks noChangeArrowheads="1"/>
                </p:cNvSpPr>
                <p:nvPr/>
              </p:nvSpPr>
              <p:spPr bwMode="auto">
                <a:xfrm>
                  <a:off x="1655" y="403"/>
                  <a:ext cx="93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600">
                      <a:latin typeface="Times New Roman" panose="02020603050405020304" pitchFamily="18" charset="0"/>
                    </a:rPr>
                    <a:t>认证方法号</a:t>
                  </a:r>
                  <a:endParaRPr kumimoji="1" lang="zh-CN" altLang="en-US" sz="1600">
                    <a:latin typeface="宋体" panose="02010600030101010101" pitchFamily="2" charset="-122"/>
                  </a:endParaRPr>
                </a:p>
                <a:p>
                  <a:pPr algn="just"/>
                  <a:endParaRPr kumimoji="1" lang="en-US" altLang="zh-CN" sz="1600">
                    <a:latin typeface="Times New Roman" panose="02020603050405020304" pitchFamily="18" charset="0"/>
                  </a:endParaRPr>
                </a:p>
              </p:txBody>
            </p:sp>
            <p:sp>
              <p:nvSpPr>
                <p:cNvPr id="119846" name="Rectangle 15"/>
                <p:cNvSpPr>
                  <a:spLocks noChangeArrowheads="1"/>
                </p:cNvSpPr>
                <p:nvPr/>
              </p:nvSpPr>
              <p:spPr bwMode="auto">
                <a:xfrm>
                  <a:off x="1612" y="403"/>
                  <a:ext cx="102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36" name="Group 18"/>
              <p:cNvGrpSpPr>
                <a:grpSpLocks/>
              </p:cNvGrpSpPr>
              <p:nvPr/>
            </p:nvGrpSpPr>
            <p:grpSpPr bwMode="auto">
              <a:xfrm>
                <a:off x="0" y="921"/>
                <a:ext cx="590" cy="518"/>
                <a:chOff x="0" y="921"/>
                <a:chExt cx="590" cy="518"/>
              </a:xfrm>
            </p:grpSpPr>
            <p:sp>
              <p:nvSpPr>
                <p:cNvPr id="119843" name="Rectangle 8"/>
                <p:cNvSpPr>
                  <a:spLocks noChangeArrowheads="1"/>
                </p:cNvSpPr>
                <p:nvPr/>
              </p:nvSpPr>
              <p:spPr bwMode="auto">
                <a:xfrm>
                  <a:off x="43" y="921"/>
                  <a:ext cx="50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600">
                      <a:latin typeface="宋体" panose="02010600030101010101" pitchFamily="2" charset="-122"/>
                    </a:rPr>
                    <a:t>1</a:t>
                  </a:r>
                  <a:endParaRPr kumimoji="1" lang="en-US" altLang="zh-CN" sz="1600">
                    <a:latin typeface="Times New Roman" panose="02020603050405020304" pitchFamily="18" charset="0"/>
                  </a:endParaRPr>
                </a:p>
              </p:txBody>
            </p:sp>
            <p:sp>
              <p:nvSpPr>
                <p:cNvPr id="119844" name="Rectangle 17"/>
                <p:cNvSpPr>
                  <a:spLocks noChangeArrowheads="1"/>
                </p:cNvSpPr>
                <p:nvPr/>
              </p:nvSpPr>
              <p:spPr bwMode="auto">
                <a:xfrm>
                  <a:off x="0" y="921"/>
                  <a:ext cx="590"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37" name="Group 20"/>
              <p:cNvGrpSpPr>
                <a:grpSpLocks/>
              </p:cNvGrpSpPr>
              <p:nvPr/>
            </p:nvGrpSpPr>
            <p:grpSpPr bwMode="auto">
              <a:xfrm>
                <a:off x="590" y="921"/>
                <a:ext cx="1022" cy="518"/>
                <a:chOff x="590" y="921"/>
                <a:chExt cx="1022" cy="518"/>
              </a:xfrm>
            </p:grpSpPr>
            <p:sp>
              <p:nvSpPr>
                <p:cNvPr id="119841" name="Rectangle 9"/>
                <p:cNvSpPr>
                  <a:spLocks noChangeArrowheads="1"/>
                </p:cNvSpPr>
                <p:nvPr/>
              </p:nvSpPr>
              <p:spPr bwMode="auto">
                <a:xfrm>
                  <a:off x="633" y="921"/>
                  <a:ext cx="93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600">
                      <a:latin typeface="宋体" panose="02010600030101010101" pitchFamily="2" charset="-122"/>
                    </a:rPr>
                    <a:t>1</a:t>
                  </a:r>
                </a:p>
                <a:p>
                  <a:pPr algn="just"/>
                  <a:endParaRPr kumimoji="1" lang="en-US" altLang="zh-CN" sz="1600">
                    <a:latin typeface="Times New Roman" panose="02020603050405020304" pitchFamily="18" charset="0"/>
                  </a:endParaRPr>
                </a:p>
              </p:txBody>
            </p:sp>
            <p:sp>
              <p:nvSpPr>
                <p:cNvPr id="119842" name="Rectangle 19"/>
                <p:cNvSpPr>
                  <a:spLocks noChangeArrowheads="1"/>
                </p:cNvSpPr>
                <p:nvPr/>
              </p:nvSpPr>
              <p:spPr bwMode="auto">
                <a:xfrm>
                  <a:off x="590" y="921"/>
                  <a:ext cx="102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38" name="Group 22"/>
              <p:cNvGrpSpPr>
                <a:grpSpLocks/>
              </p:cNvGrpSpPr>
              <p:nvPr/>
            </p:nvGrpSpPr>
            <p:grpSpPr bwMode="auto">
              <a:xfrm>
                <a:off x="1612" y="921"/>
                <a:ext cx="1022" cy="518"/>
                <a:chOff x="1612" y="921"/>
                <a:chExt cx="1022" cy="518"/>
              </a:xfrm>
            </p:grpSpPr>
            <p:sp>
              <p:nvSpPr>
                <p:cNvPr id="119839" name="Rectangle 10"/>
                <p:cNvSpPr>
                  <a:spLocks noChangeArrowheads="1"/>
                </p:cNvSpPr>
                <p:nvPr/>
              </p:nvSpPr>
              <p:spPr bwMode="auto">
                <a:xfrm>
                  <a:off x="1655" y="921"/>
                  <a:ext cx="93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334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600">
                      <a:latin typeface="宋体" panose="02010600030101010101" pitchFamily="2" charset="-122"/>
                    </a:rPr>
                    <a:t>1</a:t>
                  </a:r>
                  <a:r>
                    <a:rPr kumimoji="1" lang="zh-CN" altLang="en-US" sz="1600">
                      <a:latin typeface="Times New Roman" panose="02020603050405020304" pitchFamily="18" charset="0"/>
                    </a:rPr>
                    <a:t>～</a:t>
                  </a:r>
                  <a:r>
                    <a:rPr kumimoji="1" lang="en-US" altLang="zh-CN" sz="1600">
                      <a:latin typeface="宋体" panose="02010600030101010101" pitchFamily="2" charset="-122"/>
                    </a:rPr>
                    <a:t>255</a:t>
                  </a:r>
                </a:p>
                <a:p>
                  <a:pPr algn="just"/>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pPr algn="just"/>
                  <a:endParaRPr kumimoji="1" lang="en-US" altLang="zh-CN" sz="1600">
                    <a:latin typeface="Times New Roman" panose="02020603050405020304" pitchFamily="18" charset="0"/>
                  </a:endParaRPr>
                </a:p>
              </p:txBody>
            </p:sp>
            <p:sp>
              <p:nvSpPr>
                <p:cNvPr id="119840" name="Rectangle 21"/>
                <p:cNvSpPr>
                  <a:spLocks noChangeArrowheads="1"/>
                </p:cNvSpPr>
                <p:nvPr/>
              </p:nvSpPr>
              <p:spPr bwMode="auto">
                <a:xfrm>
                  <a:off x="1612" y="921"/>
                  <a:ext cx="102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19832" name="Rectangle 24"/>
            <p:cNvSpPr>
              <a:spLocks noChangeArrowheads="1"/>
            </p:cNvSpPr>
            <p:nvPr/>
          </p:nvSpPr>
          <p:spPr bwMode="auto">
            <a:xfrm>
              <a:off x="-3" y="400"/>
              <a:ext cx="2640" cy="104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12" name="Group 40"/>
          <p:cNvGrpSpPr>
            <a:grpSpLocks/>
          </p:cNvGrpSpPr>
          <p:nvPr/>
        </p:nvGrpSpPr>
        <p:grpSpPr bwMode="auto">
          <a:xfrm>
            <a:off x="3967264" y="2850204"/>
            <a:ext cx="3581400" cy="679450"/>
            <a:chOff x="-3" y="-3"/>
            <a:chExt cx="1618" cy="812"/>
          </a:xfrm>
        </p:grpSpPr>
        <p:grpSp>
          <p:nvGrpSpPr>
            <p:cNvPr id="119817" name="Group 38"/>
            <p:cNvGrpSpPr>
              <a:grpSpLocks/>
            </p:cNvGrpSpPr>
            <p:nvPr/>
          </p:nvGrpSpPr>
          <p:grpSpPr bwMode="auto">
            <a:xfrm>
              <a:off x="0" y="0"/>
              <a:ext cx="1612" cy="806"/>
              <a:chOff x="0" y="0"/>
              <a:chExt cx="1612" cy="806"/>
            </a:xfrm>
          </p:grpSpPr>
          <p:grpSp>
            <p:nvGrpSpPr>
              <p:cNvPr id="119819" name="Group 31"/>
              <p:cNvGrpSpPr>
                <a:grpSpLocks/>
              </p:cNvGrpSpPr>
              <p:nvPr/>
            </p:nvGrpSpPr>
            <p:grpSpPr bwMode="auto">
              <a:xfrm>
                <a:off x="0" y="0"/>
                <a:ext cx="590" cy="403"/>
                <a:chOff x="0" y="0"/>
                <a:chExt cx="590" cy="403"/>
              </a:xfrm>
            </p:grpSpPr>
            <p:sp>
              <p:nvSpPr>
                <p:cNvPr id="119829" name="Rectangle 26"/>
                <p:cNvSpPr>
                  <a:spLocks noChangeArrowheads="1"/>
                </p:cNvSpPr>
                <p:nvPr/>
              </p:nvSpPr>
              <p:spPr bwMode="auto">
                <a:xfrm>
                  <a:off x="43" y="0"/>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600">
                      <a:latin typeface="Times New Roman" panose="02020603050405020304" pitchFamily="18" charset="0"/>
                    </a:rPr>
                    <a:t>版本号</a:t>
                  </a:r>
                  <a:endParaRPr kumimoji="1" lang="zh-CN" altLang="en-US" sz="1600">
                    <a:latin typeface="宋体" panose="02010600030101010101" pitchFamily="2" charset="-122"/>
                  </a:endParaRPr>
                </a:p>
                <a:p>
                  <a:pPr algn="just"/>
                  <a:endParaRPr kumimoji="1" lang="en-US" altLang="zh-CN" sz="1600">
                    <a:latin typeface="Times New Roman" panose="02020603050405020304" pitchFamily="18" charset="0"/>
                  </a:endParaRPr>
                </a:p>
              </p:txBody>
            </p:sp>
            <p:sp>
              <p:nvSpPr>
                <p:cNvPr id="119830" name="Rectangle 30"/>
                <p:cNvSpPr>
                  <a:spLocks noChangeArrowheads="1"/>
                </p:cNvSpPr>
                <p:nvPr/>
              </p:nvSpPr>
              <p:spPr bwMode="auto">
                <a:xfrm>
                  <a:off x="0" y="0"/>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20" name="Group 33"/>
              <p:cNvGrpSpPr>
                <a:grpSpLocks/>
              </p:cNvGrpSpPr>
              <p:nvPr/>
            </p:nvGrpSpPr>
            <p:grpSpPr bwMode="auto">
              <a:xfrm>
                <a:off x="590" y="0"/>
                <a:ext cx="1022" cy="403"/>
                <a:chOff x="590" y="0"/>
                <a:chExt cx="1022" cy="403"/>
              </a:xfrm>
            </p:grpSpPr>
            <p:sp>
              <p:nvSpPr>
                <p:cNvPr id="119827" name="Rectangle 27"/>
                <p:cNvSpPr>
                  <a:spLocks noChangeArrowheads="1"/>
                </p:cNvSpPr>
                <p:nvPr/>
              </p:nvSpPr>
              <p:spPr bwMode="auto">
                <a:xfrm>
                  <a:off x="633" y="0"/>
                  <a:ext cx="9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zh-CN" altLang="en-US" sz="1600">
                      <a:latin typeface="Times New Roman" panose="02020603050405020304" pitchFamily="18" charset="0"/>
                    </a:rPr>
                    <a:t>确认方法号</a:t>
                  </a:r>
                  <a:endParaRPr kumimoji="1" lang="zh-CN" altLang="en-US" sz="1600">
                    <a:latin typeface="宋体" panose="02010600030101010101" pitchFamily="2" charset="-122"/>
                  </a:endParaRPr>
                </a:p>
                <a:p>
                  <a:pPr algn="just"/>
                  <a:endParaRPr kumimoji="1" lang="en-US" altLang="zh-CN" sz="1600">
                    <a:latin typeface="Times New Roman" panose="02020603050405020304" pitchFamily="18" charset="0"/>
                  </a:endParaRPr>
                </a:p>
              </p:txBody>
            </p:sp>
            <p:sp>
              <p:nvSpPr>
                <p:cNvPr id="119828" name="Rectangle 32"/>
                <p:cNvSpPr>
                  <a:spLocks noChangeArrowheads="1"/>
                </p:cNvSpPr>
                <p:nvPr/>
              </p:nvSpPr>
              <p:spPr bwMode="auto">
                <a:xfrm>
                  <a:off x="590" y="0"/>
                  <a:ext cx="102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21" name="Group 35"/>
              <p:cNvGrpSpPr>
                <a:grpSpLocks/>
              </p:cNvGrpSpPr>
              <p:nvPr/>
            </p:nvGrpSpPr>
            <p:grpSpPr bwMode="auto">
              <a:xfrm>
                <a:off x="0" y="403"/>
                <a:ext cx="590" cy="403"/>
                <a:chOff x="0" y="403"/>
                <a:chExt cx="590" cy="403"/>
              </a:xfrm>
            </p:grpSpPr>
            <p:sp>
              <p:nvSpPr>
                <p:cNvPr id="119825" name="Rectangle 28"/>
                <p:cNvSpPr>
                  <a:spLocks noChangeArrowheads="1"/>
                </p:cNvSpPr>
                <p:nvPr/>
              </p:nvSpPr>
              <p:spPr bwMode="auto">
                <a:xfrm>
                  <a:off x="43" y="403"/>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600">
                      <a:latin typeface="宋体" panose="02010600030101010101" pitchFamily="2" charset="-122"/>
                    </a:rPr>
                    <a:t>1</a:t>
                  </a:r>
                </a:p>
                <a:p>
                  <a:pPr algn="just"/>
                  <a:endParaRPr kumimoji="1" lang="en-US" altLang="zh-CN" sz="1600">
                    <a:latin typeface="Times New Roman" panose="02020603050405020304" pitchFamily="18" charset="0"/>
                  </a:endParaRPr>
                </a:p>
              </p:txBody>
            </p:sp>
            <p:sp>
              <p:nvSpPr>
                <p:cNvPr id="119826" name="Rectangle 34"/>
                <p:cNvSpPr>
                  <a:spLocks noChangeArrowheads="1"/>
                </p:cNvSpPr>
                <p:nvPr/>
              </p:nvSpPr>
              <p:spPr bwMode="auto">
                <a:xfrm>
                  <a:off x="0" y="403"/>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19822" name="Group 37"/>
              <p:cNvGrpSpPr>
                <a:grpSpLocks/>
              </p:cNvGrpSpPr>
              <p:nvPr/>
            </p:nvGrpSpPr>
            <p:grpSpPr bwMode="auto">
              <a:xfrm>
                <a:off x="590" y="403"/>
                <a:ext cx="1022" cy="403"/>
                <a:chOff x="590" y="403"/>
                <a:chExt cx="1022" cy="403"/>
              </a:xfrm>
            </p:grpSpPr>
            <p:sp>
              <p:nvSpPr>
                <p:cNvPr id="119823" name="Rectangle 29"/>
                <p:cNvSpPr>
                  <a:spLocks noChangeArrowheads="1"/>
                </p:cNvSpPr>
                <p:nvPr/>
              </p:nvSpPr>
              <p:spPr bwMode="auto">
                <a:xfrm>
                  <a:off x="633" y="403"/>
                  <a:ext cx="9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eaLnBrk="1" hangingPunct="1"/>
                  <a:r>
                    <a:rPr kumimoji="1" lang="en-US" altLang="zh-CN" sz="1600">
                      <a:latin typeface="宋体" panose="02010600030101010101" pitchFamily="2" charset="-122"/>
                    </a:rPr>
                    <a:t>1</a:t>
                  </a:r>
                </a:p>
                <a:p>
                  <a:pPr algn="just"/>
                  <a:endParaRPr kumimoji="1" lang="en-US" altLang="zh-CN" sz="1600">
                    <a:latin typeface="Times New Roman" panose="02020603050405020304" pitchFamily="18" charset="0"/>
                  </a:endParaRPr>
                </a:p>
              </p:txBody>
            </p:sp>
            <p:sp>
              <p:nvSpPr>
                <p:cNvPr id="119824" name="Rectangle 36"/>
                <p:cNvSpPr>
                  <a:spLocks noChangeArrowheads="1"/>
                </p:cNvSpPr>
                <p:nvPr/>
              </p:nvSpPr>
              <p:spPr bwMode="auto">
                <a:xfrm>
                  <a:off x="590" y="403"/>
                  <a:ext cx="102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19818" name="Rectangle 39"/>
            <p:cNvSpPr>
              <a:spLocks noChangeArrowheads="1"/>
            </p:cNvSpPr>
            <p:nvPr/>
          </p:nvSpPr>
          <p:spPr bwMode="auto">
            <a:xfrm>
              <a:off x="-3" y="-3"/>
              <a:ext cx="1618" cy="812"/>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19813" name="Rectangle 41"/>
          <p:cNvSpPr>
            <a:spLocks noChangeArrowheads="1"/>
          </p:cNvSpPr>
          <p:nvPr/>
        </p:nvSpPr>
        <p:spPr bwMode="auto">
          <a:xfrm>
            <a:off x="1909864" y="1073792"/>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sz="2400" b="1">
                <a:solidFill>
                  <a:schemeClr val="hlink"/>
                </a:solidFill>
              </a:rPr>
              <a:t>认证模式协商过程</a:t>
            </a:r>
          </a:p>
        </p:txBody>
      </p:sp>
      <p:sp>
        <p:nvSpPr>
          <p:cNvPr id="119814" name="Rectangle 42"/>
          <p:cNvSpPr>
            <a:spLocks noChangeArrowheads="1"/>
          </p:cNvSpPr>
          <p:nvPr/>
        </p:nvSpPr>
        <p:spPr bwMode="auto">
          <a:xfrm>
            <a:off x="1528864" y="2012005"/>
            <a:ext cx="2178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solidFill>
                  <a:schemeClr val="hlink"/>
                </a:solidFill>
              </a:rPr>
              <a:t>客户</a:t>
            </a:r>
            <a:r>
              <a:rPr lang="en-US" altLang="zh-CN" sz="1800">
                <a:solidFill>
                  <a:schemeClr val="hlink"/>
                </a:solidFill>
              </a:rPr>
              <a:t>--〉</a:t>
            </a:r>
            <a:r>
              <a:rPr lang="zh-CN" altLang="en-US" sz="1800">
                <a:solidFill>
                  <a:schemeClr val="hlink"/>
                </a:solidFill>
              </a:rPr>
              <a:t>代理：请求</a:t>
            </a:r>
          </a:p>
        </p:txBody>
      </p:sp>
      <p:sp>
        <p:nvSpPr>
          <p:cNvPr id="119815" name="Rectangle 43"/>
          <p:cNvSpPr>
            <a:spLocks noChangeArrowheads="1"/>
          </p:cNvSpPr>
          <p:nvPr/>
        </p:nvSpPr>
        <p:spPr bwMode="auto">
          <a:xfrm>
            <a:off x="1528864" y="2926405"/>
            <a:ext cx="2178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solidFill>
                  <a:schemeClr val="hlink"/>
                </a:solidFill>
              </a:rPr>
              <a:t>代理</a:t>
            </a:r>
            <a:r>
              <a:rPr lang="en-US" altLang="zh-CN" sz="1800">
                <a:solidFill>
                  <a:schemeClr val="hlink"/>
                </a:solidFill>
              </a:rPr>
              <a:t>--〉</a:t>
            </a:r>
            <a:r>
              <a:rPr lang="zh-CN" altLang="en-US" sz="1800">
                <a:solidFill>
                  <a:schemeClr val="hlink"/>
                </a:solidFill>
              </a:rPr>
              <a:t>客户：响应</a:t>
            </a:r>
          </a:p>
        </p:txBody>
      </p:sp>
      <p:sp>
        <p:nvSpPr>
          <p:cNvPr id="119816" name="Rectangle 44"/>
          <p:cNvSpPr>
            <a:spLocks noChangeArrowheads="1"/>
          </p:cNvSpPr>
          <p:nvPr/>
        </p:nvSpPr>
        <p:spPr bwMode="auto">
          <a:xfrm>
            <a:off x="2443264" y="3840804"/>
            <a:ext cx="70104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a:latin typeface="宋体" panose="02010600030101010101" pitchFamily="2" charset="-122"/>
              </a:rPr>
              <a:t>1) 0x00 </a:t>
            </a:r>
            <a:r>
              <a:rPr kumimoji="1" lang="zh-CN" altLang="en-US" sz="1800">
                <a:latin typeface="宋体" panose="02010600030101010101" pitchFamily="2" charset="-122"/>
              </a:rPr>
              <a:t>无验证需求</a:t>
            </a:r>
            <a:br>
              <a:rPr kumimoji="1" lang="zh-CN" altLang="en-US" sz="1800">
                <a:latin typeface="宋体" panose="02010600030101010101" pitchFamily="2" charset="-122"/>
              </a:rPr>
            </a:br>
            <a:r>
              <a:rPr kumimoji="1" lang="en-US" altLang="zh-CN" sz="1800">
                <a:latin typeface="宋体" panose="02010600030101010101" pitchFamily="2" charset="-122"/>
              </a:rPr>
              <a:t>2) 0x01 </a:t>
            </a:r>
            <a:r>
              <a:rPr kumimoji="1" lang="zh-CN" altLang="en-US" sz="1800">
                <a:latin typeface="宋体" panose="02010600030101010101" pitchFamily="2" charset="-122"/>
              </a:rPr>
              <a:t>采用通用安全服务应用程序接口</a:t>
            </a:r>
            <a:r>
              <a:rPr kumimoji="1" lang="en-US" altLang="zh-CN" sz="1800">
                <a:latin typeface="宋体" panose="02010600030101010101" pitchFamily="2" charset="-122"/>
              </a:rPr>
              <a:t>(GSSAPI)</a:t>
            </a:r>
            <a:br>
              <a:rPr kumimoji="1" lang="en-US" altLang="zh-CN" sz="1800">
                <a:latin typeface="宋体" panose="02010600030101010101" pitchFamily="2" charset="-122"/>
              </a:rPr>
            </a:br>
            <a:r>
              <a:rPr kumimoji="1" lang="en-US" altLang="zh-CN" sz="1800" b="1">
                <a:solidFill>
                  <a:schemeClr val="hlink"/>
                </a:solidFill>
                <a:latin typeface="宋体" panose="02010600030101010101" pitchFamily="2" charset="-122"/>
              </a:rPr>
              <a:t>3) 0x02 </a:t>
            </a:r>
            <a:r>
              <a:rPr kumimoji="1" lang="zh-CN" altLang="en-US" sz="1800" b="1">
                <a:solidFill>
                  <a:schemeClr val="hlink"/>
                </a:solidFill>
                <a:latin typeface="宋体" panose="02010600030101010101" pitchFamily="2" charset="-122"/>
              </a:rPr>
              <a:t>采用用户名</a:t>
            </a:r>
            <a:r>
              <a:rPr kumimoji="1" lang="en-US" altLang="zh-CN" sz="1800" b="1">
                <a:solidFill>
                  <a:schemeClr val="hlink"/>
                </a:solidFill>
                <a:latin typeface="宋体" panose="02010600030101010101" pitchFamily="2" charset="-122"/>
              </a:rPr>
              <a:t>/</a:t>
            </a:r>
            <a:r>
              <a:rPr kumimoji="1" lang="zh-CN" altLang="en-US" sz="1800" b="1">
                <a:solidFill>
                  <a:schemeClr val="hlink"/>
                </a:solidFill>
                <a:latin typeface="宋体" panose="02010600030101010101" pitchFamily="2" charset="-122"/>
              </a:rPr>
              <a:t>口令认证</a:t>
            </a:r>
            <a:r>
              <a:rPr kumimoji="1" lang="en-US" altLang="zh-CN" sz="1800" b="1">
                <a:solidFill>
                  <a:schemeClr val="hlink"/>
                </a:solidFill>
                <a:latin typeface="宋体" panose="02010600030101010101" pitchFamily="2" charset="-122"/>
              </a:rPr>
              <a:t>(USERNAME/PASSWORD)</a:t>
            </a:r>
            <a:r>
              <a:rPr kumimoji="1" lang="en-US" altLang="zh-CN" sz="1800">
                <a:solidFill>
                  <a:schemeClr val="hlink"/>
                </a:solidFill>
                <a:latin typeface="宋体" panose="02010600030101010101" pitchFamily="2" charset="-122"/>
              </a:rPr>
              <a:t/>
            </a:r>
            <a:br>
              <a:rPr kumimoji="1" lang="en-US" altLang="zh-CN" sz="1800">
                <a:solidFill>
                  <a:schemeClr val="hlink"/>
                </a:solidFill>
                <a:latin typeface="宋体" panose="02010600030101010101" pitchFamily="2" charset="-122"/>
              </a:rPr>
            </a:br>
            <a:r>
              <a:rPr kumimoji="1" lang="en-US" altLang="zh-CN" sz="1800">
                <a:latin typeface="宋体" panose="02010600030101010101" pitchFamily="2" charset="-122"/>
              </a:rPr>
              <a:t>4) 0x03 </a:t>
            </a:r>
            <a:r>
              <a:rPr kumimoji="1" lang="zh-CN" altLang="en-US" sz="1800">
                <a:latin typeface="宋体" panose="02010600030101010101" pitchFamily="2" charset="-122"/>
              </a:rPr>
              <a:t>至 </a:t>
            </a:r>
            <a:r>
              <a:rPr kumimoji="1" lang="en-US" altLang="zh-CN" sz="1800">
                <a:latin typeface="宋体" panose="02010600030101010101" pitchFamily="2" charset="-122"/>
              </a:rPr>
              <a:t>0x7F IANA </a:t>
            </a:r>
            <a:r>
              <a:rPr kumimoji="1" lang="zh-CN" altLang="en-US" sz="1800">
                <a:latin typeface="宋体" panose="02010600030101010101" pitchFamily="2" charset="-122"/>
              </a:rPr>
              <a:t>分配</a:t>
            </a:r>
            <a:r>
              <a:rPr kumimoji="1" lang="en-US" altLang="zh-CN" sz="1800">
                <a:latin typeface="宋体" panose="02010600030101010101" pitchFamily="2" charset="-122"/>
              </a:rPr>
              <a:t>(IANA ASSIGNED) </a:t>
            </a:r>
            <a:br>
              <a:rPr kumimoji="1" lang="en-US" altLang="zh-CN" sz="1800">
                <a:latin typeface="宋体" panose="02010600030101010101" pitchFamily="2" charset="-122"/>
              </a:rPr>
            </a:br>
            <a:r>
              <a:rPr kumimoji="1" lang="en-US" altLang="zh-CN" sz="1800">
                <a:latin typeface="宋体" panose="02010600030101010101" pitchFamily="2" charset="-122"/>
              </a:rPr>
              <a:t>5) 0x80 </a:t>
            </a:r>
            <a:r>
              <a:rPr kumimoji="1" lang="zh-CN" altLang="en-US" sz="1800">
                <a:latin typeface="宋体" panose="02010600030101010101" pitchFamily="2" charset="-122"/>
              </a:rPr>
              <a:t>至 </a:t>
            </a:r>
            <a:r>
              <a:rPr kumimoji="1" lang="en-US" altLang="zh-CN" sz="1800">
                <a:latin typeface="宋体" panose="02010600030101010101" pitchFamily="2" charset="-122"/>
              </a:rPr>
              <a:t>0xFE </a:t>
            </a:r>
            <a:r>
              <a:rPr kumimoji="1" lang="zh-CN" altLang="en-US" sz="1800">
                <a:latin typeface="宋体" panose="02010600030101010101" pitchFamily="2" charset="-122"/>
              </a:rPr>
              <a:t>私人方法保留</a:t>
            </a:r>
            <a:r>
              <a:rPr kumimoji="1" lang="en-US" altLang="zh-CN" sz="1800">
                <a:latin typeface="宋体" panose="02010600030101010101" pitchFamily="2" charset="-122"/>
              </a:rPr>
              <a:t>(RESERVED FOR PRIVATE METHODS)</a:t>
            </a:r>
            <a:br>
              <a:rPr kumimoji="1" lang="en-US" altLang="zh-CN" sz="1800">
                <a:latin typeface="宋体" panose="02010600030101010101" pitchFamily="2" charset="-122"/>
              </a:rPr>
            </a:br>
            <a:r>
              <a:rPr kumimoji="1" lang="en-US" altLang="zh-CN" sz="1800">
                <a:latin typeface="宋体" panose="02010600030101010101" pitchFamily="2" charset="-122"/>
              </a:rPr>
              <a:t>6) 0xFF </a:t>
            </a:r>
            <a:r>
              <a:rPr kumimoji="1" lang="zh-CN" altLang="en-US" sz="1800">
                <a:latin typeface="宋体" panose="02010600030101010101" pitchFamily="2" charset="-122"/>
              </a:rPr>
              <a:t>无可接受方法</a:t>
            </a:r>
            <a:r>
              <a:rPr kumimoji="1" lang="en-US" altLang="zh-CN" sz="1800">
                <a:latin typeface="宋体" panose="02010600030101010101" pitchFamily="2" charset="-122"/>
              </a:rPr>
              <a:t>(NO ACCEPTABLE METHODS) </a:t>
            </a:r>
          </a:p>
        </p:txBody>
      </p:sp>
      <p:sp>
        <p:nvSpPr>
          <p:cNvPr id="43" name="Rectangle 2"/>
          <p:cNvSpPr>
            <a:spLocks noGrp="1" noChangeArrowheads="1"/>
          </p:cNvSpPr>
          <p:nvPr>
            <p:ph type="title"/>
          </p:nvPr>
        </p:nvSpPr>
        <p:spPr>
          <a:xfrm>
            <a:off x="35011" y="10321"/>
            <a:ext cx="7793038" cy="651160"/>
          </a:xfrm>
        </p:spPr>
        <p:txBody>
          <a:bodyPr/>
          <a:lstStyle/>
          <a:p>
            <a:pPr eaLnBrk="1" hangingPunct="1"/>
            <a:r>
              <a:rPr lang="en-US" altLang="zh-CN" dirty="0" smtClean="0"/>
              <a:t>11.6 </a:t>
            </a:r>
            <a:r>
              <a:rPr lang="zh-CN" altLang="en-US" dirty="0" smtClean="0"/>
              <a:t>代理协议</a:t>
            </a:r>
            <a:r>
              <a:rPr lang="en-US" altLang="zh-CN" dirty="0" smtClean="0"/>
              <a:t>---SOCKs</a:t>
            </a:r>
          </a:p>
        </p:txBody>
      </p:sp>
    </p:spTree>
    <p:extLst>
      <p:ext uri="{BB962C8B-B14F-4D97-AF65-F5344CB8AC3E}">
        <p14:creationId xmlns:p14="http://schemas.microsoft.com/office/powerpoint/2010/main" val="49581344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85336" y="0"/>
            <a:ext cx="7793038" cy="661481"/>
          </a:xfrm>
        </p:spPr>
        <p:txBody>
          <a:bodyPr/>
          <a:lstStyle/>
          <a:p>
            <a:pPr eaLnBrk="1" hangingPunct="1"/>
            <a:r>
              <a:rPr lang="en-US" altLang="zh-CN" dirty="0" smtClean="0"/>
              <a:t>11.6 </a:t>
            </a:r>
            <a:r>
              <a:rPr lang="zh-CN" altLang="en-US" dirty="0" smtClean="0"/>
              <a:t>代理协议</a:t>
            </a:r>
            <a:r>
              <a:rPr lang="en-US" altLang="zh-CN" dirty="0" smtClean="0"/>
              <a:t>---SOCKs</a:t>
            </a:r>
          </a:p>
        </p:txBody>
      </p:sp>
      <p:sp>
        <p:nvSpPr>
          <p:cNvPr id="120834" name="Rectangle 3"/>
          <p:cNvSpPr>
            <a:spLocks noGrp="1" noChangeArrowheads="1"/>
          </p:cNvSpPr>
          <p:nvPr>
            <p:ph idx="1"/>
          </p:nvPr>
        </p:nvSpPr>
        <p:spPr>
          <a:xfrm>
            <a:off x="384242" y="852791"/>
            <a:ext cx="8382000" cy="4114800"/>
          </a:xfrm>
        </p:spPr>
        <p:txBody>
          <a:bodyPr/>
          <a:lstStyle/>
          <a:p>
            <a:pPr eaLnBrk="1" hangingPunct="1">
              <a:buFont typeface="Wingdings" panose="05000000000000000000" pitchFamily="2" charset="2"/>
              <a:buNone/>
            </a:pPr>
            <a:r>
              <a:rPr lang="en-US" altLang="zh-CN" b="1">
                <a:solidFill>
                  <a:schemeClr val="hlink"/>
                </a:solidFill>
              </a:rPr>
              <a:t>(2) </a:t>
            </a:r>
            <a:r>
              <a:rPr lang="zh-CN" altLang="en-US" b="1">
                <a:solidFill>
                  <a:schemeClr val="hlink"/>
                </a:solidFill>
              </a:rPr>
              <a:t>代理链路的建立</a:t>
            </a:r>
          </a:p>
          <a:p>
            <a:pPr eaLnBrk="1" hangingPunct="1">
              <a:buFont typeface="Wingdings" panose="05000000000000000000" pitchFamily="2" charset="2"/>
              <a:buNone/>
            </a:pPr>
            <a:r>
              <a:rPr lang="zh-CN" altLang="en-US"/>
              <a:t>     </a:t>
            </a:r>
            <a:r>
              <a:rPr lang="zh-CN" altLang="en-US" b="1">
                <a:solidFill>
                  <a:schemeClr val="hlink"/>
                </a:solidFill>
              </a:rPr>
              <a:t>客户和服务器建立连接</a:t>
            </a:r>
          </a:p>
          <a:p>
            <a:pPr eaLnBrk="1" hangingPunct="1">
              <a:buFont typeface="Wingdings" panose="05000000000000000000" pitchFamily="2" charset="2"/>
              <a:buNone/>
            </a:pPr>
            <a:r>
              <a:rPr lang="zh-CN" altLang="en-US"/>
              <a:t>       </a:t>
            </a:r>
            <a:r>
              <a:rPr lang="en-US" altLang="zh-CN"/>
              <a:t>1</a:t>
            </a:r>
            <a:r>
              <a:rPr lang="zh-CN" altLang="en-US"/>
              <a:t>）传统 </a:t>
            </a:r>
            <a:r>
              <a:rPr lang="en-US" altLang="zh-CN" smtClean="0"/>
              <a:t>C/S</a:t>
            </a:r>
            <a:r>
              <a:rPr lang="zh-CN" altLang="en-US">
                <a:sym typeface="Wingdings" panose="05000000000000000000" pitchFamily="2" charset="2"/>
              </a:rPr>
              <a:t> ： </a:t>
            </a:r>
            <a:r>
              <a:rPr lang="en-US" altLang="zh-CN" smtClean="0"/>
              <a:t>Client</a:t>
            </a:r>
            <a:r>
              <a:rPr lang="zh-CN" altLang="en-US"/>
              <a:t>执行</a:t>
            </a:r>
            <a:r>
              <a:rPr lang="en-US" altLang="zh-CN"/>
              <a:t>Conect</a:t>
            </a:r>
            <a:r>
              <a:rPr lang="zh-CN" altLang="en-US"/>
              <a:t>命令</a:t>
            </a:r>
          </a:p>
          <a:p>
            <a:pPr eaLnBrk="1" hangingPunct="1">
              <a:buFont typeface="Wingdings" panose="05000000000000000000" pitchFamily="2" charset="2"/>
              <a:buNone/>
            </a:pPr>
            <a:r>
              <a:rPr lang="zh-CN" altLang="en-US"/>
              <a:t>       </a:t>
            </a:r>
            <a:r>
              <a:rPr lang="en-US" altLang="zh-CN"/>
              <a:t>2</a:t>
            </a:r>
            <a:r>
              <a:rPr lang="zh-CN" altLang="en-US"/>
              <a:t>）采用代理</a:t>
            </a:r>
            <a:r>
              <a:rPr lang="en-US" altLang="zh-CN">
                <a:sym typeface="Wingdings" panose="05000000000000000000" pitchFamily="2" charset="2"/>
              </a:rPr>
              <a:t>:</a:t>
            </a:r>
          </a:p>
          <a:p>
            <a:pPr eaLnBrk="1" hangingPunct="1">
              <a:buFont typeface="Wingdings" panose="05000000000000000000" pitchFamily="2" charset="2"/>
              <a:buNone/>
            </a:pPr>
            <a:r>
              <a:rPr lang="en-US" altLang="zh-CN">
                <a:sym typeface="Wingdings" panose="05000000000000000000" pitchFamily="2" charset="2"/>
              </a:rPr>
              <a:t>          Client--〉</a:t>
            </a:r>
            <a:r>
              <a:rPr lang="zh-CN" altLang="en-US" smtClean="0">
                <a:sym typeface="Wingdings" panose="05000000000000000000" pitchFamily="2" charset="2"/>
              </a:rPr>
              <a:t>代理</a:t>
            </a:r>
            <a:r>
              <a:rPr lang="zh-CN" altLang="en-US">
                <a:sym typeface="Wingdings" panose="05000000000000000000" pitchFamily="2" charset="2"/>
              </a:rPr>
              <a:t>：</a:t>
            </a:r>
            <a:r>
              <a:rPr lang="zh-CN" altLang="en-US" smtClean="0">
                <a:sym typeface="Wingdings" panose="05000000000000000000" pitchFamily="2" charset="2"/>
              </a:rPr>
              <a:t>发送</a:t>
            </a:r>
            <a:r>
              <a:rPr lang="en-US" altLang="zh-CN">
                <a:sym typeface="Wingdings" panose="05000000000000000000" pitchFamily="2" charset="2"/>
              </a:rPr>
              <a:t>Connect</a:t>
            </a:r>
            <a:r>
              <a:rPr lang="zh-CN" altLang="en-US">
                <a:sym typeface="Wingdings" panose="05000000000000000000" pitchFamily="2" charset="2"/>
              </a:rPr>
              <a:t>请求</a:t>
            </a:r>
          </a:p>
          <a:p>
            <a:pPr eaLnBrk="1" hangingPunct="1">
              <a:buFont typeface="Wingdings" panose="05000000000000000000" pitchFamily="2" charset="2"/>
              <a:buNone/>
            </a:pPr>
            <a:r>
              <a:rPr lang="zh-CN" altLang="en-US">
                <a:sym typeface="Wingdings" panose="05000000000000000000" pitchFamily="2" charset="2"/>
              </a:rPr>
              <a:t>          代理</a:t>
            </a:r>
            <a:r>
              <a:rPr lang="en-US" altLang="zh-CN">
                <a:sym typeface="Wingdings" panose="05000000000000000000" pitchFamily="2" charset="2"/>
              </a:rPr>
              <a:t>----〉</a:t>
            </a:r>
            <a:r>
              <a:rPr lang="en-US" altLang="zh-CN" smtClean="0">
                <a:sym typeface="Wingdings" panose="05000000000000000000" pitchFamily="2" charset="2"/>
              </a:rPr>
              <a:t>Server</a:t>
            </a:r>
            <a:r>
              <a:rPr lang="zh-CN" altLang="en-US">
                <a:sym typeface="Wingdings" panose="05000000000000000000" pitchFamily="2" charset="2"/>
              </a:rPr>
              <a:t> ：执行</a:t>
            </a:r>
            <a:r>
              <a:rPr lang="en-US" altLang="zh-CN">
                <a:sym typeface="Wingdings" panose="05000000000000000000" pitchFamily="2" charset="2"/>
              </a:rPr>
              <a:t>Connect</a:t>
            </a:r>
            <a:r>
              <a:rPr lang="zh-CN" altLang="en-US">
                <a:sym typeface="Wingdings" panose="05000000000000000000" pitchFamily="2" charset="2"/>
              </a:rPr>
              <a:t>命令</a:t>
            </a:r>
          </a:p>
          <a:p>
            <a:pPr eaLnBrk="1" hangingPunct="1">
              <a:buFont typeface="Wingdings" panose="05000000000000000000" pitchFamily="2" charset="2"/>
              <a:buNone/>
            </a:pPr>
            <a:r>
              <a:rPr lang="zh-CN" altLang="en-US">
                <a:sym typeface="Wingdings" panose="05000000000000000000" pitchFamily="2" charset="2"/>
              </a:rPr>
              <a:t>                    并建立相应关系</a:t>
            </a:r>
          </a:p>
          <a:p>
            <a:pPr eaLnBrk="1" hangingPunct="1">
              <a:buFont typeface="Wingdings" panose="05000000000000000000" pitchFamily="2" charset="2"/>
              <a:buNone/>
            </a:pPr>
            <a:r>
              <a:rPr lang="zh-CN" altLang="en-US">
                <a:sym typeface="Wingdings" panose="05000000000000000000" pitchFamily="2" charset="2"/>
              </a:rPr>
              <a:t>       </a:t>
            </a:r>
            <a:endParaRPr lang="zh-CN" altLang="en-US"/>
          </a:p>
        </p:txBody>
      </p:sp>
    </p:spTree>
    <p:extLst>
      <p:ext uri="{BB962C8B-B14F-4D97-AF65-F5344CB8AC3E}">
        <p14:creationId xmlns:p14="http://schemas.microsoft.com/office/powerpoint/2010/main" val="249005493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858" name="Group 42"/>
          <p:cNvGrpSpPr>
            <a:grpSpLocks/>
          </p:cNvGrpSpPr>
          <p:nvPr/>
        </p:nvGrpSpPr>
        <p:grpSpPr bwMode="auto">
          <a:xfrm>
            <a:off x="1225685" y="1378085"/>
            <a:ext cx="7315200" cy="914400"/>
            <a:chOff x="-3" y="-3"/>
            <a:chExt cx="3047" cy="774"/>
          </a:xfrm>
        </p:grpSpPr>
        <p:grpSp>
          <p:nvGrpSpPr>
            <p:cNvPr id="121862" name="Group 40"/>
            <p:cNvGrpSpPr>
              <a:grpSpLocks/>
            </p:cNvGrpSpPr>
            <p:nvPr/>
          </p:nvGrpSpPr>
          <p:grpSpPr bwMode="auto">
            <a:xfrm>
              <a:off x="0" y="0"/>
              <a:ext cx="3041" cy="768"/>
              <a:chOff x="0" y="0"/>
              <a:chExt cx="3041" cy="768"/>
            </a:xfrm>
          </p:grpSpPr>
          <p:grpSp>
            <p:nvGrpSpPr>
              <p:cNvPr id="121864" name="Group 17"/>
              <p:cNvGrpSpPr>
                <a:grpSpLocks/>
              </p:cNvGrpSpPr>
              <p:nvPr/>
            </p:nvGrpSpPr>
            <p:grpSpPr bwMode="auto">
              <a:xfrm>
                <a:off x="0" y="0"/>
                <a:ext cx="424" cy="384"/>
                <a:chOff x="0" y="0"/>
                <a:chExt cx="424" cy="384"/>
              </a:xfrm>
            </p:grpSpPr>
            <p:sp>
              <p:nvSpPr>
                <p:cNvPr id="121898" name="Rectangle 4"/>
                <p:cNvSpPr>
                  <a:spLocks noChangeArrowheads="1"/>
                </p:cNvSpPr>
                <p:nvPr/>
              </p:nvSpPr>
              <p:spPr bwMode="auto">
                <a:xfrm>
                  <a:off x="43" y="0"/>
                  <a:ext cx="33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版本</a:t>
                  </a:r>
                </a:p>
                <a:p>
                  <a:endParaRPr kumimoji="1" lang="en-US" altLang="zh-CN" sz="1400">
                    <a:latin typeface="Times New Roman" panose="02020603050405020304" pitchFamily="18" charset="0"/>
                  </a:endParaRPr>
                </a:p>
              </p:txBody>
            </p:sp>
            <p:sp>
              <p:nvSpPr>
                <p:cNvPr id="121899" name="Rectangle 16"/>
                <p:cNvSpPr>
                  <a:spLocks noChangeArrowheads="1"/>
                </p:cNvSpPr>
                <p:nvPr/>
              </p:nvSpPr>
              <p:spPr bwMode="auto">
                <a:xfrm>
                  <a:off x="0" y="0"/>
                  <a:ext cx="42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65" name="Group 19"/>
              <p:cNvGrpSpPr>
                <a:grpSpLocks/>
              </p:cNvGrpSpPr>
              <p:nvPr/>
            </p:nvGrpSpPr>
            <p:grpSpPr bwMode="auto">
              <a:xfrm>
                <a:off x="424" y="0"/>
                <a:ext cx="572" cy="384"/>
                <a:chOff x="424" y="0"/>
                <a:chExt cx="572" cy="384"/>
              </a:xfrm>
            </p:grpSpPr>
            <p:sp>
              <p:nvSpPr>
                <p:cNvPr id="121896" name="Rectangle 5"/>
                <p:cNvSpPr>
                  <a:spLocks noChangeArrowheads="1"/>
                </p:cNvSpPr>
                <p:nvPr/>
              </p:nvSpPr>
              <p:spPr bwMode="auto">
                <a:xfrm>
                  <a:off x="467" y="0"/>
                  <a:ext cx="4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请求类型</a:t>
                  </a:r>
                </a:p>
                <a:p>
                  <a:endParaRPr kumimoji="1" lang="en-US" altLang="zh-CN" sz="1400">
                    <a:latin typeface="Times New Roman" panose="02020603050405020304" pitchFamily="18" charset="0"/>
                  </a:endParaRPr>
                </a:p>
              </p:txBody>
            </p:sp>
            <p:sp>
              <p:nvSpPr>
                <p:cNvPr id="121897" name="Rectangle 18"/>
                <p:cNvSpPr>
                  <a:spLocks noChangeArrowheads="1"/>
                </p:cNvSpPr>
                <p:nvPr/>
              </p:nvSpPr>
              <p:spPr bwMode="auto">
                <a:xfrm>
                  <a:off x="424" y="0"/>
                  <a:ext cx="5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66" name="Group 21"/>
              <p:cNvGrpSpPr>
                <a:grpSpLocks/>
              </p:cNvGrpSpPr>
              <p:nvPr/>
            </p:nvGrpSpPr>
            <p:grpSpPr bwMode="auto">
              <a:xfrm>
                <a:off x="996" y="0"/>
                <a:ext cx="493" cy="384"/>
                <a:chOff x="996" y="0"/>
                <a:chExt cx="493" cy="384"/>
              </a:xfrm>
            </p:grpSpPr>
            <p:sp>
              <p:nvSpPr>
                <p:cNvPr id="121894" name="Rectangle 6"/>
                <p:cNvSpPr>
                  <a:spLocks noChangeArrowheads="1"/>
                </p:cNvSpPr>
                <p:nvPr/>
              </p:nvSpPr>
              <p:spPr bwMode="auto">
                <a:xfrm>
                  <a:off x="1039" y="0"/>
                  <a:ext cx="40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保留</a:t>
                  </a:r>
                </a:p>
                <a:p>
                  <a:endParaRPr kumimoji="1" lang="en-US" altLang="zh-CN" sz="1400">
                    <a:latin typeface="Times New Roman" panose="02020603050405020304" pitchFamily="18" charset="0"/>
                  </a:endParaRPr>
                </a:p>
              </p:txBody>
            </p:sp>
            <p:sp>
              <p:nvSpPr>
                <p:cNvPr id="121895" name="Rectangle 20"/>
                <p:cNvSpPr>
                  <a:spLocks noChangeArrowheads="1"/>
                </p:cNvSpPr>
                <p:nvPr/>
              </p:nvSpPr>
              <p:spPr bwMode="auto">
                <a:xfrm>
                  <a:off x="996" y="0"/>
                  <a:ext cx="49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67" name="Group 23"/>
              <p:cNvGrpSpPr>
                <a:grpSpLocks/>
              </p:cNvGrpSpPr>
              <p:nvPr/>
            </p:nvGrpSpPr>
            <p:grpSpPr bwMode="auto">
              <a:xfrm>
                <a:off x="1489" y="0"/>
                <a:ext cx="493" cy="384"/>
                <a:chOff x="1489" y="0"/>
                <a:chExt cx="493" cy="384"/>
              </a:xfrm>
            </p:grpSpPr>
            <p:sp>
              <p:nvSpPr>
                <p:cNvPr id="121892" name="Rectangle 7"/>
                <p:cNvSpPr>
                  <a:spLocks noChangeArrowheads="1"/>
                </p:cNvSpPr>
                <p:nvPr/>
              </p:nvSpPr>
              <p:spPr bwMode="auto">
                <a:xfrm>
                  <a:off x="1532" y="0"/>
                  <a:ext cx="40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地址类型</a:t>
                  </a:r>
                </a:p>
                <a:p>
                  <a:endParaRPr kumimoji="1" lang="en-US" altLang="zh-CN" sz="1400">
                    <a:latin typeface="Times New Roman" panose="02020603050405020304" pitchFamily="18" charset="0"/>
                  </a:endParaRPr>
                </a:p>
              </p:txBody>
            </p:sp>
            <p:sp>
              <p:nvSpPr>
                <p:cNvPr id="121893" name="Rectangle 22"/>
                <p:cNvSpPr>
                  <a:spLocks noChangeArrowheads="1"/>
                </p:cNvSpPr>
                <p:nvPr/>
              </p:nvSpPr>
              <p:spPr bwMode="auto">
                <a:xfrm>
                  <a:off x="1489" y="0"/>
                  <a:ext cx="49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68" name="Group 25"/>
              <p:cNvGrpSpPr>
                <a:grpSpLocks/>
              </p:cNvGrpSpPr>
              <p:nvPr/>
            </p:nvGrpSpPr>
            <p:grpSpPr bwMode="auto">
              <a:xfrm>
                <a:off x="1982" y="0"/>
                <a:ext cx="524" cy="384"/>
                <a:chOff x="1982" y="0"/>
                <a:chExt cx="524" cy="384"/>
              </a:xfrm>
            </p:grpSpPr>
            <p:sp>
              <p:nvSpPr>
                <p:cNvPr id="121890" name="Rectangle 8"/>
                <p:cNvSpPr>
                  <a:spLocks noChangeArrowheads="1"/>
                </p:cNvSpPr>
                <p:nvPr/>
              </p:nvSpPr>
              <p:spPr bwMode="auto">
                <a:xfrm>
                  <a:off x="2025" y="0"/>
                  <a:ext cx="43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目的地址</a:t>
                  </a:r>
                </a:p>
                <a:p>
                  <a:endParaRPr kumimoji="1" lang="en-US" altLang="zh-CN" sz="1400">
                    <a:latin typeface="Times New Roman" panose="02020603050405020304" pitchFamily="18" charset="0"/>
                  </a:endParaRPr>
                </a:p>
              </p:txBody>
            </p:sp>
            <p:sp>
              <p:nvSpPr>
                <p:cNvPr id="121891" name="Rectangle 24"/>
                <p:cNvSpPr>
                  <a:spLocks noChangeArrowheads="1"/>
                </p:cNvSpPr>
                <p:nvPr/>
              </p:nvSpPr>
              <p:spPr bwMode="auto">
                <a:xfrm>
                  <a:off x="1982" y="0"/>
                  <a:ext cx="52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69" name="Group 27"/>
              <p:cNvGrpSpPr>
                <a:grpSpLocks/>
              </p:cNvGrpSpPr>
              <p:nvPr/>
            </p:nvGrpSpPr>
            <p:grpSpPr bwMode="auto">
              <a:xfrm>
                <a:off x="2506" y="0"/>
                <a:ext cx="535" cy="384"/>
                <a:chOff x="2506" y="0"/>
                <a:chExt cx="535" cy="384"/>
              </a:xfrm>
            </p:grpSpPr>
            <p:sp>
              <p:nvSpPr>
                <p:cNvPr id="121888" name="Rectangle 9"/>
                <p:cNvSpPr>
                  <a:spLocks noChangeArrowheads="1"/>
                </p:cNvSpPr>
                <p:nvPr/>
              </p:nvSpPr>
              <p:spPr bwMode="auto">
                <a:xfrm>
                  <a:off x="2549" y="0"/>
                  <a:ext cx="4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目的端口</a:t>
                  </a:r>
                </a:p>
                <a:p>
                  <a:endParaRPr kumimoji="1" lang="en-US" altLang="zh-CN" sz="1400">
                    <a:latin typeface="Times New Roman" panose="02020603050405020304" pitchFamily="18" charset="0"/>
                  </a:endParaRPr>
                </a:p>
              </p:txBody>
            </p:sp>
            <p:sp>
              <p:nvSpPr>
                <p:cNvPr id="121889" name="Rectangle 26"/>
                <p:cNvSpPr>
                  <a:spLocks noChangeArrowheads="1"/>
                </p:cNvSpPr>
                <p:nvPr/>
              </p:nvSpPr>
              <p:spPr bwMode="auto">
                <a:xfrm>
                  <a:off x="2506" y="0"/>
                  <a:ext cx="5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70" name="Group 29"/>
              <p:cNvGrpSpPr>
                <a:grpSpLocks/>
              </p:cNvGrpSpPr>
              <p:nvPr/>
            </p:nvGrpSpPr>
            <p:grpSpPr bwMode="auto">
              <a:xfrm>
                <a:off x="0" y="384"/>
                <a:ext cx="424" cy="384"/>
                <a:chOff x="0" y="384"/>
                <a:chExt cx="424" cy="384"/>
              </a:xfrm>
            </p:grpSpPr>
            <p:sp>
              <p:nvSpPr>
                <p:cNvPr id="121886" name="Rectangle 10"/>
                <p:cNvSpPr>
                  <a:spLocks noChangeArrowheads="1"/>
                </p:cNvSpPr>
                <p:nvPr/>
              </p:nvSpPr>
              <p:spPr bwMode="auto">
                <a:xfrm>
                  <a:off x="43" y="384"/>
                  <a:ext cx="33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400">
                      <a:latin typeface="宋体" panose="02010600030101010101" pitchFamily="2" charset="-122"/>
                    </a:rPr>
                    <a:t>    1</a:t>
                  </a:r>
                </a:p>
                <a:p>
                  <a:endParaRPr kumimoji="1" lang="en-US" altLang="zh-CN" sz="1400">
                    <a:latin typeface="Times New Roman" panose="02020603050405020304" pitchFamily="18" charset="0"/>
                  </a:endParaRPr>
                </a:p>
              </p:txBody>
            </p:sp>
            <p:sp>
              <p:nvSpPr>
                <p:cNvPr id="121887" name="Rectangle 28"/>
                <p:cNvSpPr>
                  <a:spLocks noChangeArrowheads="1"/>
                </p:cNvSpPr>
                <p:nvPr/>
              </p:nvSpPr>
              <p:spPr bwMode="auto">
                <a:xfrm>
                  <a:off x="0" y="384"/>
                  <a:ext cx="42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71" name="Group 31"/>
              <p:cNvGrpSpPr>
                <a:grpSpLocks/>
              </p:cNvGrpSpPr>
              <p:nvPr/>
            </p:nvGrpSpPr>
            <p:grpSpPr bwMode="auto">
              <a:xfrm>
                <a:off x="424" y="384"/>
                <a:ext cx="572" cy="384"/>
                <a:chOff x="424" y="384"/>
                <a:chExt cx="572" cy="384"/>
              </a:xfrm>
            </p:grpSpPr>
            <p:sp>
              <p:nvSpPr>
                <p:cNvPr id="121884" name="Rectangle 11"/>
                <p:cNvSpPr>
                  <a:spLocks noChangeArrowheads="1"/>
                </p:cNvSpPr>
                <p:nvPr/>
              </p:nvSpPr>
              <p:spPr bwMode="auto">
                <a:xfrm>
                  <a:off x="467" y="384"/>
                  <a:ext cx="4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400">
                      <a:latin typeface="宋体" panose="02010600030101010101" pitchFamily="2" charset="-122"/>
                    </a:rPr>
                    <a:t>1</a:t>
                  </a:r>
                  <a:endParaRPr kumimoji="1" lang="en-US" altLang="zh-CN" sz="1400">
                    <a:latin typeface="Times New Roman" panose="02020603050405020304" pitchFamily="18" charset="0"/>
                  </a:endParaRPr>
                </a:p>
              </p:txBody>
            </p:sp>
            <p:sp>
              <p:nvSpPr>
                <p:cNvPr id="121885" name="Rectangle 30"/>
                <p:cNvSpPr>
                  <a:spLocks noChangeArrowheads="1"/>
                </p:cNvSpPr>
                <p:nvPr/>
              </p:nvSpPr>
              <p:spPr bwMode="auto">
                <a:xfrm>
                  <a:off x="424" y="384"/>
                  <a:ext cx="5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72" name="Group 33"/>
              <p:cNvGrpSpPr>
                <a:grpSpLocks/>
              </p:cNvGrpSpPr>
              <p:nvPr/>
            </p:nvGrpSpPr>
            <p:grpSpPr bwMode="auto">
              <a:xfrm>
                <a:off x="996" y="384"/>
                <a:ext cx="493" cy="384"/>
                <a:chOff x="996" y="384"/>
                <a:chExt cx="493" cy="384"/>
              </a:xfrm>
            </p:grpSpPr>
            <p:sp>
              <p:nvSpPr>
                <p:cNvPr id="121882" name="Rectangle 12"/>
                <p:cNvSpPr>
                  <a:spLocks noChangeArrowheads="1"/>
                </p:cNvSpPr>
                <p:nvPr/>
              </p:nvSpPr>
              <p:spPr bwMode="auto">
                <a:xfrm>
                  <a:off x="1039" y="384"/>
                  <a:ext cx="40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400">
                      <a:latin typeface="宋体" panose="02010600030101010101" pitchFamily="2" charset="-122"/>
                    </a:rPr>
                    <a:t>0x00</a:t>
                  </a:r>
                  <a:endParaRPr kumimoji="1" lang="en-US" altLang="zh-CN" sz="1400">
                    <a:latin typeface="Times New Roman" panose="02020603050405020304" pitchFamily="18" charset="0"/>
                  </a:endParaRPr>
                </a:p>
              </p:txBody>
            </p:sp>
            <p:sp>
              <p:nvSpPr>
                <p:cNvPr id="121883" name="Rectangle 32"/>
                <p:cNvSpPr>
                  <a:spLocks noChangeArrowheads="1"/>
                </p:cNvSpPr>
                <p:nvPr/>
              </p:nvSpPr>
              <p:spPr bwMode="auto">
                <a:xfrm>
                  <a:off x="996" y="384"/>
                  <a:ext cx="49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73" name="Group 35"/>
              <p:cNvGrpSpPr>
                <a:grpSpLocks/>
              </p:cNvGrpSpPr>
              <p:nvPr/>
            </p:nvGrpSpPr>
            <p:grpSpPr bwMode="auto">
              <a:xfrm>
                <a:off x="1489" y="384"/>
                <a:ext cx="493" cy="384"/>
                <a:chOff x="1489" y="384"/>
                <a:chExt cx="493" cy="384"/>
              </a:xfrm>
            </p:grpSpPr>
            <p:sp>
              <p:nvSpPr>
                <p:cNvPr id="121880" name="Rectangle 13"/>
                <p:cNvSpPr>
                  <a:spLocks noChangeArrowheads="1"/>
                </p:cNvSpPr>
                <p:nvPr/>
              </p:nvSpPr>
              <p:spPr bwMode="auto">
                <a:xfrm>
                  <a:off x="1532" y="384"/>
                  <a:ext cx="40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400">
                      <a:latin typeface="宋体" panose="02010600030101010101" pitchFamily="2" charset="-122"/>
                    </a:rPr>
                    <a:t>1</a:t>
                  </a:r>
                  <a:endParaRPr kumimoji="1" lang="en-US" altLang="zh-CN" sz="1400">
                    <a:latin typeface="Times New Roman" panose="02020603050405020304" pitchFamily="18" charset="0"/>
                  </a:endParaRPr>
                </a:p>
              </p:txBody>
            </p:sp>
            <p:sp>
              <p:nvSpPr>
                <p:cNvPr id="121881" name="Rectangle 34"/>
                <p:cNvSpPr>
                  <a:spLocks noChangeArrowheads="1"/>
                </p:cNvSpPr>
                <p:nvPr/>
              </p:nvSpPr>
              <p:spPr bwMode="auto">
                <a:xfrm>
                  <a:off x="1489" y="384"/>
                  <a:ext cx="493"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74" name="Group 37"/>
              <p:cNvGrpSpPr>
                <a:grpSpLocks/>
              </p:cNvGrpSpPr>
              <p:nvPr/>
            </p:nvGrpSpPr>
            <p:grpSpPr bwMode="auto">
              <a:xfrm>
                <a:off x="1982" y="384"/>
                <a:ext cx="524" cy="384"/>
                <a:chOff x="1982" y="384"/>
                <a:chExt cx="524" cy="384"/>
              </a:xfrm>
            </p:grpSpPr>
            <p:sp>
              <p:nvSpPr>
                <p:cNvPr id="121878" name="Rectangle 14"/>
                <p:cNvSpPr>
                  <a:spLocks noChangeArrowheads="1"/>
                </p:cNvSpPr>
                <p:nvPr/>
              </p:nvSpPr>
              <p:spPr bwMode="auto">
                <a:xfrm>
                  <a:off x="2025" y="384"/>
                  <a:ext cx="43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400">
                      <a:latin typeface="宋体" panose="02010600030101010101" pitchFamily="2" charset="-122"/>
                    </a:rPr>
                    <a:t>变量</a:t>
                  </a:r>
                  <a:endParaRPr kumimoji="1" lang="zh-CN" altLang="en-US" sz="1400">
                    <a:latin typeface="Times New Roman" panose="02020603050405020304" pitchFamily="18" charset="0"/>
                  </a:endParaRPr>
                </a:p>
              </p:txBody>
            </p:sp>
            <p:sp>
              <p:nvSpPr>
                <p:cNvPr id="121879" name="Rectangle 36"/>
                <p:cNvSpPr>
                  <a:spLocks noChangeArrowheads="1"/>
                </p:cNvSpPr>
                <p:nvPr/>
              </p:nvSpPr>
              <p:spPr bwMode="auto">
                <a:xfrm>
                  <a:off x="1982" y="384"/>
                  <a:ext cx="52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21875" name="Group 39"/>
              <p:cNvGrpSpPr>
                <a:grpSpLocks/>
              </p:cNvGrpSpPr>
              <p:nvPr/>
            </p:nvGrpSpPr>
            <p:grpSpPr bwMode="auto">
              <a:xfrm>
                <a:off x="2506" y="384"/>
                <a:ext cx="535" cy="384"/>
                <a:chOff x="2506" y="384"/>
                <a:chExt cx="535" cy="384"/>
              </a:xfrm>
            </p:grpSpPr>
            <p:sp>
              <p:nvSpPr>
                <p:cNvPr id="121876" name="Rectangle 15"/>
                <p:cNvSpPr>
                  <a:spLocks noChangeArrowheads="1"/>
                </p:cNvSpPr>
                <p:nvPr/>
              </p:nvSpPr>
              <p:spPr bwMode="auto">
                <a:xfrm>
                  <a:off x="2549" y="384"/>
                  <a:ext cx="4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400">
                      <a:latin typeface="宋体" panose="02010600030101010101" pitchFamily="2" charset="-122"/>
                    </a:rPr>
                    <a:t>2</a:t>
                  </a:r>
                  <a:endParaRPr kumimoji="1" lang="en-US" altLang="zh-CN" sz="1400">
                    <a:latin typeface="Times New Roman" panose="02020603050405020304" pitchFamily="18" charset="0"/>
                  </a:endParaRPr>
                </a:p>
              </p:txBody>
            </p:sp>
            <p:sp>
              <p:nvSpPr>
                <p:cNvPr id="121877" name="Rectangle 38"/>
                <p:cNvSpPr>
                  <a:spLocks noChangeArrowheads="1"/>
                </p:cNvSpPr>
                <p:nvPr/>
              </p:nvSpPr>
              <p:spPr bwMode="auto">
                <a:xfrm>
                  <a:off x="2506" y="384"/>
                  <a:ext cx="535"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21863" name="Rectangle 41"/>
            <p:cNvSpPr>
              <a:spLocks noChangeArrowheads="1"/>
            </p:cNvSpPr>
            <p:nvPr/>
          </p:nvSpPr>
          <p:spPr bwMode="auto">
            <a:xfrm>
              <a:off x="-3" y="-3"/>
              <a:ext cx="3047" cy="77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21859" name="Rectangle 43"/>
          <p:cNvSpPr>
            <a:spLocks noChangeArrowheads="1"/>
          </p:cNvSpPr>
          <p:nvPr/>
        </p:nvSpPr>
        <p:spPr bwMode="auto">
          <a:xfrm>
            <a:off x="552586" y="895486"/>
            <a:ext cx="345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rPr>
              <a:t>客户</a:t>
            </a:r>
            <a:r>
              <a:rPr lang="en-US" altLang="zh-CN" b="1">
                <a:solidFill>
                  <a:schemeClr val="hlink"/>
                </a:solidFill>
              </a:rPr>
              <a:t>--〉</a:t>
            </a:r>
            <a:r>
              <a:rPr lang="zh-CN" altLang="en-US" b="1">
                <a:solidFill>
                  <a:schemeClr val="hlink"/>
                </a:solidFill>
              </a:rPr>
              <a:t>代理：</a:t>
            </a:r>
            <a:r>
              <a:rPr lang="en-US" altLang="zh-CN" b="1">
                <a:solidFill>
                  <a:schemeClr val="hlink"/>
                </a:solidFill>
              </a:rPr>
              <a:t>TCP</a:t>
            </a:r>
            <a:r>
              <a:rPr lang="zh-CN" altLang="en-US" b="1">
                <a:solidFill>
                  <a:schemeClr val="hlink"/>
                </a:solidFill>
              </a:rPr>
              <a:t>连接请求</a:t>
            </a:r>
          </a:p>
        </p:txBody>
      </p:sp>
      <p:sp>
        <p:nvSpPr>
          <p:cNvPr id="121860" name="Rectangle 44"/>
          <p:cNvSpPr>
            <a:spLocks noChangeArrowheads="1"/>
          </p:cNvSpPr>
          <p:nvPr/>
        </p:nvSpPr>
        <p:spPr bwMode="auto">
          <a:xfrm>
            <a:off x="1225685" y="2276611"/>
            <a:ext cx="7391400" cy="1172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pPr>
            <a:r>
              <a:rPr kumimoji="1" lang="en-US" altLang="zh-CN" sz="1800">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cs typeface="Times New Roman" panose="02020603050405020304" pitchFamily="18" charset="0"/>
              </a:rPr>
              <a:t>connect</a:t>
            </a:r>
            <a:r>
              <a:rPr kumimoji="1" lang="zh-CN" altLang="en-US" sz="1800">
                <a:latin typeface="微软雅黑" panose="020B0503020204020204" pitchFamily="34" charset="-122"/>
                <a:ea typeface="微软雅黑" panose="020B0503020204020204" pitchFamily="34" charset="-122"/>
              </a:rPr>
              <a:t>；</a:t>
            </a:r>
          </a:p>
          <a:p>
            <a:pPr eaLnBrk="1" hangingPunct="1">
              <a:lnSpc>
                <a:spcPct val="130000"/>
              </a:lnSpc>
            </a:pPr>
            <a:r>
              <a:rPr kumimoji="1" lang="en-US" altLang="zh-CN" sz="1800">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1800">
                <a:latin typeface="微软雅黑" panose="020B0503020204020204" pitchFamily="34" charset="-122"/>
                <a:ea typeface="微软雅黑" panose="020B0503020204020204" pitchFamily="34" charset="-122"/>
              </a:rPr>
              <a:t>：</a:t>
            </a:r>
            <a:r>
              <a:rPr kumimoji="1" lang="en-US" altLang="zh-CN" sz="1800">
                <a:latin typeface="微软雅黑" panose="020B0503020204020204" pitchFamily="34" charset="-122"/>
                <a:ea typeface="微软雅黑" panose="020B0503020204020204" pitchFamily="34" charset="-122"/>
                <a:cs typeface="Times New Roman" panose="02020603050405020304" pitchFamily="18" charset="0"/>
              </a:rPr>
              <a:t>BIND</a:t>
            </a:r>
            <a:r>
              <a:rPr kumimoji="1" lang="zh-CN" altLang="en-US" sz="1800">
                <a:latin typeface="微软雅黑" panose="020B0503020204020204" pitchFamily="34" charset="-122"/>
                <a:ea typeface="微软雅黑" panose="020B0503020204020204" pitchFamily="34" charset="-122"/>
              </a:rPr>
              <a:t>，用于客户机接收远程主机的请求，如</a:t>
            </a:r>
            <a:r>
              <a:rPr kumimoji="1" lang="en-US" altLang="zh-CN" sz="1800">
                <a:latin typeface="微软雅黑" panose="020B0503020204020204" pitchFamily="34" charset="-122"/>
                <a:ea typeface="微软雅黑" panose="020B0503020204020204" pitchFamily="34" charset="-122"/>
                <a:cs typeface="Times New Roman" panose="02020603050405020304" pitchFamily="18" charset="0"/>
              </a:rPr>
              <a:t>FTP</a:t>
            </a:r>
            <a:r>
              <a:rPr kumimoji="1" lang="zh-CN" altLang="en-US" sz="1800">
                <a:latin typeface="微软雅黑" panose="020B0503020204020204" pitchFamily="34" charset="-122"/>
                <a:ea typeface="微软雅黑" panose="020B0503020204020204" pitchFamily="34" charset="-122"/>
              </a:rPr>
              <a:t>协议</a:t>
            </a:r>
          </a:p>
          <a:p>
            <a:pPr eaLnBrk="1" hangingPunct="1">
              <a:lnSpc>
                <a:spcPct val="130000"/>
              </a:lnSpc>
            </a:pPr>
            <a:r>
              <a:rPr kumimoji="1" lang="en-US" altLang="zh-CN" sz="1800">
                <a:latin typeface="微软雅黑" panose="020B0503020204020204" pitchFamily="34" charset="-122"/>
                <a:ea typeface="微软雅黑" panose="020B0503020204020204" pitchFamily="34" charset="-122"/>
              </a:rPr>
              <a:t>3</a:t>
            </a:r>
            <a:r>
              <a:rPr kumimoji="1" lang="zh-CN" altLang="en-US" sz="1800">
                <a:latin typeface="微软雅黑" panose="020B0503020204020204" pitchFamily="34" charset="-122"/>
                <a:ea typeface="微软雅黑" panose="020B0503020204020204" pitchFamily="34" charset="-122"/>
              </a:rPr>
              <a:t>：进行</a:t>
            </a:r>
            <a:r>
              <a:rPr kumimoji="1" lang="en-US" altLang="zh-CN" sz="1800">
                <a:latin typeface="微软雅黑" panose="020B0503020204020204" pitchFamily="34" charset="-122"/>
                <a:ea typeface="微软雅黑" panose="020B0503020204020204" pitchFamily="34" charset="-122"/>
                <a:cs typeface="Times New Roman" panose="02020603050405020304" pitchFamily="18" charset="0"/>
              </a:rPr>
              <a:t>UDP</a:t>
            </a:r>
            <a:r>
              <a:rPr kumimoji="1" lang="zh-CN" altLang="en-US" sz="1800">
                <a:latin typeface="微软雅黑" panose="020B0503020204020204" pitchFamily="34" charset="-122"/>
                <a:ea typeface="微软雅黑" panose="020B0503020204020204" pitchFamily="34" charset="-122"/>
              </a:rPr>
              <a:t>连接 </a:t>
            </a:r>
          </a:p>
        </p:txBody>
      </p:sp>
      <p:sp>
        <p:nvSpPr>
          <p:cNvPr id="121861" name="Rectangle 46"/>
          <p:cNvSpPr>
            <a:spLocks noChangeArrowheads="1"/>
          </p:cNvSpPr>
          <p:nvPr/>
        </p:nvSpPr>
        <p:spPr bwMode="auto">
          <a:xfrm>
            <a:off x="844685" y="3435486"/>
            <a:ext cx="8001000" cy="239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pPr>
            <a:r>
              <a:rPr lang="en-US" altLang="zh-CN" sz="1800">
                <a:latin typeface="微软雅黑" panose="020B0503020204020204" pitchFamily="34" charset="-122"/>
                <a:ea typeface="微软雅黑" panose="020B0503020204020204" pitchFamily="34" charset="-122"/>
              </a:rPr>
              <a:t>   </a:t>
            </a:r>
            <a:r>
              <a:rPr lang="en-US" altLang="zh-CN" sz="1800">
                <a:solidFill>
                  <a:schemeClr val="hlink"/>
                </a:solidFill>
                <a:latin typeface="微软雅黑" panose="020B0503020204020204" pitchFamily="34" charset="-122"/>
                <a:ea typeface="微软雅黑" panose="020B0503020204020204" pitchFamily="34" charset="-122"/>
              </a:rPr>
              <a:t>BIND</a:t>
            </a:r>
            <a:r>
              <a:rPr lang="zh-CN" altLang="en-US" sz="1800">
                <a:solidFill>
                  <a:schemeClr val="hlink"/>
                </a:solidFill>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BIND </a:t>
            </a:r>
            <a:r>
              <a:rPr lang="zh-CN" altLang="en-US" sz="1800">
                <a:latin typeface="微软雅黑" panose="020B0503020204020204" pitchFamily="34" charset="-122"/>
                <a:ea typeface="微软雅黑" panose="020B0503020204020204" pitchFamily="34" charset="-122"/>
              </a:rPr>
              <a:t>请求在收到代理服务器的确认信息后，必须等待代理服务器发送回来的连接消息，此时，</a:t>
            </a:r>
            <a:r>
              <a:rPr lang="zh-CN" altLang="en-US" sz="1800" b="1">
                <a:solidFill>
                  <a:schemeClr val="hlink"/>
                </a:solidFill>
                <a:latin typeface="微软雅黑" panose="020B0503020204020204" pitchFamily="34" charset="-122"/>
                <a:ea typeface="微软雅黑" panose="020B0503020204020204" pitchFamily="34" charset="-122"/>
              </a:rPr>
              <a:t>客户充当了服务器的角色</a:t>
            </a:r>
            <a:r>
              <a:rPr lang="zh-CN" altLang="en-US" sz="1800">
                <a:latin typeface="微软雅黑" panose="020B0503020204020204" pitchFamily="34" charset="-122"/>
                <a:ea typeface="微软雅黑" panose="020B0503020204020204" pitchFamily="34" charset="-122"/>
              </a:rPr>
              <a:t>。</a:t>
            </a:r>
          </a:p>
          <a:p>
            <a:pPr eaLnBrk="1" hangingPunct="1">
              <a:lnSpc>
                <a:spcPct val="130000"/>
              </a:lnSpc>
              <a:spcBef>
                <a:spcPct val="50000"/>
              </a:spcBef>
            </a:pPr>
            <a:r>
              <a:rPr lang="zh-CN" altLang="en-US" sz="1800">
                <a:latin typeface="微软雅黑" panose="020B0503020204020204" pitchFamily="34" charset="-122"/>
                <a:ea typeface="微软雅黑" panose="020B0503020204020204" pitchFamily="34" charset="-122"/>
              </a:rPr>
              <a:t>  例如</a:t>
            </a:r>
            <a:r>
              <a:rPr lang="en-US" altLang="zh-CN" sz="1800">
                <a:latin typeface="微软雅黑" panose="020B0503020204020204" pitchFamily="34" charset="-122"/>
                <a:ea typeface="微软雅黑" panose="020B0503020204020204" pitchFamily="34" charset="-122"/>
              </a:rPr>
              <a:t>FTP </a:t>
            </a:r>
            <a:r>
              <a:rPr lang="zh-CN" altLang="en-US" sz="1800">
                <a:latin typeface="微软雅黑" panose="020B0503020204020204" pitchFamily="34" charset="-122"/>
                <a:ea typeface="微软雅黑" panose="020B0503020204020204" pitchFamily="34" charset="-122"/>
              </a:rPr>
              <a:t>就是个典型的例子，它不但使用</a:t>
            </a:r>
            <a:r>
              <a:rPr lang="en-US" altLang="zh-CN" sz="1800">
                <a:latin typeface="微软雅黑" panose="020B0503020204020204" pitchFamily="34" charset="-122"/>
                <a:ea typeface="微软雅黑" panose="020B0503020204020204" pitchFamily="34" charset="-122"/>
              </a:rPr>
              <a:t>CLIENT-TO-SERVER </a:t>
            </a:r>
            <a:r>
              <a:rPr lang="zh-CN" altLang="en-US" sz="1800">
                <a:latin typeface="微软雅黑" panose="020B0503020204020204" pitchFamily="34" charset="-122"/>
                <a:ea typeface="微软雅黑" panose="020B0503020204020204" pitchFamily="34" charset="-122"/>
              </a:rPr>
              <a:t>的主连接进行命令和状态信息交互，而且使用</a:t>
            </a:r>
            <a:r>
              <a:rPr lang="en-US" altLang="zh-CN" sz="1800">
                <a:latin typeface="微软雅黑" panose="020B0503020204020204" pitchFamily="34" charset="-122"/>
                <a:ea typeface="微软雅黑" panose="020B0503020204020204" pitchFamily="34" charset="-122"/>
              </a:rPr>
              <a:t>SERVER-TO-CLIENT</a:t>
            </a:r>
            <a:r>
              <a:rPr lang="zh-CN" altLang="en-US" sz="1800">
                <a:latin typeface="微软雅黑" panose="020B0503020204020204" pitchFamily="34" charset="-122"/>
                <a:ea typeface="微软雅黑" panose="020B0503020204020204" pitchFamily="34" charset="-122"/>
              </a:rPr>
              <a:t>的辅连接进行数据交互。在使用</a:t>
            </a:r>
            <a:r>
              <a:rPr lang="en-US" altLang="zh-CN" sz="1800">
                <a:latin typeface="微软雅黑" panose="020B0503020204020204" pitchFamily="34" charset="-122"/>
                <a:ea typeface="微软雅黑" panose="020B0503020204020204" pitchFamily="34" charset="-122"/>
              </a:rPr>
              <a:t>CONNECT </a:t>
            </a:r>
            <a:r>
              <a:rPr lang="zh-CN" altLang="en-US" sz="1800">
                <a:latin typeface="微软雅黑" panose="020B0503020204020204" pitchFamily="34" charset="-122"/>
                <a:ea typeface="微软雅黑" panose="020B0503020204020204" pitchFamily="34" charset="-122"/>
              </a:rPr>
              <a:t>建立主连接后，只有在需要建立辅连接时才应该使用</a:t>
            </a:r>
            <a:r>
              <a:rPr lang="en-US" altLang="zh-CN" sz="1800">
                <a:latin typeface="微软雅黑" panose="020B0503020204020204" pitchFamily="34" charset="-122"/>
                <a:ea typeface="微软雅黑" panose="020B0503020204020204" pitchFamily="34" charset="-122"/>
              </a:rPr>
              <a:t>BIND </a:t>
            </a:r>
            <a:r>
              <a:rPr lang="zh-CN" altLang="en-US" sz="1800">
                <a:latin typeface="微软雅黑" panose="020B0503020204020204" pitchFamily="34" charset="-122"/>
                <a:ea typeface="微软雅黑" panose="020B0503020204020204" pitchFamily="34" charset="-122"/>
              </a:rPr>
              <a:t>请求。</a:t>
            </a:r>
          </a:p>
        </p:txBody>
      </p:sp>
      <p:sp>
        <p:nvSpPr>
          <p:cNvPr id="44" name="Rectangle 2"/>
          <p:cNvSpPr>
            <a:spLocks noGrp="1" noChangeArrowheads="1"/>
          </p:cNvSpPr>
          <p:nvPr>
            <p:ph type="title"/>
          </p:nvPr>
        </p:nvSpPr>
        <p:spPr>
          <a:xfrm>
            <a:off x="0" y="0"/>
            <a:ext cx="7793038" cy="671209"/>
          </a:xfrm>
        </p:spPr>
        <p:txBody>
          <a:bodyPr/>
          <a:lstStyle/>
          <a:p>
            <a:pPr eaLnBrk="1" hangingPunct="1"/>
            <a:r>
              <a:rPr lang="en-US" altLang="zh-CN" dirty="0" smtClean="0"/>
              <a:t>11.6 </a:t>
            </a:r>
            <a:r>
              <a:rPr lang="zh-CN" altLang="en-US" dirty="0" smtClean="0"/>
              <a:t>代理协议</a:t>
            </a:r>
            <a:r>
              <a:rPr lang="en-US" altLang="zh-CN" dirty="0" smtClean="0"/>
              <a:t>---SOCKs</a:t>
            </a:r>
          </a:p>
        </p:txBody>
      </p:sp>
    </p:spTree>
    <p:extLst>
      <p:ext uri="{BB962C8B-B14F-4D97-AF65-F5344CB8AC3E}">
        <p14:creationId xmlns:p14="http://schemas.microsoft.com/office/powerpoint/2010/main" val="414874637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4"/>
          <p:cNvSpPr>
            <a:spLocks noGrp="1" noChangeArrowheads="1"/>
          </p:cNvSpPr>
          <p:nvPr>
            <p:ph idx="1"/>
          </p:nvPr>
        </p:nvSpPr>
        <p:spPr>
          <a:xfrm>
            <a:off x="366408" y="843064"/>
            <a:ext cx="8305800" cy="3733800"/>
          </a:xfrm>
          <a:noFill/>
        </p:spPr>
        <p:txBody>
          <a:bodyPr/>
          <a:lstStyle/>
          <a:p>
            <a:pPr eaLnBrk="1" hangingPunct="1">
              <a:buFont typeface="Wingdings" panose="05000000000000000000" pitchFamily="2" charset="2"/>
              <a:buNone/>
            </a:pPr>
            <a:r>
              <a:rPr lang="en-US" altLang="zh-CN" b="1">
                <a:solidFill>
                  <a:schemeClr val="hlink"/>
                </a:solidFill>
              </a:rPr>
              <a:t>(3) </a:t>
            </a:r>
            <a:r>
              <a:rPr lang="zh-CN" altLang="en-US" b="1">
                <a:solidFill>
                  <a:schemeClr val="hlink"/>
                </a:solidFill>
              </a:rPr>
              <a:t>数据发送</a:t>
            </a:r>
            <a:r>
              <a:rPr lang="en-US" altLang="zh-CN" b="1">
                <a:solidFill>
                  <a:schemeClr val="hlink"/>
                </a:solidFill>
              </a:rPr>
              <a:t>/</a:t>
            </a:r>
            <a:r>
              <a:rPr lang="zh-CN" altLang="en-US" b="1">
                <a:solidFill>
                  <a:schemeClr val="hlink"/>
                </a:solidFill>
              </a:rPr>
              <a:t>接收</a:t>
            </a:r>
          </a:p>
          <a:p>
            <a:pPr eaLnBrk="1" hangingPunct="1">
              <a:buFont typeface="Wingdings" panose="05000000000000000000" pitchFamily="2" charset="2"/>
              <a:buNone/>
            </a:pPr>
            <a:r>
              <a:rPr lang="zh-CN" altLang="en-US"/>
              <a:t>      代理进行中转。</a:t>
            </a:r>
          </a:p>
          <a:p>
            <a:pPr eaLnBrk="1" hangingPunct="1">
              <a:buFont typeface="Wingdings" panose="05000000000000000000" pitchFamily="2" charset="2"/>
              <a:buNone/>
            </a:pPr>
            <a:r>
              <a:rPr lang="zh-CN" altLang="en-US"/>
              <a:t>      客户端操作与直接连接模式基本相同</a:t>
            </a:r>
          </a:p>
          <a:p>
            <a:pPr eaLnBrk="1" hangingPunct="1">
              <a:buFont typeface="Wingdings" panose="05000000000000000000" pitchFamily="2" charset="2"/>
              <a:buNone/>
            </a:pPr>
            <a:endParaRPr lang="zh-CN" altLang="en-US"/>
          </a:p>
          <a:p>
            <a:pPr eaLnBrk="1" hangingPunct="1">
              <a:buFont typeface="Wingdings" panose="05000000000000000000" pitchFamily="2" charset="2"/>
              <a:buNone/>
            </a:pPr>
            <a:r>
              <a:rPr lang="en-US" altLang="zh-CN" b="1">
                <a:solidFill>
                  <a:schemeClr val="hlink"/>
                </a:solidFill>
              </a:rPr>
              <a:t>(4) </a:t>
            </a:r>
            <a:r>
              <a:rPr lang="zh-CN" altLang="en-US" b="1">
                <a:solidFill>
                  <a:schemeClr val="hlink"/>
                </a:solidFill>
              </a:rPr>
              <a:t>通信结束</a:t>
            </a:r>
          </a:p>
          <a:p>
            <a:pPr eaLnBrk="1" hangingPunct="1">
              <a:buFont typeface="Wingdings" panose="05000000000000000000" pitchFamily="2" charset="2"/>
              <a:buNone/>
            </a:pPr>
            <a:r>
              <a:rPr lang="zh-CN" altLang="en-US"/>
              <a:t>      客户 </a:t>
            </a:r>
            <a:r>
              <a:rPr lang="en-US" altLang="zh-CN"/>
              <a:t>– </a:t>
            </a:r>
            <a:r>
              <a:rPr lang="zh-CN" altLang="en-US"/>
              <a:t>代   理：</a:t>
            </a:r>
            <a:r>
              <a:rPr lang="en-US" altLang="zh-CN"/>
              <a:t>TCP</a:t>
            </a:r>
            <a:r>
              <a:rPr lang="zh-CN" altLang="en-US"/>
              <a:t>连接关闭</a:t>
            </a:r>
          </a:p>
          <a:p>
            <a:pPr eaLnBrk="1" hangingPunct="1">
              <a:buFont typeface="Wingdings" panose="05000000000000000000" pitchFamily="2" charset="2"/>
              <a:buNone/>
            </a:pPr>
            <a:r>
              <a:rPr lang="zh-CN" altLang="en-US"/>
              <a:t>      代理 </a:t>
            </a:r>
            <a:r>
              <a:rPr lang="en-US" altLang="zh-CN"/>
              <a:t>– </a:t>
            </a:r>
            <a:r>
              <a:rPr lang="zh-CN" altLang="en-US"/>
              <a:t>服务器：</a:t>
            </a:r>
            <a:r>
              <a:rPr lang="en-US" altLang="zh-CN"/>
              <a:t>TCP</a:t>
            </a:r>
            <a:r>
              <a:rPr lang="zh-CN" altLang="en-US"/>
              <a:t>连接关闭</a:t>
            </a:r>
            <a:r>
              <a:rPr lang="en-US" altLang="zh-CN"/>
              <a:t>(UDP)</a:t>
            </a:r>
          </a:p>
        </p:txBody>
      </p:sp>
    </p:spTree>
    <p:extLst>
      <p:ext uri="{BB962C8B-B14F-4D97-AF65-F5344CB8AC3E}">
        <p14:creationId xmlns:p14="http://schemas.microsoft.com/office/powerpoint/2010/main" val="40736624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906" name="Group 5"/>
          <p:cNvGrpSpPr>
            <a:grpSpLocks/>
          </p:cNvGrpSpPr>
          <p:nvPr/>
        </p:nvGrpSpPr>
        <p:grpSpPr bwMode="auto">
          <a:xfrm>
            <a:off x="2295727" y="907914"/>
            <a:ext cx="7315200" cy="5029200"/>
            <a:chOff x="1800" y="6276"/>
            <a:chExt cx="9000" cy="7332"/>
          </a:xfrm>
        </p:grpSpPr>
        <p:sp>
          <p:nvSpPr>
            <p:cNvPr id="123907" name="Rectangle 6"/>
            <p:cNvSpPr>
              <a:spLocks noChangeArrowheads="1"/>
            </p:cNvSpPr>
            <p:nvPr/>
          </p:nvSpPr>
          <p:spPr bwMode="auto">
            <a:xfrm>
              <a:off x="1800" y="6276"/>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发送认证方法请求</a:t>
              </a:r>
            </a:p>
          </p:txBody>
        </p:sp>
        <p:sp>
          <p:nvSpPr>
            <p:cNvPr id="123908" name="Rectangle 7"/>
            <p:cNvSpPr>
              <a:spLocks noChangeArrowheads="1"/>
            </p:cNvSpPr>
            <p:nvPr/>
          </p:nvSpPr>
          <p:spPr bwMode="auto">
            <a:xfrm>
              <a:off x="5220" y="6276"/>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选择鉴别方法</a:t>
              </a:r>
            </a:p>
          </p:txBody>
        </p:sp>
        <p:sp>
          <p:nvSpPr>
            <p:cNvPr id="123909" name="Rectangle 8"/>
            <p:cNvSpPr>
              <a:spLocks noChangeArrowheads="1"/>
            </p:cNvSpPr>
            <p:nvPr/>
          </p:nvSpPr>
          <p:spPr bwMode="auto">
            <a:xfrm>
              <a:off x="1800" y="7524"/>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确认鉴别方法</a:t>
              </a:r>
            </a:p>
          </p:txBody>
        </p:sp>
        <p:sp>
          <p:nvSpPr>
            <p:cNvPr id="123910" name="Rectangle 9"/>
            <p:cNvSpPr>
              <a:spLocks noChangeArrowheads="1"/>
            </p:cNvSpPr>
            <p:nvPr/>
          </p:nvSpPr>
          <p:spPr bwMode="auto">
            <a:xfrm>
              <a:off x="5220" y="7524"/>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返回选定鉴别方法</a:t>
              </a:r>
            </a:p>
            <a:p>
              <a:pPr algn="ctr"/>
              <a:endParaRPr lang="en-US" altLang="zh-CN" sz="1400">
                <a:latin typeface="Times New Roman" panose="02020603050405020304" pitchFamily="18" charset="0"/>
              </a:endParaRPr>
            </a:p>
          </p:txBody>
        </p:sp>
        <p:sp>
          <p:nvSpPr>
            <p:cNvPr id="123911" name="Rectangle 10"/>
            <p:cNvSpPr>
              <a:spLocks noChangeArrowheads="1"/>
            </p:cNvSpPr>
            <p:nvPr/>
          </p:nvSpPr>
          <p:spPr bwMode="auto">
            <a:xfrm>
              <a:off x="1800" y="8772"/>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进行用户鉴别</a:t>
              </a:r>
            </a:p>
          </p:txBody>
        </p:sp>
        <p:sp>
          <p:nvSpPr>
            <p:cNvPr id="123912" name="Rectangle 11"/>
            <p:cNvSpPr>
              <a:spLocks noChangeArrowheads="1"/>
            </p:cNvSpPr>
            <p:nvPr/>
          </p:nvSpPr>
          <p:spPr bwMode="auto">
            <a:xfrm>
              <a:off x="5220" y="8772"/>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进行用户鉴别</a:t>
              </a:r>
            </a:p>
          </p:txBody>
        </p:sp>
        <p:sp>
          <p:nvSpPr>
            <p:cNvPr id="123913" name="Rectangle 12"/>
            <p:cNvSpPr>
              <a:spLocks noChangeArrowheads="1"/>
            </p:cNvSpPr>
            <p:nvPr/>
          </p:nvSpPr>
          <p:spPr bwMode="auto">
            <a:xfrm>
              <a:off x="1800" y="10020"/>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发送代理请求</a:t>
              </a:r>
            </a:p>
          </p:txBody>
        </p:sp>
        <p:sp>
          <p:nvSpPr>
            <p:cNvPr id="123914" name="Rectangle 13"/>
            <p:cNvSpPr>
              <a:spLocks noChangeArrowheads="1"/>
            </p:cNvSpPr>
            <p:nvPr/>
          </p:nvSpPr>
          <p:spPr bwMode="auto">
            <a:xfrm>
              <a:off x="5220" y="10020"/>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处理代理请求</a:t>
              </a:r>
            </a:p>
          </p:txBody>
        </p:sp>
        <p:sp>
          <p:nvSpPr>
            <p:cNvPr id="123915" name="Rectangle 14"/>
            <p:cNvSpPr>
              <a:spLocks noChangeArrowheads="1"/>
            </p:cNvSpPr>
            <p:nvPr/>
          </p:nvSpPr>
          <p:spPr bwMode="auto">
            <a:xfrm>
              <a:off x="5220" y="10956"/>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建立代理链路</a:t>
              </a:r>
            </a:p>
          </p:txBody>
        </p:sp>
        <p:sp>
          <p:nvSpPr>
            <p:cNvPr id="123916" name="Rectangle 15"/>
            <p:cNvSpPr>
              <a:spLocks noChangeArrowheads="1"/>
            </p:cNvSpPr>
            <p:nvPr/>
          </p:nvSpPr>
          <p:spPr bwMode="auto">
            <a:xfrm>
              <a:off x="5220" y="11892"/>
              <a:ext cx="23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设置代理链路状态</a:t>
              </a:r>
            </a:p>
          </p:txBody>
        </p:sp>
        <p:sp>
          <p:nvSpPr>
            <p:cNvPr id="123917" name="Rectangle 16"/>
            <p:cNvSpPr>
              <a:spLocks noChangeArrowheads="1"/>
            </p:cNvSpPr>
            <p:nvPr/>
          </p:nvSpPr>
          <p:spPr bwMode="auto">
            <a:xfrm>
              <a:off x="1800" y="11892"/>
              <a:ext cx="23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检查代理链路状态</a:t>
              </a:r>
            </a:p>
          </p:txBody>
        </p:sp>
        <p:sp>
          <p:nvSpPr>
            <p:cNvPr id="123918" name="Rectangle 17"/>
            <p:cNvSpPr>
              <a:spLocks noChangeArrowheads="1"/>
            </p:cNvSpPr>
            <p:nvPr/>
          </p:nvSpPr>
          <p:spPr bwMode="auto">
            <a:xfrm>
              <a:off x="8640" y="10956"/>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接受连接请求</a:t>
              </a:r>
            </a:p>
          </p:txBody>
        </p:sp>
        <p:sp>
          <p:nvSpPr>
            <p:cNvPr id="123919" name="Rectangle 18"/>
            <p:cNvSpPr>
              <a:spLocks noChangeArrowheads="1"/>
            </p:cNvSpPr>
            <p:nvPr/>
          </p:nvSpPr>
          <p:spPr bwMode="auto">
            <a:xfrm>
              <a:off x="1800" y="13140"/>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数据发送／接收</a:t>
              </a:r>
            </a:p>
          </p:txBody>
        </p:sp>
        <p:sp>
          <p:nvSpPr>
            <p:cNvPr id="123920" name="Rectangle 19"/>
            <p:cNvSpPr>
              <a:spLocks noChangeArrowheads="1"/>
            </p:cNvSpPr>
            <p:nvPr/>
          </p:nvSpPr>
          <p:spPr bwMode="auto">
            <a:xfrm>
              <a:off x="8640" y="13140"/>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数据发送／接收</a:t>
              </a:r>
            </a:p>
          </p:txBody>
        </p:sp>
        <p:sp>
          <p:nvSpPr>
            <p:cNvPr id="123921" name="Rectangle 20"/>
            <p:cNvSpPr>
              <a:spLocks noChangeArrowheads="1"/>
            </p:cNvSpPr>
            <p:nvPr/>
          </p:nvSpPr>
          <p:spPr bwMode="auto">
            <a:xfrm>
              <a:off x="5220" y="13140"/>
              <a:ext cx="21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数据转发</a:t>
              </a:r>
            </a:p>
          </p:txBody>
        </p:sp>
        <p:sp>
          <p:nvSpPr>
            <p:cNvPr id="123922" name="Line 21"/>
            <p:cNvSpPr>
              <a:spLocks noChangeShapeType="1"/>
            </p:cNvSpPr>
            <p:nvPr/>
          </p:nvSpPr>
          <p:spPr bwMode="auto">
            <a:xfrm>
              <a:off x="3960" y="6432"/>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3" name="Line 22"/>
            <p:cNvSpPr>
              <a:spLocks noChangeShapeType="1"/>
            </p:cNvSpPr>
            <p:nvPr/>
          </p:nvSpPr>
          <p:spPr bwMode="auto">
            <a:xfrm>
              <a:off x="2880" y="7992"/>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4" name="Line 23"/>
            <p:cNvSpPr>
              <a:spLocks noChangeShapeType="1"/>
            </p:cNvSpPr>
            <p:nvPr/>
          </p:nvSpPr>
          <p:spPr bwMode="auto">
            <a:xfrm>
              <a:off x="2880" y="9240"/>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5" name="Line 24"/>
            <p:cNvSpPr>
              <a:spLocks noChangeShapeType="1"/>
            </p:cNvSpPr>
            <p:nvPr/>
          </p:nvSpPr>
          <p:spPr bwMode="auto">
            <a:xfrm>
              <a:off x="2880" y="10488"/>
              <a:ext cx="0" cy="14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6" name="Line 25"/>
            <p:cNvSpPr>
              <a:spLocks noChangeShapeType="1"/>
            </p:cNvSpPr>
            <p:nvPr/>
          </p:nvSpPr>
          <p:spPr bwMode="auto">
            <a:xfrm>
              <a:off x="2880" y="12360"/>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7" name="Line 26"/>
            <p:cNvSpPr>
              <a:spLocks noChangeShapeType="1"/>
            </p:cNvSpPr>
            <p:nvPr/>
          </p:nvSpPr>
          <p:spPr bwMode="auto">
            <a:xfrm>
              <a:off x="6300" y="7992"/>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8" name="Line 27"/>
            <p:cNvSpPr>
              <a:spLocks noChangeShapeType="1"/>
            </p:cNvSpPr>
            <p:nvPr/>
          </p:nvSpPr>
          <p:spPr bwMode="auto">
            <a:xfrm>
              <a:off x="6300" y="9240"/>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9" name="Line 28"/>
            <p:cNvSpPr>
              <a:spLocks noChangeShapeType="1"/>
            </p:cNvSpPr>
            <p:nvPr/>
          </p:nvSpPr>
          <p:spPr bwMode="auto">
            <a:xfrm>
              <a:off x="6300" y="12360"/>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0" name="Line 29"/>
            <p:cNvSpPr>
              <a:spLocks noChangeShapeType="1"/>
            </p:cNvSpPr>
            <p:nvPr/>
          </p:nvSpPr>
          <p:spPr bwMode="auto">
            <a:xfrm>
              <a:off x="6300" y="1048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1" name="Line 30"/>
            <p:cNvSpPr>
              <a:spLocks noChangeShapeType="1"/>
            </p:cNvSpPr>
            <p:nvPr/>
          </p:nvSpPr>
          <p:spPr bwMode="auto">
            <a:xfrm>
              <a:off x="6300" y="11424"/>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2" name="Line 31"/>
            <p:cNvSpPr>
              <a:spLocks noChangeShapeType="1"/>
            </p:cNvSpPr>
            <p:nvPr/>
          </p:nvSpPr>
          <p:spPr bwMode="auto">
            <a:xfrm flipH="1">
              <a:off x="3960" y="7680"/>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3" name="Line 32"/>
            <p:cNvSpPr>
              <a:spLocks noChangeShapeType="1"/>
            </p:cNvSpPr>
            <p:nvPr/>
          </p:nvSpPr>
          <p:spPr bwMode="auto">
            <a:xfrm>
              <a:off x="2880" y="6744"/>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4" name="Line 33"/>
            <p:cNvSpPr>
              <a:spLocks noChangeShapeType="1"/>
            </p:cNvSpPr>
            <p:nvPr/>
          </p:nvSpPr>
          <p:spPr bwMode="auto">
            <a:xfrm>
              <a:off x="6300" y="6744"/>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5" name="Line 34"/>
            <p:cNvSpPr>
              <a:spLocks noChangeShapeType="1"/>
            </p:cNvSpPr>
            <p:nvPr/>
          </p:nvSpPr>
          <p:spPr bwMode="auto">
            <a:xfrm>
              <a:off x="3960" y="8928"/>
              <a:ext cx="126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6" name="Line 35"/>
            <p:cNvSpPr>
              <a:spLocks noChangeShapeType="1"/>
            </p:cNvSpPr>
            <p:nvPr/>
          </p:nvSpPr>
          <p:spPr bwMode="auto">
            <a:xfrm>
              <a:off x="3960" y="10176"/>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7" name="Line 36"/>
            <p:cNvSpPr>
              <a:spLocks noChangeShapeType="1"/>
            </p:cNvSpPr>
            <p:nvPr/>
          </p:nvSpPr>
          <p:spPr bwMode="auto">
            <a:xfrm flipH="1">
              <a:off x="4140" y="12048"/>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8" name="Line 37"/>
            <p:cNvSpPr>
              <a:spLocks noChangeShapeType="1"/>
            </p:cNvSpPr>
            <p:nvPr/>
          </p:nvSpPr>
          <p:spPr bwMode="auto">
            <a:xfrm>
              <a:off x="7380" y="11112"/>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9" name="Line 38"/>
            <p:cNvSpPr>
              <a:spLocks noChangeShapeType="1"/>
            </p:cNvSpPr>
            <p:nvPr/>
          </p:nvSpPr>
          <p:spPr bwMode="auto">
            <a:xfrm>
              <a:off x="3960" y="13296"/>
              <a:ext cx="126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40" name="Line 39"/>
            <p:cNvSpPr>
              <a:spLocks noChangeShapeType="1"/>
            </p:cNvSpPr>
            <p:nvPr/>
          </p:nvSpPr>
          <p:spPr bwMode="auto">
            <a:xfrm>
              <a:off x="7380" y="13296"/>
              <a:ext cx="126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41" name="Line 40"/>
            <p:cNvSpPr>
              <a:spLocks noChangeShapeType="1"/>
            </p:cNvSpPr>
            <p:nvPr/>
          </p:nvSpPr>
          <p:spPr bwMode="auto">
            <a:xfrm>
              <a:off x="9720" y="11424"/>
              <a:ext cx="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 name="Rectangle 2"/>
          <p:cNvSpPr>
            <a:spLocks noGrp="1" noChangeArrowheads="1"/>
          </p:cNvSpPr>
          <p:nvPr>
            <p:ph type="title"/>
          </p:nvPr>
        </p:nvSpPr>
        <p:spPr>
          <a:xfrm>
            <a:off x="0" y="0"/>
            <a:ext cx="7793038" cy="684179"/>
          </a:xfrm>
        </p:spPr>
        <p:txBody>
          <a:bodyPr/>
          <a:lstStyle/>
          <a:p>
            <a:pPr eaLnBrk="1" hangingPunct="1"/>
            <a:r>
              <a:rPr lang="en-US" altLang="zh-CN" dirty="0" smtClean="0"/>
              <a:t>11.6 </a:t>
            </a:r>
            <a:r>
              <a:rPr lang="zh-CN" altLang="en-US" dirty="0" smtClean="0"/>
              <a:t>代理协议</a:t>
            </a:r>
            <a:r>
              <a:rPr lang="en-US" altLang="zh-CN" dirty="0" smtClean="0"/>
              <a:t>---SOCKs</a:t>
            </a:r>
          </a:p>
        </p:txBody>
      </p:sp>
    </p:spTree>
    <p:extLst>
      <p:ext uri="{BB962C8B-B14F-4D97-AF65-F5344CB8AC3E}">
        <p14:creationId xmlns:p14="http://schemas.microsoft.com/office/powerpoint/2010/main" val="160406033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SOCKs</a:t>
            </a:r>
            <a:r>
              <a:rPr lang="zh-CN" altLang="en-US" smtClean="0"/>
              <a:t>优点</a:t>
            </a:r>
            <a:endParaRPr lang="zh-CN" altLang="en-US"/>
          </a:p>
        </p:txBody>
      </p:sp>
      <p:sp>
        <p:nvSpPr>
          <p:cNvPr id="3" name="矩形 2"/>
          <p:cNvSpPr/>
          <p:nvPr/>
        </p:nvSpPr>
        <p:spPr>
          <a:xfrm>
            <a:off x="245533" y="872404"/>
            <a:ext cx="9516534" cy="1892826"/>
          </a:xfrm>
          <a:prstGeom prst="rect">
            <a:avLst/>
          </a:prstGeom>
        </p:spPr>
        <p:txBody>
          <a:bodyPr wrap="square">
            <a:spAutoFit/>
          </a:bodyPr>
          <a:lstStyle/>
          <a:p>
            <a:pPr marL="342900" indent="-342900">
              <a:lnSpc>
                <a:spcPct val="130000"/>
              </a:lnSpc>
              <a:buFont typeface="Wingdings" panose="05000000000000000000" pitchFamily="2" charset="2"/>
              <a:buChar char="n"/>
            </a:pPr>
            <a:r>
              <a:rPr lang="zh-CN" altLang="en-US">
                <a:latin typeface="微软雅黑" panose="020B0503020204020204" pitchFamily="34" charset="-122"/>
                <a:ea typeface="微软雅黑" panose="020B0503020204020204" pitchFamily="34" charset="-122"/>
              </a:rPr>
              <a:t>任何主机都可作为socks代理服务器。</a:t>
            </a:r>
          </a:p>
          <a:p>
            <a:pPr marL="342900" indent="-342900">
              <a:lnSpc>
                <a:spcPct val="130000"/>
              </a:lnSpc>
              <a:buFont typeface="Wingdings" panose="05000000000000000000" pitchFamily="2" charset="2"/>
              <a:buChar char="n"/>
            </a:pPr>
            <a:r>
              <a:rPr lang="zh-CN" altLang="en-US">
                <a:latin typeface="微软雅黑" panose="020B0503020204020204" pitchFamily="34" charset="-122"/>
                <a:ea typeface="微软雅黑" panose="020B0503020204020204" pitchFamily="34" charset="-122"/>
              </a:rPr>
              <a:t>Socks本身未定义机密性、完整性保护方法，但由于所有通信量都要经过代理服务器转发，为统一制定安全策略并部署安全防护措施提供了便利。</a:t>
            </a:r>
          </a:p>
          <a:p>
            <a:pPr marL="342900" indent="-342900">
              <a:lnSpc>
                <a:spcPct val="130000"/>
              </a:lnSpc>
              <a:buFont typeface="Wingdings" panose="05000000000000000000" pitchFamily="2" charset="2"/>
              <a:buChar char="n"/>
            </a:pPr>
            <a:r>
              <a:rPr lang="zh-CN" altLang="en-US">
                <a:latin typeface="微软雅黑" panose="020B0503020204020204" pitchFamily="34" charset="-122"/>
                <a:ea typeface="微软雅黑" panose="020B0503020204020204" pitchFamily="34" charset="-122"/>
              </a:rPr>
              <a:t>Socks5支持多种客户端身份认证方案，如果某些认证方案能够支持机密性和完整性保护，这些功能在应用Socks后仍然能够得到保留。</a:t>
            </a:r>
          </a:p>
        </p:txBody>
      </p:sp>
    </p:spTree>
    <p:extLst>
      <p:ext uri="{BB962C8B-B14F-4D97-AF65-F5344CB8AC3E}">
        <p14:creationId xmlns:p14="http://schemas.microsoft.com/office/powerpoint/2010/main" val="126133255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0" y="0"/>
            <a:ext cx="8229600" cy="661481"/>
          </a:xfrm>
        </p:spPr>
        <p:txBody>
          <a:bodyPr/>
          <a:lstStyle/>
          <a:p>
            <a:pPr eaLnBrk="1" hangingPunct="1"/>
            <a:r>
              <a:rPr lang="en-US" altLang="zh-CN" dirty="0" smtClean="0"/>
              <a:t>11.7 </a:t>
            </a:r>
            <a:r>
              <a:rPr lang="zh-CN" altLang="en-US" dirty="0" smtClean="0"/>
              <a:t>应用层安全协议</a:t>
            </a:r>
          </a:p>
        </p:txBody>
      </p:sp>
      <p:sp>
        <p:nvSpPr>
          <p:cNvPr id="124931" name="Rectangle 3"/>
          <p:cNvSpPr>
            <a:spLocks noGrp="1" noChangeArrowheads="1"/>
          </p:cNvSpPr>
          <p:nvPr>
            <p:ph idx="1"/>
          </p:nvPr>
        </p:nvSpPr>
        <p:spPr>
          <a:xfrm>
            <a:off x="191310" y="785341"/>
            <a:ext cx="9682263" cy="4390571"/>
          </a:xfrm>
        </p:spPr>
        <p:txBody>
          <a:bodyPr/>
          <a:lstStyle/>
          <a:p>
            <a:pPr eaLnBrk="1" hangingPunct="1">
              <a:lnSpc>
                <a:spcPct val="130000"/>
              </a:lnSpc>
              <a:buFont typeface="Wingdings" panose="05000000000000000000" pitchFamily="2" charset="2"/>
              <a:buNone/>
            </a:pPr>
            <a:r>
              <a:rPr lang="en-US" altLang="zh-CN" b="1" dirty="0">
                <a:solidFill>
                  <a:schemeClr val="hlink"/>
                </a:solidFill>
              </a:rPr>
              <a:t>1</a:t>
            </a:r>
            <a:r>
              <a:rPr lang="zh-CN" altLang="en-US" b="1" dirty="0">
                <a:solidFill>
                  <a:schemeClr val="hlink"/>
                </a:solidFill>
              </a:rPr>
              <a:t>、应用层的安全</a:t>
            </a:r>
          </a:p>
          <a:p>
            <a:pPr eaLnBrk="1" hangingPunct="1">
              <a:lnSpc>
                <a:spcPct val="130000"/>
              </a:lnSpc>
              <a:buFont typeface="Wingdings" panose="05000000000000000000" pitchFamily="2" charset="2"/>
              <a:buNone/>
            </a:pPr>
            <a:r>
              <a:rPr lang="zh-CN" altLang="en-US" dirty="0"/>
              <a:t>       网络层</a:t>
            </a:r>
            <a:r>
              <a:rPr lang="en-US" altLang="zh-CN" dirty="0"/>
              <a:t>(</a:t>
            </a:r>
            <a:r>
              <a:rPr lang="zh-CN" altLang="en-US" dirty="0"/>
              <a:t>传输层</a:t>
            </a:r>
            <a:r>
              <a:rPr lang="en-US" altLang="zh-CN" dirty="0"/>
              <a:t>)</a:t>
            </a:r>
            <a:r>
              <a:rPr lang="zh-CN" altLang="en-US" dirty="0"/>
              <a:t>的安全协议允许为主机</a:t>
            </a:r>
            <a:r>
              <a:rPr lang="en-US" altLang="zh-CN" dirty="0"/>
              <a:t>(</a:t>
            </a:r>
            <a:r>
              <a:rPr lang="zh-CN" altLang="en-US" dirty="0"/>
              <a:t>进程</a:t>
            </a:r>
            <a:r>
              <a:rPr lang="en-US" altLang="zh-CN" dirty="0"/>
              <a:t>)</a:t>
            </a:r>
            <a:r>
              <a:rPr lang="zh-CN" altLang="en-US" dirty="0"/>
              <a:t>之间的</a:t>
            </a:r>
            <a:r>
              <a:rPr lang="zh-CN" altLang="en-US" dirty="0">
                <a:solidFill>
                  <a:schemeClr val="hlink"/>
                </a:solidFill>
              </a:rPr>
              <a:t>数据通道增加安全</a:t>
            </a:r>
            <a:r>
              <a:rPr lang="zh-CN" altLang="en-US">
                <a:solidFill>
                  <a:schemeClr val="hlink"/>
                </a:solidFill>
              </a:rPr>
              <a:t>属性</a:t>
            </a:r>
            <a:r>
              <a:rPr lang="zh-CN" altLang="en-US" smtClean="0"/>
              <a:t>。</a:t>
            </a:r>
            <a:endParaRPr lang="zh-CN" altLang="en-US" dirty="0"/>
          </a:p>
          <a:p>
            <a:pPr eaLnBrk="1" hangingPunct="1">
              <a:lnSpc>
                <a:spcPct val="130000"/>
              </a:lnSpc>
              <a:buFont typeface="Wingdings" panose="05000000000000000000" pitchFamily="2" charset="2"/>
              <a:buNone/>
            </a:pPr>
            <a:r>
              <a:rPr lang="zh-CN" altLang="en-US" dirty="0"/>
              <a:t>      本质上，这意味着真正的</a:t>
            </a:r>
            <a:r>
              <a:rPr lang="en-US" altLang="zh-CN" dirty="0"/>
              <a:t>(</a:t>
            </a:r>
            <a:r>
              <a:rPr lang="zh-CN" altLang="en-US" dirty="0"/>
              <a:t>或许再加上机密的</a:t>
            </a:r>
            <a:r>
              <a:rPr lang="en-US" altLang="zh-CN" dirty="0"/>
              <a:t>)</a:t>
            </a:r>
            <a:r>
              <a:rPr lang="zh-CN" altLang="en-US" dirty="0"/>
              <a:t>数据通道还是建立在主机</a:t>
            </a:r>
            <a:r>
              <a:rPr lang="en-US" altLang="zh-CN" dirty="0"/>
              <a:t>(</a:t>
            </a:r>
            <a:r>
              <a:rPr lang="zh-CN" altLang="en-US" dirty="0"/>
              <a:t>或进程</a:t>
            </a:r>
            <a:r>
              <a:rPr lang="en-US" altLang="zh-CN" dirty="0"/>
              <a:t>)</a:t>
            </a:r>
            <a:r>
              <a:rPr lang="zh-CN" altLang="en-US" dirty="0"/>
              <a:t>之间，但却不可能区分在同一通道上传输的一个具体文件的安全性要求。</a:t>
            </a:r>
          </a:p>
          <a:p>
            <a:pPr eaLnBrk="1" hangingPunct="1">
              <a:lnSpc>
                <a:spcPct val="130000"/>
              </a:lnSpc>
              <a:buFont typeface="Wingdings" panose="05000000000000000000" pitchFamily="2" charset="2"/>
              <a:buNone/>
            </a:pPr>
            <a:r>
              <a:rPr lang="zh-CN" altLang="en-US" dirty="0"/>
              <a:t>       比如说，如果一个主机与另一个主机之间建立起一条安全的</a:t>
            </a:r>
            <a:r>
              <a:rPr lang="en-US" altLang="zh-CN" dirty="0"/>
              <a:t>IP</a:t>
            </a:r>
            <a:r>
              <a:rPr lang="zh-CN" altLang="en-US" dirty="0"/>
              <a:t>通道，那么所有在这条通道上传输的</a:t>
            </a:r>
            <a:r>
              <a:rPr lang="en-US" altLang="zh-CN" dirty="0"/>
              <a:t>IP</a:t>
            </a:r>
            <a:r>
              <a:rPr lang="zh-CN" altLang="en-US" dirty="0"/>
              <a:t>包就都要自动地被加密。同样，如果一个进程和另一个进程之间通过传输层安全协议建立起了一条安全的数据通道，那么两个进程间传输的所有消息就都要自动地被加密 </a:t>
            </a:r>
          </a:p>
          <a:p>
            <a:pPr eaLnBrk="1" hangingPunct="1">
              <a:lnSpc>
                <a:spcPct val="130000"/>
              </a:lnSpc>
              <a:buFont typeface="Wingdings" panose="05000000000000000000" pitchFamily="2" charset="2"/>
              <a:buNone/>
            </a:pPr>
            <a:endParaRPr lang="zh-CN" altLang="en-US" dirty="0"/>
          </a:p>
          <a:p>
            <a:pPr eaLnBrk="1" hangingPunct="1">
              <a:lnSpc>
                <a:spcPct val="130000"/>
              </a:lnSpc>
              <a:buFont typeface="Wingdings" panose="05000000000000000000" pitchFamily="2" charset="2"/>
              <a:buNone/>
            </a:pPr>
            <a:r>
              <a:rPr lang="zh-CN" altLang="en-US" dirty="0"/>
              <a:t>       如果确实想要区分一个具体文件的不同的安全性要求，那就必须借助于应用层的安全性</a:t>
            </a:r>
          </a:p>
        </p:txBody>
      </p:sp>
    </p:spTree>
    <p:extLst>
      <p:ext uri="{BB962C8B-B14F-4D97-AF65-F5344CB8AC3E}">
        <p14:creationId xmlns:p14="http://schemas.microsoft.com/office/powerpoint/2010/main" val="70705845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51753"/>
          </a:xfrm>
        </p:spPr>
        <p:txBody>
          <a:bodyPr/>
          <a:lstStyle/>
          <a:p>
            <a:pPr eaLnBrk="1" hangingPunct="1"/>
            <a:r>
              <a:rPr lang="en-US" altLang="zh-CN" dirty="0" smtClean="0"/>
              <a:t>11.7 </a:t>
            </a:r>
            <a:r>
              <a:rPr lang="zh-CN" altLang="en-US" dirty="0" smtClean="0"/>
              <a:t>应用层安全协议</a:t>
            </a:r>
          </a:p>
        </p:txBody>
      </p:sp>
      <p:sp>
        <p:nvSpPr>
          <p:cNvPr id="125954" name="Rectangle 3"/>
          <p:cNvSpPr>
            <a:spLocks noGrp="1" noChangeArrowheads="1"/>
          </p:cNvSpPr>
          <p:nvPr>
            <p:ph idx="1"/>
          </p:nvPr>
        </p:nvSpPr>
        <p:spPr>
          <a:xfrm>
            <a:off x="247900" y="789562"/>
            <a:ext cx="10082873" cy="4648200"/>
          </a:xfrm>
        </p:spPr>
        <p:txBody>
          <a:bodyPr/>
          <a:lstStyle/>
          <a:p>
            <a:pPr eaLnBrk="1" hangingPunct="1">
              <a:lnSpc>
                <a:spcPct val="130000"/>
              </a:lnSpc>
              <a:buFont typeface="Wingdings" panose="05000000000000000000" pitchFamily="2" charset="2"/>
              <a:buNone/>
            </a:pPr>
            <a:r>
              <a:rPr lang="en-US" altLang="zh-CN" b="1" dirty="0">
                <a:solidFill>
                  <a:schemeClr val="hlink"/>
                </a:solidFill>
              </a:rPr>
              <a:t>2</a:t>
            </a:r>
            <a:r>
              <a:rPr lang="zh-CN" altLang="en-US" b="1" dirty="0">
                <a:solidFill>
                  <a:schemeClr val="hlink"/>
                </a:solidFill>
              </a:rPr>
              <a:t>、应用层安全协议的解决办法</a:t>
            </a:r>
          </a:p>
          <a:p>
            <a:pPr eaLnBrk="1" hangingPunct="1">
              <a:lnSpc>
                <a:spcPct val="130000"/>
              </a:lnSpc>
              <a:buFont typeface="Wingdings" panose="05000000000000000000" pitchFamily="2" charset="2"/>
              <a:buNone/>
            </a:pPr>
            <a:r>
              <a:rPr lang="zh-CN" altLang="en-US" dirty="0"/>
              <a:t>    </a:t>
            </a:r>
            <a:r>
              <a:rPr lang="en-US" altLang="zh-CN" dirty="0"/>
              <a:t>(1)</a:t>
            </a:r>
            <a:r>
              <a:rPr lang="zh-CN" altLang="en-US" dirty="0">
                <a:solidFill>
                  <a:srgbClr val="000000"/>
                </a:solidFill>
              </a:rPr>
              <a:t>对每个应用</a:t>
            </a:r>
            <a:r>
              <a:rPr lang="en-US" altLang="zh-CN" dirty="0">
                <a:solidFill>
                  <a:srgbClr val="000000"/>
                </a:solidFill>
              </a:rPr>
              <a:t>(</a:t>
            </a:r>
            <a:r>
              <a:rPr lang="zh-CN" altLang="en-US" dirty="0">
                <a:solidFill>
                  <a:srgbClr val="000000"/>
                </a:solidFill>
              </a:rPr>
              <a:t>及应用协议</a:t>
            </a:r>
            <a:r>
              <a:rPr lang="en-US" altLang="zh-CN" dirty="0">
                <a:solidFill>
                  <a:srgbClr val="000000"/>
                </a:solidFill>
              </a:rPr>
              <a:t>)</a:t>
            </a:r>
            <a:r>
              <a:rPr lang="zh-CN" altLang="en-US" dirty="0">
                <a:solidFill>
                  <a:srgbClr val="000000"/>
                </a:solidFill>
              </a:rPr>
              <a:t>分别进行修改</a:t>
            </a:r>
            <a:r>
              <a:rPr lang="en-US" altLang="zh-CN" dirty="0"/>
              <a:t>,</a:t>
            </a:r>
            <a:r>
              <a:rPr lang="zh-CN" altLang="en-US" dirty="0"/>
              <a:t>使之具有安全特性。缺点就是要对每个应用都进行修改。</a:t>
            </a:r>
          </a:p>
          <a:p>
            <a:pPr eaLnBrk="1" hangingPunct="1">
              <a:lnSpc>
                <a:spcPct val="130000"/>
              </a:lnSpc>
              <a:buFont typeface="Wingdings" panose="05000000000000000000" pitchFamily="2" charset="2"/>
              <a:buNone/>
            </a:pPr>
            <a:r>
              <a:rPr lang="zh-CN" altLang="en-US" dirty="0"/>
              <a:t>       这些协议包括：</a:t>
            </a:r>
            <a:r>
              <a:rPr lang="en-US" altLang="zh-CN" dirty="0"/>
              <a:t>PEM</a:t>
            </a:r>
            <a:r>
              <a:rPr lang="zh-CN" altLang="en-US" dirty="0"/>
              <a:t>、</a:t>
            </a:r>
            <a:r>
              <a:rPr lang="en-US" altLang="zh-CN" dirty="0"/>
              <a:t>PGP</a:t>
            </a:r>
            <a:r>
              <a:rPr lang="zh-CN" altLang="en-US" dirty="0"/>
              <a:t>、</a:t>
            </a:r>
            <a:r>
              <a:rPr lang="en-US" altLang="zh-CN" dirty="0"/>
              <a:t>S-HTTP</a:t>
            </a:r>
            <a:r>
              <a:rPr lang="zh-CN" altLang="en-US" dirty="0"/>
              <a:t>、</a:t>
            </a:r>
            <a:r>
              <a:rPr lang="en-US" altLang="zh-CN" dirty="0"/>
              <a:t>Set</a:t>
            </a:r>
            <a:r>
              <a:rPr lang="zh-CN" altLang="en-US" dirty="0"/>
              <a:t>、</a:t>
            </a:r>
            <a:r>
              <a:rPr lang="en-US" altLang="zh-CN"/>
              <a:t>SEPP</a:t>
            </a:r>
            <a:r>
              <a:rPr lang="zh-CN" altLang="en-US" smtClean="0"/>
              <a:t>等</a:t>
            </a:r>
            <a:endParaRPr lang="zh-CN" altLang="en-US" dirty="0"/>
          </a:p>
          <a:p>
            <a:pPr eaLnBrk="1" hangingPunct="1">
              <a:lnSpc>
                <a:spcPct val="130000"/>
              </a:lnSpc>
              <a:buFont typeface="Wingdings" panose="05000000000000000000" pitchFamily="2" charset="2"/>
              <a:buNone/>
            </a:pPr>
            <a:r>
              <a:rPr lang="zh-CN" altLang="en-US" b="1" dirty="0">
                <a:solidFill>
                  <a:schemeClr val="hlink"/>
                </a:solidFill>
              </a:rPr>
              <a:t>    </a:t>
            </a:r>
            <a:r>
              <a:rPr lang="en-US" altLang="zh-CN" b="1" dirty="0">
                <a:solidFill>
                  <a:schemeClr val="hlink"/>
                </a:solidFill>
              </a:rPr>
              <a:t>(2)</a:t>
            </a:r>
            <a:r>
              <a:rPr lang="zh-CN" altLang="en-US" b="1" dirty="0">
                <a:solidFill>
                  <a:schemeClr val="hlink"/>
                </a:solidFill>
              </a:rPr>
              <a:t>安全</a:t>
            </a:r>
            <a:r>
              <a:rPr lang="en-US" altLang="zh-CN" b="1" dirty="0">
                <a:solidFill>
                  <a:schemeClr val="hlink"/>
                </a:solidFill>
              </a:rPr>
              <a:t>shell(SSH)</a:t>
            </a:r>
          </a:p>
          <a:p>
            <a:pPr eaLnBrk="1" hangingPunct="1">
              <a:lnSpc>
                <a:spcPct val="130000"/>
              </a:lnSpc>
              <a:buFont typeface="Wingdings" panose="05000000000000000000" pitchFamily="2" charset="2"/>
              <a:buNone/>
            </a:pPr>
            <a:r>
              <a:rPr lang="en-US" altLang="zh-CN" dirty="0">
                <a:solidFill>
                  <a:srgbClr val="000000"/>
                </a:solidFill>
              </a:rPr>
              <a:t>       </a:t>
            </a:r>
            <a:r>
              <a:rPr lang="zh-CN" altLang="en-US" dirty="0">
                <a:solidFill>
                  <a:srgbClr val="000000"/>
                </a:solidFill>
              </a:rPr>
              <a:t>为应用提供了一个统一的安全机制。</a:t>
            </a:r>
          </a:p>
          <a:p>
            <a:pPr eaLnBrk="1" hangingPunct="1">
              <a:lnSpc>
                <a:spcPct val="130000"/>
              </a:lnSpc>
              <a:buFont typeface="Wingdings" panose="05000000000000000000" pitchFamily="2" charset="2"/>
              <a:buNone/>
            </a:pPr>
            <a:r>
              <a:rPr lang="zh-CN" altLang="en-US" dirty="0">
                <a:solidFill>
                  <a:srgbClr val="000000"/>
                </a:solidFill>
              </a:rPr>
              <a:t>       </a:t>
            </a:r>
            <a:r>
              <a:rPr lang="en-US" altLang="zh-CN" dirty="0">
                <a:solidFill>
                  <a:srgbClr val="000000"/>
                </a:solidFill>
              </a:rPr>
              <a:t>SSH</a:t>
            </a:r>
            <a:r>
              <a:rPr lang="zh-CN" altLang="en-US" dirty="0">
                <a:solidFill>
                  <a:srgbClr val="000000"/>
                </a:solidFill>
              </a:rPr>
              <a:t>原意是用来替换</a:t>
            </a:r>
            <a:r>
              <a:rPr lang="en-US" altLang="zh-CN" dirty="0">
                <a:solidFill>
                  <a:srgbClr val="000000"/>
                </a:solidFill>
              </a:rPr>
              <a:t>Unix(Linux)</a:t>
            </a:r>
            <a:r>
              <a:rPr lang="zh-CN" altLang="en-US" dirty="0">
                <a:solidFill>
                  <a:srgbClr val="000000"/>
                </a:solidFill>
              </a:rPr>
              <a:t>上的</a:t>
            </a:r>
            <a:r>
              <a:rPr lang="en-US" altLang="zh-CN" dirty="0">
                <a:solidFill>
                  <a:srgbClr val="000000"/>
                </a:solidFill>
              </a:rPr>
              <a:t>r</a:t>
            </a:r>
            <a:r>
              <a:rPr lang="zh-CN" altLang="en-US" dirty="0">
                <a:solidFill>
                  <a:srgbClr val="000000"/>
                </a:solidFill>
              </a:rPr>
              <a:t>命令的。实际上它完全可以替代</a:t>
            </a:r>
            <a:r>
              <a:rPr lang="en-US" altLang="zh-CN" dirty="0">
                <a:solidFill>
                  <a:srgbClr val="000000"/>
                </a:solidFill>
              </a:rPr>
              <a:t>Telnet</a:t>
            </a:r>
            <a:r>
              <a:rPr lang="zh-CN" altLang="en-US" dirty="0">
                <a:solidFill>
                  <a:srgbClr val="000000"/>
                </a:solidFill>
              </a:rPr>
              <a:t>、</a:t>
            </a:r>
            <a:r>
              <a:rPr lang="en-US" altLang="zh-CN" dirty="0">
                <a:solidFill>
                  <a:srgbClr val="000000"/>
                </a:solidFill>
              </a:rPr>
              <a:t>FTP</a:t>
            </a:r>
            <a:r>
              <a:rPr lang="zh-CN" altLang="en-US" dirty="0">
                <a:solidFill>
                  <a:srgbClr val="000000"/>
                </a:solidFill>
              </a:rPr>
              <a:t>等协议。</a:t>
            </a:r>
          </a:p>
          <a:p>
            <a:pPr eaLnBrk="1" hangingPunct="1">
              <a:lnSpc>
                <a:spcPct val="130000"/>
              </a:lnSpc>
              <a:buFont typeface="Wingdings" panose="05000000000000000000" pitchFamily="2" charset="2"/>
              <a:buNone/>
            </a:pPr>
            <a:r>
              <a:rPr lang="zh-CN" altLang="en-US" dirty="0">
                <a:solidFill>
                  <a:srgbClr val="000000"/>
                </a:solidFill>
              </a:rPr>
              <a:t>       </a:t>
            </a:r>
            <a:r>
              <a:rPr lang="en-US" altLang="zh-CN" dirty="0">
                <a:solidFill>
                  <a:srgbClr val="000000"/>
                </a:solidFill>
              </a:rPr>
              <a:t>SSH</a:t>
            </a:r>
            <a:r>
              <a:rPr lang="zh-CN" altLang="en-US" dirty="0">
                <a:solidFill>
                  <a:srgbClr val="000000"/>
                </a:solidFill>
              </a:rPr>
              <a:t>允许其用户安全地登录到远程主机上，执行命令，传输文件。它实现了一个密钥交换协议，以及主机及客户端认证协议 </a:t>
            </a:r>
          </a:p>
        </p:txBody>
      </p:sp>
    </p:spTree>
    <p:extLst>
      <p:ext uri="{BB962C8B-B14F-4D97-AF65-F5344CB8AC3E}">
        <p14:creationId xmlns:p14="http://schemas.microsoft.com/office/powerpoint/2010/main" val="141162108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71209"/>
          </a:xfrm>
        </p:spPr>
        <p:txBody>
          <a:bodyPr/>
          <a:lstStyle/>
          <a:p>
            <a:pPr eaLnBrk="1" hangingPunct="1"/>
            <a:r>
              <a:rPr lang="en-US" altLang="zh-CN" dirty="0" smtClean="0"/>
              <a:t>11.7 </a:t>
            </a:r>
            <a:r>
              <a:rPr lang="zh-CN" altLang="en-US" dirty="0" smtClean="0"/>
              <a:t>应用层安全协议</a:t>
            </a:r>
          </a:p>
        </p:txBody>
      </p:sp>
      <p:sp>
        <p:nvSpPr>
          <p:cNvPr id="126978" name="Rectangle 3"/>
          <p:cNvSpPr>
            <a:spLocks noGrp="1" noChangeArrowheads="1"/>
          </p:cNvSpPr>
          <p:nvPr>
            <p:ph idx="1"/>
          </p:nvPr>
        </p:nvSpPr>
        <p:spPr>
          <a:xfrm>
            <a:off x="184825" y="806623"/>
            <a:ext cx="8229600" cy="4114800"/>
          </a:xfrm>
        </p:spPr>
        <p:txBody>
          <a:bodyPr/>
          <a:lstStyle/>
          <a:p>
            <a:pPr eaLnBrk="1" hangingPunct="1">
              <a:lnSpc>
                <a:spcPct val="130000"/>
              </a:lnSpc>
              <a:buFont typeface="Wingdings" panose="05000000000000000000" pitchFamily="2" charset="2"/>
              <a:buNone/>
            </a:pPr>
            <a:r>
              <a:rPr lang="en-US" altLang="zh-CN" b="1" dirty="0">
                <a:solidFill>
                  <a:schemeClr val="hlink"/>
                </a:solidFill>
              </a:rPr>
              <a:t> (3)</a:t>
            </a:r>
            <a:r>
              <a:rPr lang="zh-CN" altLang="en-US" b="1" dirty="0">
                <a:solidFill>
                  <a:schemeClr val="hlink"/>
                </a:solidFill>
              </a:rPr>
              <a:t>认证和密钥分配系统 </a:t>
            </a:r>
          </a:p>
          <a:p>
            <a:pPr eaLnBrk="1" hangingPunct="1">
              <a:lnSpc>
                <a:spcPct val="130000"/>
              </a:lnSpc>
              <a:buFont typeface="Wingdings" panose="05000000000000000000" pitchFamily="2" charset="2"/>
              <a:buNone/>
            </a:pPr>
            <a:r>
              <a:rPr lang="zh-CN" altLang="en-US" dirty="0">
                <a:solidFill>
                  <a:srgbClr val="000000"/>
                </a:solidFill>
              </a:rPr>
              <a:t>    这是</a:t>
            </a:r>
            <a:r>
              <a:rPr lang="en-US" altLang="zh-CN" dirty="0">
                <a:solidFill>
                  <a:srgbClr val="000000"/>
                </a:solidFill>
              </a:rPr>
              <a:t>SSH</a:t>
            </a:r>
            <a:r>
              <a:rPr lang="zh-CN" altLang="en-US" dirty="0">
                <a:solidFill>
                  <a:srgbClr val="000000"/>
                </a:solidFill>
              </a:rPr>
              <a:t>的进一步发展的结果。</a:t>
            </a:r>
          </a:p>
          <a:p>
            <a:pPr eaLnBrk="1" hangingPunct="1">
              <a:lnSpc>
                <a:spcPct val="130000"/>
              </a:lnSpc>
              <a:buFont typeface="Wingdings" panose="05000000000000000000" pitchFamily="2" charset="2"/>
              <a:buNone/>
            </a:pPr>
            <a:r>
              <a:rPr lang="zh-CN" altLang="en-US" dirty="0">
                <a:solidFill>
                  <a:srgbClr val="000000"/>
                </a:solidFill>
              </a:rPr>
              <a:t>    可以用来为任何网络应用程序提供安全服务，如</a:t>
            </a:r>
            <a:r>
              <a:rPr lang="en-US" altLang="zh-CN" dirty="0">
                <a:solidFill>
                  <a:srgbClr val="000000"/>
                </a:solidFill>
              </a:rPr>
              <a:t>:</a:t>
            </a:r>
            <a:r>
              <a:rPr lang="zh-CN" altLang="en-US" dirty="0">
                <a:solidFill>
                  <a:srgbClr val="000000"/>
                </a:solidFill>
              </a:rPr>
              <a:t>认证、数据机密性和完整性、访问控制以及非否认服务。</a:t>
            </a:r>
          </a:p>
          <a:p>
            <a:pPr eaLnBrk="1" hangingPunct="1">
              <a:lnSpc>
                <a:spcPct val="130000"/>
              </a:lnSpc>
              <a:buFont typeface="Wingdings" panose="05000000000000000000" pitchFamily="2" charset="2"/>
              <a:buNone/>
            </a:pPr>
            <a:r>
              <a:rPr lang="zh-CN" altLang="en-US" dirty="0">
                <a:solidFill>
                  <a:srgbClr val="000000"/>
                </a:solidFill>
              </a:rPr>
              <a:t>      </a:t>
            </a:r>
            <a:r>
              <a:rPr lang="en-US" altLang="zh-CN" dirty="0">
                <a:solidFill>
                  <a:srgbClr val="000000"/>
                </a:solidFill>
              </a:rPr>
              <a:t>MIT</a:t>
            </a:r>
            <a:r>
              <a:rPr lang="zh-CN" altLang="en-US" dirty="0">
                <a:solidFill>
                  <a:srgbClr val="000000"/>
                </a:solidFill>
              </a:rPr>
              <a:t>的</a:t>
            </a:r>
            <a:r>
              <a:rPr lang="en-US" altLang="zh-CN" dirty="0">
                <a:solidFill>
                  <a:srgbClr val="000000"/>
                </a:solidFill>
              </a:rPr>
              <a:t>Kerberos(V4</a:t>
            </a:r>
            <a:r>
              <a:rPr lang="zh-CN" altLang="en-US" dirty="0">
                <a:solidFill>
                  <a:srgbClr val="000000"/>
                </a:solidFill>
              </a:rPr>
              <a:t>与</a:t>
            </a:r>
            <a:r>
              <a:rPr lang="en-US" altLang="zh-CN" dirty="0">
                <a:solidFill>
                  <a:srgbClr val="000000"/>
                </a:solidFill>
              </a:rPr>
              <a:t>V5)</a:t>
            </a:r>
          </a:p>
          <a:p>
            <a:pPr eaLnBrk="1" hangingPunct="1">
              <a:lnSpc>
                <a:spcPct val="130000"/>
              </a:lnSpc>
              <a:buFont typeface="Wingdings" panose="05000000000000000000" pitchFamily="2" charset="2"/>
              <a:buNone/>
            </a:pPr>
            <a:r>
              <a:rPr lang="en-US" altLang="zh-CN" dirty="0">
                <a:solidFill>
                  <a:srgbClr val="000000"/>
                </a:solidFill>
              </a:rPr>
              <a:t>      IBM</a:t>
            </a:r>
            <a:r>
              <a:rPr lang="zh-CN" altLang="en-US" dirty="0">
                <a:solidFill>
                  <a:srgbClr val="000000"/>
                </a:solidFill>
              </a:rPr>
              <a:t>的</a:t>
            </a:r>
            <a:r>
              <a:rPr lang="en-US" altLang="zh-CN" dirty="0" err="1">
                <a:solidFill>
                  <a:srgbClr val="000000"/>
                </a:solidFill>
              </a:rPr>
              <a:t>CryptoKnight</a:t>
            </a:r>
            <a:endParaRPr lang="en-US" altLang="zh-CN" dirty="0">
              <a:solidFill>
                <a:srgbClr val="000000"/>
              </a:solidFill>
            </a:endParaRPr>
          </a:p>
          <a:p>
            <a:pPr eaLnBrk="1" hangingPunct="1">
              <a:lnSpc>
                <a:spcPct val="130000"/>
              </a:lnSpc>
              <a:buFont typeface="Wingdings" panose="05000000000000000000" pitchFamily="2" charset="2"/>
              <a:buNone/>
            </a:pPr>
            <a:r>
              <a:rPr lang="en-US" altLang="zh-CN" dirty="0">
                <a:solidFill>
                  <a:srgbClr val="000000"/>
                </a:solidFill>
              </a:rPr>
              <a:t>      </a:t>
            </a:r>
            <a:r>
              <a:rPr lang="en-US" altLang="zh-CN" dirty="0" err="1">
                <a:solidFill>
                  <a:srgbClr val="000000"/>
                </a:solidFill>
              </a:rPr>
              <a:t>Netwrok</a:t>
            </a:r>
            <a:r>
              <a:rPr lang="zh-CN" altLang="en-US" dirty="0">
                <a:solidFill>
                  <a:srgbClr val="000000"/>
                </a:solidFill>
              </a:rPr>
              <a:t>的 </a:t>
            </a:r>
            <a:r>
              <a:rPr lang="en-US" altLang="zh-CN" dirty="0" err="1">
                <a:solidFill>
                  <a:srgbClr val="000000"/>
                </a:solidFill>
              </a:rPr>
              <a:t>SecurityProgram</a:t>
            </a:r>
            <a:endParaRPr lang="en-US" altLang="zh-CN" dirty="0">
              <a:solidFill>
                <a:srgbClr val="000000"/>
              </a:solidFill>
            </a:endParaRPr>
          </a:p>
          <a:p>
            <a:pPr eaLnBrk="1" hangingPunct="1">
              <a:lnSpc>
                <a:spcPct val="130000"/>
              </a:lnSpc>
              <a:buFont typeface="Wingdings" panose="05000000000000000000" pitchFamily="2" charset="2"/>
              <a:buNone/>
            </a:pPr>
            <a:r>
              <a:rPr lang="en-US" altLang="zh-CN" dirty="0">
                <a:solidFill>
                  <a:srgbClr val="000000"/>
                </a:solidFill>
              </a:rPr>
              <a:t>      Karlsruhe</a:t>
            </a:r>
            <a:r>
              <a:rPr lang="zh-CN" altLang="en-US" dirty="0">
                <a:solidFill>
                  <a:srgbClr val="000000"/>
                </a:solidFill>
              </a:rPr>
              <a:t>大学的指数安全系统</a:t>
            </a:r>
            <a:r>
              <a:rPr lang="en-US" altLang="zh-CN" dirty="0">
                <a:solidFill>
                  <a:srgbClr val="000000"/>
                </a:solidFill>
              </a:rPr>
              <a:t>(TESS)</a:t>
            </a:r>
          </a:p>
          <a:p>
            <a:pPr eaLnBrk="1" hangingPunct="1">
              <a:lnSpc>
                <a:spcPct val="130000"/>
              </a:lnSpc>
              <a:buFont typeface="Wingdings" panose="05000000000000000000" pitchFamily="2" charset="2"/>
              <a:buNone/>
            </a:pPr>
            <a:endParaRPr lang="en-US" altLang="zh-CN" dirty="0" smtClean="0"/>
          </a:p>
        </p:txBody>
      </p:sp>
    </p:spTree>
    <p:extLst>
      <p:ext uri="{BB962C8B-B14F-4D97-AF65-F5344CB8AC3E}">
        <p14:creationId xmlns:p14="http://schemas.microsoft.com/office/powerpoint/2010/main" val="291363020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71209"/>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28002" name="Rectangle 3"/>
          <p:cNvSpPr>
            <a:spLocks noGrp="1" noChangeArrowheads="1"/>
          </p:cNvSpPr>
          <p:nvPr>
            <p:ph idx="1"/>
          </p:nvPr>
        </p:nvSpPr>
        <p:spPr>
          <a:xfrm>
            <a:off x="228599" y="791015"/>
            <a:ext cx="8837579" cy="4448504"/>
          </a:xfrm>
        </p:spPr>
        <p:txBody>
          <a:bodyPr/>
          <a:lstStyle/>
          <a:p>
            <a:pPr eaLnBrk="1" hangingPunct="1">
              <a:lnSpc>
                <a:spcPct val="150000"/>
              </a:lnSpc>
              <a:buFont typeface="Wingdings" panose="05000000000000000000" pitchFamily="2" charset="2"/>
              <a:buNone/>
            </a:pPr>
            <a:r>
              <a:rPr lang="en-US" altLang="zh-CN" b="1" dirty="0">
                <a:solidFill>
                  <a:schemeClr val="hlink"/>
                </a:solidFill>
              </a:rPr>
              <a:t>PGP</a:t>
            </a:r>
            <a:r>
              <a:rPr lang="zh-CN" altLang="en-US" b="1" dirty="0">
                <a:solidFill>
                  <a:schemeClr val="hlink"/>
                </a:solidFill>
              </a:rPr>
              <a:t>邮件安全协议</a:t>
            </a:r>
            <a:endParaRPr lang="en-US" altLang="zh-CN" b="1" dirty="0">
              <a:solidFill>
                <a:schemeClr val="hlink"/>
              </a:solidFill>
            </a:endParaRPr>
          </a:p>
          <a:p>
            <a:pPr eaLnBrk="1" hangingPunct="1">
              <a:lnSpc>
                <a:spcPct val="150000"/>
              </a:lnSpc>
              <a:buFont typeface="Wingdings" panose="05000000000000000000" pitchFamily="2" charset="2"/>
              <a:buNone/>
            </a:pPr>
            <a:r>
              <a:rPr lang="zh-CN" altLang="en-US" dirty="0"/>
              <a:t>    </a:t>
            </a:r>
            <a:r>
              <a:rPr lang="zh-CN" altLang="en-US" dirty="0">
                <a:solidFill>
                  <a:srgbClr val="0000FF"/>
                </a:solidFill>
              </a:rPr>
              <a:t>（</a:t>
            </a:r>
            <a:r>
              <a:rPr lang="en-US" altLang="zh-CN" dirty="0">
                <a:solidFill>
                  <a:srgbClr val="0000FF"/>
                </a:solidFill>
              </a:rPr>
              <a:t>1</a:t>
            </a:r>
            <a:r>
              <a:rPr lang="zh-CN" altLang="en-US" dirty="0">
                <a:solidFill>
                  <a:srgbClr val="0000FF"/>
                </a:solidFill>
              </a:rPr>
              <a:t>）用于邮件、文件的安全传输</a:t>
            </a:r>
          </a:p>
          <a:p>
            <a:pPr eaLnBrk="1" hangingPunct="1">
              <a:lnSpc>
                <a:spcPct val="150000"/>
              </a:lnSpc>
              <a:buFont typeface="Wingdings" panose="05000000000000000000" pitchFamily="2" charset="2"/>
              <a:buNone/>
            </a:pPr>
            <a:r>
              <a:rPr lang="zh-CN" altLang="en-US" dirty="0">
                <a:solidFill>
                  <a:srgbClr val="0000FF"/>
                </a:solidFill>
              </a:rPr>
              <a:t>    （</a:t>
            </a:r>
            <a:r>
              <a:rPr lang="en-US" altLang="zh-CN" dirty="0">
                <a:solidFill>
                  <a:srgbClr val="0000FF"/>
                </a:solidFill>
              </a:rPr>
              <a:t>2</a:t>
            </a:r>
            <a:r>
              <a:rPr lang="zh-CN" altLang="en-US" dirty="0">
                <a:solidFill>
                  <a:srgbClr val="0000FF"/>
                </a:solidFill>
              </a:rPr>
              <a:t>）提供的安全服务</a:t>
            </a:r>
          </a:p>
          <a:p>
            <a:pPr eaLnBrk="1" hangingPunct="1">
              <a:lnSpc>
                <a:spcPct val="150000"/>
              </a:lnSpc>
              <a:buFont typeface="Wingdings" panose="05000000000000000000" pitchFamily="2" charset="2"/>
              <a:buNone/>
            </a:pPr>
            <a:r>
              <a:rPr lang="zh-CN" altLang="en-US" dirty="0"/>
              <a:t>              </a:t>
            </a:r>
            <a:r>
              <a:rPr lang="en-US" altLang="zh-CN" dirty="0"/>
              <a:t>1</a:t>
            </a:r>
            <a:r>
              <a:rPr lang="zh-CN" altLang="en-US" dirty="0"/>
              <a:t>）保密性</a:t>
            </a:r>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）鉴别</a:t>
            </a:r>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）完整性</a:t>
            </a:r>
          </a:p>
        </p:txBody>
      </p:sp>
    </p:spTree>
    <p:extLst>
      <p:ext uri="{BB962C8B-B14F-4D97-AF65-F5344CB8AC3E}">
        <p14:creationId xmlns:p14="http://schemas.microsoft.com/office/powerpoint/2010/main" val="321463310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71209"/>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29026" name="Rectangle 3"/>
          <p:cNvSpPr>
            <a:spLocks noGrp="1" noChangeArrowheads="1"/>
          </p:cNvSpPr>
          <p:nvPr>
            <p:ph idx="1"/>
          </p:nvPr>
        </p:nvSpPr>
        <p:spPr>
          <a:xfrm>
            <a:off x="228600" y="844071"/>
            <a:ext cx="7772400" cy="4114800"/>
          </a:xfrm>
        </p:spPr>
        <p:txBody>
          <a:bodyPr/>
          <a:lstStyle/>
          <a:p>
            <a:pPr eaLnBrk="1" hangingPunct="1">
              <a:lnSpc>
                <a:spcPct val="150000"/>
              </a:lnSpc>
              <a:buFont typeface="Wingdings" panose="05000000000000000000" pitchFamily="2" charset="2"/>
              <a:buNone/>
            </a:pPr>
            <a:r>
              <a:rPr lang="zh-CN" altLang="en-US" b="1" dirty="0">
                <a:solidFill>
                  <a:schemeClr val="hlink"/>
                </a:solidFill>
              </a:rPr>
              <a:t>（</a:t>
            </a:r>
            <a:r>
              <a:rPr lang="en-US" altLang="zh-CN" b="1" dirty="0">
                <a:solidFill>
                  <a:schemeClr val="hlink"/>
                </a:solidFill>
              </a:rPr>
              <a:t>3</a:t>
            </a:r>
            <a:r>
              <a:rPr lang="zh-CN" altLang="en-US" b="1" dirty="0">
                <a:solidFill>
                  <a:schemeClr val="hlink"/>
                </a:solidFill>
              </a:rPr>
              <a:t>）</a:t>
            </a:r>
            <a:r>
              <a:rPr lang="en-US" altLang="zh-CN" b="1" dirty="0">
                <a:solidFill>
                  <a:schemeClr val="hlink"/>
                </a:solidFill>
              </a:rPr>
              <a:t>PGP</a:t>
            </a:r>
            <a:r>
              <a:rPr lang="zh-CN" altLang="en-US" b="1" dirty="0">
                <a:solidFill>
                  <a:schemeClr val="hlink"/>
                </a:solidFill>
              </a:rPr>
              <a:t>的实际操作由五种服务组成</a:t>
            </a:r>
          </a:p>
          <a:p>
            <a:pPr eaLnBrk="1" hangingPunct="1">
              <a:lnSpc>
                <a:spcPct val="150000"/>
              </a:lnSpc>
              <a:buFont typeface="Wingdings" panose="05000000000000000000" pitchFamily="2" charset="2"/>
              <a:buNone/>
            </a:pPr>
            <a:r>
              <a:rPr lang="zh-CN" altLang="en-US" dirty="0"/>
              <a:t>     </a:t>
            </a:r>
            <a:r>
              <a:rPr lang="en-US" altLang="zh-CN" dirty="0"/>
              <a:t>1</a:t>
            </a:r>
            <a:r>
              <a:rPr lang="zh-CN" altLang="en-US" dirty="0"/>
              <a:t>）鉴别</a:t>
            </a:r>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）机密性</a:t>
            </a:r>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）电子邮件的兼容性</a:t>
            </a:r>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）压缩</a:t>
            </a:r>
          </a:p>
          <a:p>
            <a:pPr eaLnBrk="1" hangingPunct="1">
              <a:lnSpc>
                <a:spcPct val="150000"/>
              </a:lnSpc>
              <a:buFont typeface="Wingdings" panose="05000000000000000000" pitchFamily="2" charset="2"/>
              <a:buNone/>
            </a:pPr>
            <a:r>
              <a:rPr lang="zh-CN" altLang="en-US" dirty="0"/>
              <a:t>     </a:t>
            </a:r>
            <a:r>
              <a:rPr lang="en-US" altLang="zh-CN" dirty="0"/>
              <a:t>5</a:t>
            </a:r>
            <a:r>
              <a:rPr lang="zh-CN" altLang="en-US" dirty="0"/>
              <a:t>）分段和重装</a:t>
            </a:r>
          </a:p>
        </p:txBody>
      </p:sp>
    </p:spTree>
    <p:extLst>
      <p:ext uri="{BB962C8B-B14F-4D97-AF65-F5344CB8AC3E}">
        <p14:creationId xmlns:p14="http://schemas.microsoft.com/office/powerpoint/2010/main" val="3808905826"/>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2"/>
          <p:cNvSpPr>
            <a:spLocks noGrp="1" noChangeArrowheads="1"/>
          </p:cNvSpPr>
          <p:nvPr>
            <p:ph type="title"/>
          </p:nvPr>
        </p:nvSpPr>
        <p:spPr>
          <a:xfrm>
            <a:off x="0" y="20978"/>
            <a:ext cx="8229600" cy="643392"/>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0050" name="Rectangle 3"/>
          <p:cNvSpPr>
            <a:spLocks noGrp="1" noChangeArrowheads="1"/>
          </p:cNvSpPr>
          <p:nvPr>
            <p:ph idx="1"/>
          </p:nvPr>
        </p:nvSpPr>
        <p:spPr>
          <a:xfrm>
            <a:off x="171315" y="835025"/>
            <a:ext cx="7772400" cy="438944"/>
          </a:xfrm>
        </p:spPr>
        <p:txBody>
          <a:bodyPr/>
          <a:lstStyle/>
          <a:p>
            <a:pPr eaLnBrk="1" hangingPunct="1">
              <a:buFont typeface="Wingdings" panose="05000000000000000000" pitchFamily="2" charset="2"/>
              <a:buNone/>
            </a:pPr>
            <a:r>
              <a:rPr lang="zh-CN" altLang="en-US" b="1" dirty="0">
                <a:solidFill>
                  <a:schemeClr val="hlink"/>
                </a:solidFill>
              </a:rPr>
              <a:t>（</a:t>
            </a:r>
            <a:r>
              <a:rPr lang="en-US" altLang="zh-CN" b="1" dirty="0">
                <a:solidFill>
                  <a:schemeClr val="hlink"/>
                </a:solidFill>
              </a:rPr>
              <a:t>4</a:t>
            </a:r>
            <a:r>
              <a:rPr lang="zh-CN" altLang="en-US" b="1" dirty="0">
                <a:solidFill>
                  <a:schemeClr val="hlink"/>
                </a:solidFill>
              </a:rPr>
              <a:t>）鉴别服务</a:t>
            </a:r>
          </a:p>
        </p:txBody>
      </p:sp>
      <p:grpSp>
        <p:nvGrpSpPr>
          <p:cNvPr id="130051" name="Group 4"/>
          <p:cNvGrpSpPr>
            <a:grpSpLocks/>
          </p:cNvGrpSpPr>
          <p:nvPr/>
        </p:nvGrpSpPr>
        <p:grpSpPr bwMode="auto">
          <a:xfrm>
            <a:off x="1517515" y="2201694"/>
            <a:ext cx="8534400" cy="3810000"/>
            <a:chOff x="1980" y="7056"/>
            <a:chExt cx="7560" cy="3900"/>
          </a:xfrm>
        </p:grpSpPr>
        <p:sp>
          <p:nvSpPr>
            <p:cNvPr id="130061" name="Rectangle 5"/>
            <p:cNvSpPr>
              <a:spLocks noChangeArrowheads="1"/>
            </p:cNvSpPr>
            <p:nvPr/>
          </p:nvSpPr>
          <p:spPr bwMode="auto">
            <a:xfrm>
              <a:off x="1980" y="7680"/>
              <a:ext cx="12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400">
                  <a:latin typeface="Times New Roman" panose="02020603050405020304" pitchFamily="18" charset="0"/>
                </a:rPr>
                <a:t>报文</a:t>
              </a:r>
              <a:r>
                <a:rPr lang="en-US" altLang="zh-CN" sz="1400">
                  <a:latin typeface="Times New Roman" panose="02020603050405020304" pitchFamily="18" charset="0"/>
                </a:rPr>
                <a:t>M</a:t>
              </a:r>
            </a:p>
          </p:txBody>
        </p:sp>
        <p:sp>
          <p:nvSpPr>
            <p:cNvPr id="130062" name="Rectangle 6"/>
            <p:cNvSpPr>
              <a:spLocks noChangeArrowheads="1"/>
            </p:cNvSpPr>
            <p:nvPr/>
          </p:nvSpPr>
          <p:spPr bwMode="auto">
            <a:xfrm>
              <a:off x="4320" y="7680"/>
              <a:ext cx="14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400">
                  <a:latin typeface="Times New Roman" panose="02020603050405020304" pitchFamily="18" charset="0"/>
                </a:rPr>
                <a:t>报文摘要</a:t>
              </a:r>
              <a:r>
                <a:rPr lang="en-US" altLang="zh-CN" sz="1400">
                  <a:latin typeface="Times New Roman" panose="02020603050405020304" pitchFamily="18" charset="0"/>
                </a:rPr>
                <a:t>S(M)</a:t>
              </a:r>
            </a:p>
          </p:txBody>
        </p:sp>
        <p:sp>
          <p:nvSpPr>
            <p:cNvPr id="130063" name="Line 7"/>
            <p:cNvSpPr>
              <a:spLocks noChangeShapeType="1"/>
            </p:cNvSpPr>
            <p:nvPr/>
          </p:nvSpPr>
          <p:spPr bwMode="auto">
            <a:xfrm>
              <a:off x="3240" y="7992"/>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64" name="Rectangle 8"/>
            <p:cNvSpPr>
              <a:spLocks noChangeArrowheads="1"/>
            </p:cNvSpPr>
            <p:nvPr/>
          </p:nvSpPr>
          <p:spPr bwMode="auto">
            <a:xfrm>
              <a:off x="6660" y="7680"/>
              <a:ext cx="108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400">
                  <a:latin typeface="Times New Roman" panose="02020603050405020304" pitchFamily="18" charset="0"/>
                </a:rPr>
                <a:t>E (S (M))</a:t>
              </a:r>
            </a:p>
          </p:txBody>
        </p:sp>
        <p:sp>
          <p:nvSpPr>
            <p:cNvPr id="130065" name="Rectangle 9"/>
            <p:cNvSpPr>
              <a:spLocks noChangeArrowheads="1"/>
            </p:cNvSpPr>
            <p:nvPr/>
          </p:nvSpPr>
          <p:spPr bwMode="auto">
            <a:xfrm>
              <a:off x="7740" y="7680"/>
              <a:ext cx="5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400">
                  <a:latin typeface="Times New Roman" panose="02020603050405020304" pitchFamily="18" charset="0"/>
                </a:rPr>
                <a:t>M</a:t>
              </a:r>
            </a:p>
          </p:txBody>
        </p:sp>
        <p:sp>
          <p:nvSpPr>
            <p:cNvPr id="130066" name="Line 10"/>
            <p:cNvSpPr>
              <a:spLocks noChangeShapeType="1"/>
            </p:cNvSpPr>
            <p:nvPr/>
          </p:nvSpPr>
          <p:spPr bwMode="auto">
            <a:xfrm>
              <a:off x="2520" y="8148"/>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7" name="Line 11"/>
            <p:cNvSpPr>
              <a:spLocks noChangeShapeType="1"/>
            </p:cNvSpPr>
            <p:nvPr/>
          </p:nvSpPr>
          <p:spPr bwMode="auto">
            <a:xfrm>
              <a:off x="2520" y="8772"/>
              <a:ext cx="5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8" name="Line 12"/>
            <p:cNvSpPr>
              <a:spLocks noChangeShapeType="1"/>
            </p:cNvSpPr>
            <p:nvPr/>
          </p:nvSpPr>
          <p:spPr bwMode="auto">
            <a:xfrm flipV="1">
              <a:off x="7920" y="8148"/>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69" name="Line 13"/>
            <p:cNvSpPr>
              <a:spLocks noChangeShapeType="1"/>
            </p:cNvSpPr>
            <p:nvPr/>
          </p:nvSpPr>
          <p:spPr bwMode="auto">
            <a:xfrm>
              <a:off x="5760" y="7992"/>
              <a:ext cx="90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70" name="Line 14"/>
            <p:cNvSpPr>
              <a:spLocks noChangeShapeType="1"/>
            </p:cNvSpPr>
            <p:nvPr/>
          </p:nvSpPr>
          <p:spPr bwMode="auto">
            <a:xfrm flipV="1">
              <a:off x="5040" y="705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1" name="Line 15"/>
            <p:cNvSpPr>
              <a:spLocks noChangeShapeType="1"/>
            </p:cNvSpPr>
            <p:nvPr/>
          </p:nvSpPr>
          <p:spPr bwMode="auto">
            <a:xfrm>
              <a:off x="5040" y="7056"/>
              <a:ext cx="21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2" name="Line 16"/>
            <p:cNvSpPr>
              <a:spLocks noChangeShapeType="1"/>
            </p:cNvSpPr>
            <p:nvPr/>
          </p:nvSpPr>
          <p:spPr bwMode="auto">
            <a:xfrm>
              <a:off x="7200" y="7056"/>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73" name="Line 17"/>
            <p:cNvSpPr>
              <a:spLocks noChangeShapeType="1"/>
            </p:cNvSpPr>
            <p:nvPr/>
          </p:nvSpPr>
          <p:spPr bwMode="auto">
            <a:xfrm>
              <a:off x="8280" y="7992"/>
              <a:ext cx="12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4" name="Line 18"/>
            <p:cNvSpPr>
              <a:spLocks noChangeShapeType="1"/>
            </p:cNvSpPr>
            <p:nvPr/>
          </p:nvSpPr>
          <p:spPr bwMode="auto">
            <a:xfrm>
              <a:off x="9540" y="7992"/>
              <a:ext cx="0" cy="28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5" name="Line 19"/>
            <p:cNvSpPr>
              <a:spLocks noChangeShapeType="1"/>
            </p:cNvSpPr>
            <p:nvPr/>
          </p:nvSpPr>
          <p:spPr bwMode="auto">
            <a:xfrm flipH="1">
              <a:off x="7920" y="10800"/>
              <a:ext cx="16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76" name="Rectangle 20"/>
            <p:cNvSpPr>
              <a:spLocks noChangeArrowheads="1"/>
            </p:cNvSpPr>
            <p:nvPr/>
          </p:nvSpPr>
          <p:spPr bwMode="auto">
            <a:xfrm>
              <a:off x="6300" y="10488"/>
              <a:ext cx="108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400">
                  <a:latin typeface="Times New Roman" panose="02020603050405020304" pitchFamily="18" charset="0"/>
                </a:rPr>
                <a:t>E (S (M))</a:t>
              </a:r>
            </a:p>
          </p:txBody>
        </p:sp>
        <p:sp>
          <p:nvSpPr>
            <p:cNvPr id="130077" name="Rectangle 21"/>
            <p:cNvSpPr>
              <a:spLocks noChangeArrowheads="1"/>
            </p:cNvSpPr>
            <p:nvPr/>
          </p:nvSpPr>
          <p:spPr bwMode="auto">
            <a:xfrm>
              <a:off x="7380" y="10488"/>
              <a:ext cx="5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400">
                  <a:latin typeface="Times New Roman" panose="02020603050405020304" pitchFamily="18" charset="0"/>
                </a:rPr>
                <a:t>M</a:t>
              </a:r>
            </a:p>
          </p:txBody>
        </p:sp>
        <p:sp>
          <p:nvSpPr>
            <p:cNvPr id="130078" name="Rectangle 22"/>
            <p:cNvSpPr>
              <a:spLocks noChangeArrowheads="1"/>
            </p:cNvSpPr>
            <p:nvPr/>
          </p:nvSpPr>
          <p:spPr bwMode="auto">
            <a:xfrm>
              <a:off x="3780" y="10488"/>
              <a:ext cx="90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400">
                  <a:latin typeface="Times New Roman" panose="02020603050405020304" pitchFamily="18" charset="0"/>
                </a:rPr>
                <a:t>S (M)</a:t>
              </a:r>
            </a:p>
          </p:txBody>
        </p:sp>
        <p:sp>
          <p:nvSpPr>
            <p:cNvPr id="130079" name="Line 23"/>
            <p:cNvSpPr>
              <a:spLocks noChangeShapeType="1"/>
            </p:cNvSpPr>
            <p:nvPr/>
          </p:nvSpPr>
          <p:spPr bwMode="auto">
            <a:xfrm flipH="1">
              <a:off x="4680" y="10800"/>
              <a:ext cx="16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80" name="Rectangle 24"/>
            <p:cNvSpPr>
              <a:spLocks noChangeArrowheads="1"/>
            </p:cNvSpPr>
            <p:nvPr/>
          </p:nvSpPr>
          <p:spPr bwMode="auto">
            <a:xfrm>
              <a:off x="3780" y="9396"/>
              <a:ext cx="162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400">
                  <a:latin typeface="Times New Roman" panose="02020603050405020304" pitchFamily="18" charset="0"/>
                </a:rPr>
                <a:t>报文摘要</a:t>
              </a:r>
              <a:r>
                <a:rPr lang="en-US" altLang="zh-CN" sz="1400">
                  <a:latin typeface="Times New Roman" panose="02020603050405020304" pitchFamily="18" charset="0"/>
                </a:rPr>
                <a:t>S(M)</a:t>
              </a:r>
              <a:r>
                <a:rPr lang="en-US" altLang="zh-CN" sz="1400" baseline="30000">
                  <a:latin typeface="Times New Roman" panose="02020603050405020304" pitchFamily="18" charset="0"/>
                </a:rPr>
                <a:t>′</a:t>
              </a:r>
            </a:p>
          </p:txBody>
        </p:sp>
        <p:sp>
          <p:nvSpPr>
            <p:cNvPr id="130081" name="Line 25"/>
            <p:cNvSpPr>
              <a:spLocks noChangeShapeType="1"/>
            </p:cNvSpPr>
            <p:nvPr/>
          </p:nvSpPr>
          <p:spPr bwMode="auto">
            <a:xfrm flipV="1">
              <a:off x="7740" y="9708"/>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2" name="Line 26"/>
            <p:cNvSpPr>
              <a:spLocks noChangeShapeType="1"/>
            </p:cNvSpPr>
            <p:nvPr/>
          </p:nvSpPr>
          <p:spPr bwMode="auto">
            <a:xfrm flipH="1">
              <a:off x="5400" y="9708"/>
              <a:ext cx="2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83" name="Line 27"/>
            <p:cNvSpPr>
              <a:spLocks noChangeShapeType="1"/>
            </p:cNvSpPr>
            <p:nvPr/>
          </p:nvSpPr>
          <p:spPr bwMode="auto">
            <a:xfrm flipH="1">
              <a:off x="2340" y="9708"/>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4" name="Line 28"/>
            <p:cNvSpPr>
              <a:spLocks noChangeShapeType="1"/>
            </p:cNvSpPr>
            <p:nvPr/>
          </p:nvSpPr>
          <p:spPr bwMode="auto">
            <a:xfrm>
              <a:off x="2340" y="9708"/>
              <a:ext cx="0" cy="10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085" name="Line 29"/>
            <p:cNvSpPr>
              <a:spLocks noChangeShapeType="1"/>
            </p:cNvSpPr>
            <p:nvPr/>
          </p:nvSpPr>
          <p:spPr bwMode="auto">
            <a:xfrm flipH="1">
              <a:off x="2520" y="10800"/>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0052" name="Rectangle 30"/>
          <p:cNvSpPr>
            <a:spLocks noChangeArrowheads="1"/>
          </p:cNvSpPr>
          <p:nvPr/>
        </p:nvSpPr>
        <p:spPr bwMode="auto">
          <a:xfrm>
            <a:off x="1517515" y="2430294"/>
            <a:ext cx="8382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发送方</a:t>
            </a:r>
          </a:p>
        </p:txBody>
      </p:sp>
      <p:sp>
        <p:nvSpPr>
          <p:cNvPr id="130053" name="Rectangle 31"/>
          <p:cNvSpPr>
            <a:spLocks noChangeArrowheads="1"/>
          </p:cNvSpPr>
          <p:nvPr/>
        </p:nvSpPr>
        <p:spPr bwMode="auto">
          <a:xfrm>
            <a:off x="1593715" y="4335294"/>
            <a:ext cx="8382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接收方</a:t>
            </a:r>
          </a:p>
        </p:txBody>
      </p:sp>
      <p:sp>
        <p:nvSpPr>
          <p:cNvPr id="130054" name="Rectangle 32"/>
          <p:cNvSpPr>
            <a:spLocks noChangeArrowheads="1"/>
          </p:cNvSpPr>
          <p:nvPr/>
        </p:nvSpPr>
        <p:spPr bwMode="auto">
          <a:xfrm>
            <a:off x="3041515" y="2811294"/>
            <a:ext cx="8382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SHA-1</a:t>
            </a:r>
          </a:p>
        </p:txBody>
      </p:sp>
      <p:sp>
        <p:nvSpPr>
          <p:cNvPr id="130055" name="Rectangle 33"/>
          <p:cNvSpPr>
            <a:spLocks noChangeArrowheads="1"/>
          </p:cNvSpPr>
          <p:nvPr/>
        </p:nvSpPr>
        <p:spPr bwMode="auto">
          <a:xfrm>
            <a:off x="5479915" y="1896894"/>
            <a:ext cx="1066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发送方私钥</a:t>
            </a:r>
          </a:p>
        </p:txBody>
      </p:sp>
      <p:sp>
        <p:nvSpPr>
          <p:cNvPr id="130056" name="Rectangle 34"/>
          <p:cNvSpPr>
            <a:spLocks noChangeArrowheads="1"/>
          </p:cNvSpPr>
          <p:nvPr/>
        </p:nvSpPr>
        <p:spPr bwMode="auto">
          <a:xfrm>
            <a:off x="6165715" y="4487694"/>
            <a:ext cx="8382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SHA-1</a:t>
            </a:r>
          </a:p>
        </p:txBody>
      </p:sp>
      <p:sp>
        <p:nvSpPr>
          <p:cNvPr id="130057" name="Rectangle 35"/>
          <p:cNvSpPr>
            <a:spLocks noChangeArrowheads="1"/>
          </p:cNvSpPr>
          <p:nvPr/>
        </p:nvSpPr>
        <p:spPr bwMode="auto">
          <a:xfrm>
            <a:off x="4870315" y="5554494"/>
            <a:ext cx="1066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发送方公钥</a:t>
            </a:r>
          </a:p>
        </p:txBody>
      </p:sp>
      <p:sp>
        <p:nvSpPr>
          <p:cNvPr id="130058" name="Rectangle 37"/>
          <p:cNvSpPr>
            <a:spLocks noChangeArrowheads="1"/>
          </p:cNvSpPr>
          <p:nvPr/>
        </p:nvSpPr>
        <p:spPr bwMode="auto">
          <a:xfrm>
            <a:off x="1974715" y="5402094"/>
            <a:ext cx="6096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比较</a:t>
            </a:r>
          </a:p>
        </p:txBody>
      </p:sp>
      <p:sp>
        <p:nvSpPr>
          <p:cNvPr id="130059" name="Rectangle 38"/>
          <p:cNvSpPr>
            <a:spLocks noChangeArrowheads="1"/>
          </p:cNvSpPr>
          <p:nvPr/>
        </p:nvSpPr>
        <p:spPr bwMode="auto">
          <a:xfrm>
            <a:off x="9823315" y="4182894"/>
            <a:ext cx="381000" cy="762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传</a:t>
            </a:r>
          </a:p>
          <a:p>
            <a:pPr algn="ctr" eaLnBrk="1" hangingPunct="1"/>
            <a:r>
              <a:rPr lang="zh-CN" altLang="en-US" sz="1600"/>
              <a:t>输</a:t>
            </a:r>
          </a:p>
        </p:txBody>
      </p:sp>
      <p:sp>
        <p:nvSpPr>
          <p:cNvPr id="130060" name="Line 39"/>
          <p:cNvSpPr>
            <a:spLocks noChangeShapeType="1"/>
          </p:cNvSpPr>
          <p:nvPr/>
        </p:nvSpPr>
        <p:spPr bwMode="auto">
          <a:xfrm>
            <a:off x="9594715" y="3497094"/>
            <a:ext cx="0" cy="1905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84781098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700391"/>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1074" name="Rectangle 4"/>
          <p:cNvSpPr>
            <a:spLocks noGrp="1" noChangeArrowheads="1"/>
          </p:cNvSpPr>
          <p:nvPr>
            <p:ph idx="1"/>
          </p:nvPr>
        </p:nvSpPr>
        <p:spPr>
          <a:xfrm>
            <a:off x="485606" y="879963"/>
            <a:ext cx="8421688" cy="4971393"/>
          </a:xfrm>
        </p:spPr>
        <p:txBody>
          <a:bodyPr/>
          <a:lstStyle/>
          <a:p>
            <a:pPr eaLnBrk="1" hangingPunct="1">
              <a:lnSpc>
                <a:spcPct val="90000"/>
              </a:lnSpc>
              <a:spcBef>
                <a:spcPts val="1800"/>
              </a:spcBef>
              <a:spcAft>
                <a:spcPts val="1200"/>
              </a:spcAft>
              <a:buNone/>
            </a:pPr>
            <a:r>
              <a:rPr lang="zh-CN" altLang="en-US" b="1" dirty="0">
                <a:solidFill>
                  <a:srgbClr val="0000FF"/>
                </a:solidFill>
              </a:rPr>
              <a:t>鉴别服务实现过程</a:t>
            </a:r>
            <a:endParaRPr lang="en-US" altLang="zh-CN" b="1" dirty="0">
              <a:solidFill>
                <a:srgbClr val="0000FF"/>
              </a:solidFill>
            </a:endParaRPr>
          </a:p>
          <a:p>
            <a:pPr eaLnBrk="1" hangingPunct="1">
              <a:lnSpc>
                <a:spcPct val="90000"/>
              </a:lnSpc>
              <a:buFont typeface="Wingdings" panose="05000000000000000000" pitchFamily="2" charset="2"/>
              <a:buNone/>
            </a:pPr>
            <a:r>
              <a:rPr lang="en-US" altLang="zh-CN" dirty="0"/>
              <a:t>1) </a:t>
            </a:r>
            <a:r>
              <a:rPr lang="zh-CN" altLang="en-US" dirty="0"/>
              <a:t>发送方产生报文</a:t>
            </a:r>
            <a:r>
              <a:rPr lang="en-US" altLang="zh-CN" dirty="0"/>
              <a:t>M </a:t>
            </a:r>
          </a:p>
          <a:p>
            <a:pPr eaLnBrk="1" hangingPunct="1">
              <a:lnSpc>
                <a:spcPct val="90000"/>
              </a:lnSpc>
              <a:buFont typeface="Wingdings" panose="05000000000000000000" pitchFamily="2" charset="2"/>
              <a:buNone/>
            </a:pPr>
            <a:endParaRPr lang="en-US" altLang="zh-CN" dirty="0"/>
          </a:p>
          <a:p>
            <a:pPr eaLnBrk="1" hangingPunct="1">
              <a:lnSpc>
                <a:spcPct val="90000"/>
              </a:lnSpc>
              <a:buFont typeface="Wingdings" panose="05000000000000000000" pitchFamily="2" charset="2"/>
              <a:buNone/>
            </a:pPr>
            <a:r>
              <a:rPr lang="en-US" altLang="zh-CN" dirty="0"/>
              <a:t>2) </a:t>
            </a:r>
            <a:r>
              <a:rPr lang="zh-CN" altLang="en-US" dirty="0"/>
              <a:t>对报文</a:t>
            </a:r>
            <a:r>
              <a:rPr lang="en-US" altLang="zh-CN" dirty="0"/>
              <a:t>M</a:t>
            </a:r>
            <a:r>
              <a:rPr lang="zh-CN" altLang="en-US" dirty="0"/>
              <a:t>用</a:t>
            </a:r>
            <a:r>
              <a:rPr lang="en-US" altLang="zh-CN" dirty="0"/>
              <a:t>SHA-1</a:t>
            </a:r>
            <a:r>
              <a:rPr lang="zh-CN" altLang="en-US" dirty="0"/>
              <a:t>计算其散列值</a:t>
            </a:r>
            <a:r>
              <a:rPr lang="en-US" altLang="zh-CN" dirty="0"/>
              <a:t>,</a:t>
            </a:r>
            <a:r>
              <a:rPr lang="zh-CN" altLang="en-US" dirty="0"/>
              <a:t>从而产生</a:t>
            </a:r>
            <a:r>
              <a:rPr lang="en-US" altLang="zh-CN" dirty="0"/>
              <a:t>160</a:t>
            </a:r>
            <a:r>
              <a:rPr lang="zh-CN" altLang="en-US" dirty="0"/>
              <a:t>位的报文摘要</a:t>
            </a:r>
          </a:p>
          <a:p>
            <a:pPr eaLnBrk="1" hangingPunct="1">
              <a:lnSpc>
                <a:spcPct val="90000"/>
              </a:lnSpc>
              <a:buFont typeface="Wingdings" panose="05000000000000000000" pitchFamily="2" charset="2"/>
              <a:buNone/>
            </a:pPr>
            <a:r>
              <a:rPr lang="zh-CN" altLang="en-US" dirty="0"/>
              <a:t> </a:t>
            </a:r>
          </a:p>
          <a:p>
            <a:pPr marL="452438" indent="-452438" eaLnBrk="1" hangingPunct="1">
              <a:lnSpc>
                <a:spcPct val="90000"/>
              </a:lnSpc>
              <a:buNone/>
            </a:pPr>
            <a:r>
              <a:rPr lang="en-US" altLang="zh-CN" dirty="0"/>
              <a:t>3) </a:t>
            </a:r>
            <a:r>
              <a:rPr lang="zh-CN" altLang="en-US" dirty="0"/>
              <a:t>发送方用自己的私人密钥对报文摘要进行</a:t>
            </a:r>
            <a:r>
              <a:rPr lang="en-US" altLang="zh-CN"/>
              <a:t>RSA</a:t>
            </a:r>
            <a:r>
              <a:rPr lang="zh-CN" altLang="en-US" smtClean="0"/>
              <a:t>加密，并</a:t>
            </a:r>
            <a:r>
              <a:rPr lang="zh-CN" altLang="en-US" dirty="0"/>
              <a:t>将结果加载在报文</a:t>
            </a:r>
            <a:r>
              <a:rPr lang="en-US" altLang="zh-CN" dirty="0"/>
              <a:t>M</a:t>
            </a:r>
            <a:r>
              <a:rPr lang="zh-CN" altLang="en-US"/>
              <a:t>的</a:t>
            </a:r>
            <a:r>
              <a:rPr lang="zh-CN" altLang="en-US" smtClean="0"/>
              <a:t>前面，发送</a:t>
            </a:r>
            <a:r>
              <a:rPr lang="zh-CN" altLang="en-US" dirty="0"/>
              <a:t>给接收方 </a:t>
            </a:r>
          </a:p>
          <a:p>
            <a:pPr eaLnBrk="1" hangingPunct="1">
              <a:lnSpc>
                <a:spcPct val="90000"/>
              </a:lnSpc>
              <a:buFont typeface="Wingdings" panose="05000000000000000000" pitchFamily="2" charset="2"/>
              <a:buNone/>
            </a:pPr>
            <a:endParaRPr lang="zh-CN" altLang="en-US" dirty="0"/>
          </a:p>
          <a:p>
            <a:pPr eaLnBrk="1" hangingPunct="1">
              <a:lnSpc>
                <a:spcPct val="90000"/>
              </a:lnSpc>
              <a:buFont typeface="Wingdings" panose="05000000000000000000" pitchFamily="2" charset="2"/>
              <a:buNone/>
            </a:pPr>
            <a:r>
              <a:rPr lang="en-US" altLang="zh-CN" dirty="0"/>
              <a:t>4) </a:t>
            </a:r>
            <a:r>
              <a:rPr lang="zh-CN" altLang="en-US" dirty="0"/>
              <a:t>接收方用发送方的公开密钥对报文摘要进行</a:t>
            </a:r>
            <a:r>
              <a:rPr lang="en-US" altLang="zh-CN" dirty="0"/>
              <a:t>RSA</a:t>
            </a:r>
            <a:r>
              <a:rPr lang="zh-CN" altLang="en-US" dirty="0"/>
              <a:t>解密 </a:t>
            </a:r>
          </a:p>
          <a:p>
            <a:pPr eaLnBrk="1" hangingPunct="1">
              <a:lnSpc>
                <a:spcPct val="90000"/>
              </a:lnSpc>
              <a:buFont typeface="Wingdings" panose="05000000000000000000" pitchFamily="2" charset="2"/>
              <a:buNone/>
            </a:pPr>
            <a:endParaRPr lang="zh-CN" altLang="en-US" dirty="0"/>
          </a:p>
          <a:p>
            <a:pPr marL="452438" indent="-452438" eaLnBrk="1" hangingPunct="1">
              <a:lnSpc>
                <a:spcPct val="90000"/>
              </a:lnSpc>
              <a:buNone/>
            </a:pPr>
            <a:r>
              <a:rPr lang="en-US" altLang="zh-CN" dirty="0"/>
              <a:t>5) </a:t>
            </a:r>
            <a:r>
              <a:rPr lang="zh-CN" altLang="en-US" dirty="0"/>
              <a:t>接受方对收到报文</a:t>
            </a:r>
            <a:r>
              <a:rPr lang="en-US" altLang="zh-CN" dirty="0"/>
              <a:t>M</a:t>
            </a:r>
            <a:r>
              <a:rPr lang="zh-CN" altLang="en-US" dirty="0"/>
              <a:t>用</a:t>
            </a:r>
            <a:r>
              <a:rPr lang="en-US" altLang="zh-CN" dirty="0"/>
              <a:t>SHA-1</a:t>
            </a:r>
            <a:r>
              <a:rPr lang="zh-CN" altLang="en-US" dirty="0"/>
              <a:t>计算</a:t>
            </a:r>
            <a:r>
              <a:rPr lang="zh-CN" altLang="en-US"/>
              <a:t>报文</a:t>
            </a:r>
            <a:r>
              <a:rPr lang="zh-CN" altLang="en-US" smtClean="0"/>
              <a:t>摘要，并</a:t>
            </a:r>
            <a:r>
              <a:rPr lang="zh-CN" altLang="en-US" dirty="0"/>
              <a:t>解密所得到的报文摘要</a:t>
            </a:r>
            <a:r>
              <a:rPr lang="zh-CN" altLang="en-US"/>
              <a:t>进行</a:t>
            </a:r>
            <a:r>
              <a:rPr lang="zh-CN" altLang="en-US" smtClean="0"/>
              <a:t>比较，若</a:t>
            </a:r>
            <a:r>
              <a:rPr lang="zh-CN" altLang="en-US"/>
              <a:t>二者</a:t>
            </a:r>
            <a:r>
              <a:rPr lang="zh-CN" altLang="en-US" smtClean="0"/>
              <a:t>一致，则</a:t>
            </a:r>
            <a:r>
              <a:rPr lang="zh-CN" altLang="en-US" dirty="0"/>
              <a:t>接收报文</a:t>
            </a:r>
            <a:r>
              <a:rPr lang="en-US" altLang="zh-CN" dirty="0"/>
              <a:t>M </a:t>
            </a:r>
          </a:p>
        </p:txBody>
      </p:sp>
    </p:spTree>
    <p:extLst>
      <p:ext uri="{BB962C8B-B14F-4D97-AF65-F5344CB8AC3E}">
        <p14:creationId xmlns:p14="http://schemas.microsoft.com/office/powerpoint/2010/main" val="84405334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
          <p:cNvSpPr>
            <a:spLocks noGrp="1" noChangeArrowheads="1"/>
          </p:cNvSpPr>
          <p:nvPr>
            <p:ph type="title"/>
          </p:nvPr>
        </p:nvSpPr>
        <p:spPr>
          <a:xfrm>
            <a:off x="0" y="13848"/>
            <a:ext cx="8229600" cy="679573"/>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2098" name="Rectangle 3"/>
          <p:cNvSpPr>
            <a:spLocks noGrp="1" noChangeArrowheads="1"/>
          </p:cNvSpPr>
          <p:nvPr>
            <p:ph idx="1"/>
          </p:nvPr>
        </p:nvSpPr>
        <p:spPr>
          <a:xfrm>
            <a:off x="112679" y="762263"/>
            <a:ext cx="2971800" cy="533400"/>
          </a:xfrm>
        </p:spPr>
        <p:txBody>
          <a:bodyPr/>
          <a:lstStyle/>
          <a:p>
            <a:pPr eaLnBrk="1" hangingPunct="1">
              <a:buFont typeface="Wingdings" panose="05000000000000000000" pitchFamily="2" charset="2"/>
              <a:buNone/>
            </a:pPr>
            <a:r>
              <a:rPr lang="zh-CN" altLang="en-US" b="1" dirty="0">
                <a:solidFill>
                  <a:schemeClr val="hlink"/>
                </a:solidFill>
              </a:rPr>
              <a:t>（</a:t>
            </a:r>
            <a:r>
              <a:rPr lang="en-US" altLang="zh-CN" b="1" dirty="0">
                <a:solidFill>
                  <a:schemeClr val="hlink"/>
                </a:solidFill>
              </a:rPr>
              <a:t>5</a:t>
            </a:r>
            <a:r>
              <a:rPr lang="zh-CN" altLang="en-US" b="1" dirty="0">
                <a:solidFill>
                  <a:schemeClr val="hlink"/>
                </a:solidFill>
              </a:rPr>
              <a:t>）保密服务</a:t>
            </a:r>
          </a:p>
        </p:txBody>
      </p:sp>
      <p:grpSp>
        <p:nvGrpSpPr>
          <p:cNvPr id="132099" name="Group 4"/>
          <p:cNvGrpSpPr>
            <a:grpSpLocks/>
          </p:cNvGrpSpPr>
          <p:nvPr/>
        </p:nvGrpSpPr>
        <p:grpSpPr bwMode="auto">
          <a:xfrm>
            <a:off x="1598579" y="1935743"/>
            <a:ext cx="7086600" cy="3200400"/>
            <a:chOff x="3240" y="4872"/>
            <a:chExt cx="6300" cy="3120"/>
          </a:xfrm>
        </p:grpSpPr>
        <p:sp>
          <p:nvSpPr>
            <p:cNvPr id="132108" name="Rectangle 5"/>
            <p:cNvSpPr>
              <a:spLocks noChangeArrowheads="1"/>
            </p:cNvSpPr>
            <p:nvPr/>
          </p:nvSpPr>
          <p:spPr bwMode="auto">
            <a:xfrm>
              <a:off x="3240" y="5652"/>
              <a:ext cx="1260" cy="468"/>
            </a:xfrm>
            <a:prstGeom prst="rect">
              <a:avLst/>
            </a:prstGeom>
            <a:solidFill>
              <a:srgbClr val="C0C0C0"/>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600">
                  <a:latin typeface="Times New Roman" panose="02020603050405020304" pitchFamily="18" charset="0"/>
                </a:rPr>
                <a:t>初始报文</a:t>
              </a:r>
              <a:r>
                <a:rPr lang="en-US" altLang="zh-CN" sz="1600">
                  <a:latin typeface="Times New Roman" panose="02020603050405020304" pitchFamily="18" charset="0"/>
                </a:rPr>
                <a:t>M</a:t>
              </a:r>
            </a:p>
          </p:txBody>
        </p:sp>
        <p:sp>
          <p:nvSpPr>
            <p:cNvPr id="132109" name="Line 6"/>
            <p:cNvSpPr>
              <a:spLocks noChangeShapeType="1"/>
            </p:cNvSpPr>
            <p:nvPr/>
          </p:nvSpPr>
          <p:spPr bwMode="auto">
            <a:xfrm>
              <a:off x="3780" y="4872"/>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10" name="Rectangle 7"/>
            <p:cNvSpPr>
              <a:spLocks noChangeArrowheads="1"/>
            </p:cNvSpPr>
            <p:nvPr/>
          </p:nvSpPr>
          <p:spPr bwMode="auto">
            <a:xfrm>
              <a:off x="5400" y="5652"/>
              <a:ext cx="900" cy="468"/>
            </a:xfrm>
            <a:prstGeom prst="rect">
              <a:avLst/>
            </a:prstGeom>
            <a:solidFill>
              <a:srgbClr val="C0C0C0"/>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600">
                  <a:latin typeface="Times New Roman" panose="02020603050405020304" pitchFamily="18" charset="0"/>
                </a:rPr>
                <a:t>E (M)</a:t>
              </a:r>
            </a:p>
          </p:txBody>
        </p:sp>
        <p:sp>
          <p:nvSpPr>
            <p:cNvPr id="132111" name="Rectangle 8"/>
            <p:cNvSpPr>
              <a:spLocks noChangeArrowheads="1"/>
            </p:cNvSpPr>
            <p:nvPr/>
          </p:nvSpPr>
          <p:spPr bwMode="auto">
            <a:xfrm>
              <a:off x="6300" y="5652"/>
              <a:ext cx="900" cy="468"/>
            </a:xfrm>
            <a:prstGeom prst="rect">
              <a:avLst/>
            </a:prstGeom>
            <a:solidFill>
              <a:srgbClr val="C0C0C0"/>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600">
                  <a:latin typeface="Times New Roman" panose="02020603050405020304" pitchFamily="18" charset="0"/>
                </a:rPr>
                <a:t>E</a:t>
              </a:r>
              <a:r>
                <a:rPr lang="en-US" altLang="zh-CN" sz="1600" baseline="30000">
                  <a:latin typeface="Times New Roman" panose="02020603050405020304" pitchFamily="18" charset="0"/>
                </a:rPr>
                <a:t>′</a:t>
              </a:r>
              <a:r>
                <a:rPr lang="en-US" altLang="zh-CN" sz="1600">
                  <a:latin typeface="Times New Roman" panose="02020603050405020304" pitchFamily="18" charset="0"/>
                </a:rPr>
                <a:t> (K</a:t>
              </a:r>
              <a:r>
                <a:rPr lang="en-US" altLang="zh-CN" sz="1600" baseline="-25000">
                  <a:latin typeface="Times New Roman" panose="02020603050405020304" pitchFamily="18" charset="0"/>
                </a:rPr>
                <a:t>s</a:t>
              </a:r>
              <a:r>
                <a:rPr lang="en-US" altLang="zh-CN" sz="1600">
                  <a:latin typeface="Times New Roman" panose="02020603050405020304" pitchFamily="18" charset="0"/>
                </a:rPr>
                <a:t>)</a:t>
              </a:r>
            </a:p>
          </p:txBody>
        </p:sp>
        <p:sp>
          <p:nvSpPr>
            <p:cNvPr id="132112" name="Line 9"/>
            <p:cNvSpPr>
              <a:spLocks noChangeShapeType="1"/>
            </p:cNvSpPr>
            <p:nvPr/>
          </p:nvSpPr>
          <p:spPr bwMode="auto">
            <a:xfrm>
              <a:off x="4500" y="5964"/>
              <a:ext cx="90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13" name="Line 10"/>
            <p:cNvSpPr>
              <a:spLocks noChangeShapeType="1"/>
            </p:cNvSpPr>
            <p:nvPr/>
          </p:nvSpPr>
          <p:spPr bwMode="auto">
            <a:xfrm>
              <a:off x="3780" y="5184"/>
              <a:ext cx="30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4" name="Line 11"/>
            <p:cNvSpPr>
              <a:spLocks noChangeShapeType="1"/>
            </p:cNvSpPr>
            <p:nvPr/>
          </p:nvSpPr>
          <p:spPr bwMode="auto">
            <a:xfrm>
              <a:off x="6840" y="5184"/>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15" name="Line 12"/>
            <p:cNvSpPr>
              <a:spLocks noChangeShapeType="1"/>
            </p:cNvSpPr>
            <p:nvPr/>
          </p:nvSpPr>
          <p:spPr bwMode="auto">
            <a:xfrm>
              <a:off x="7200" y="5964"/>
              <a:ext cx="23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6" name="Line 13"/>
            <p:cNvSpPr>
              <a:spLocks noChangeShapeType="1"/>
            </p:cNvSpPr>
            <p:nvPr/>
          </p:nvSpPr>
          <p:spPr bwMode="auto">
            <a:xfrm>
              <a:off x="9540" y="5964"/>
              <a:ext cx="0" cy="18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7" name="Line 14"/>
            <p:cNvSpPr>
              <a:spLocks noChangeShapeType="1"/>
            </p:cNvSpPr>
            <p:nvPr/>
          </p:nvSpPr>
          <p:spPr bwMode="auto">
            <a:xfrm flipH="1">
              <a:off x="7200" y="7836"/>
              <a:ext cx="2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18" name="Rectangle 15"/>
            <p:cNvSpPr>
              <a:spLocks noChangeArrowheads="1"/>
            </p:cNvSpPr>
            <p:nvPr/>
          </p:nvSpPr>
          <p:spPr bwMode="auto">
            <a:xfrm>
              <a:off x="5400" y="7524"/>
              <a:ext cx="900" cy="468"/>
            </a:xfrm>
            <a:prstGeom prst="rect">
              <a:avLst/>
            </a:prstGeom>
            <a:solidFill>
              <a:srgbClr val="C0C0C0"/>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600">
                  <a:latin typeface="Times New Roman" panose="02020603050405020304" pitchFamily="18" charset="0"/>
                </a:rPr>
                <a:t>E (M)</a:t>
              </a:r>
            </a:p>
          </p:txBody>
        </p:sp>
        <p:sp>
          <p:nvSpPr>
            <p:cNvPr id="132119" name="Rectangle 16"/>
            <p:cNvSpPr>
              <a:spLocks noChangeArrowheads="1"/>
            </p:cNvSpPr>
            <p:nvPr/>
          </p:nvSpPr>
          <p:spPr bwMode="auto">
            <a:xfrm>
              <a:off x="6300" y="7524"/>
              <a:ext cx="900" cy="468"/>
            </a:xfrm>
            <a:prstGeom prst="rect">
              <a:avLst/>
            </a:prstGeom>
            <a:solidFill>
              <a:srgbClr val="C0C0C0"/>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en-US" altLang="zh-CN" sz="1600">
                  <a:latin typeface="Times New Roman" panose="02020603050405020304" pitchFamily="18" charset="0"/>
                </a:rPr>
                <a:t>E</a:t>
              </a:r>
              <a:r>
                <a:rPr lang="en-US" altLang="zh-CN" sz="1600" baseline="30000">
                  <a:latin typeface="Times New Roman" panose="02020603050405020304" pitchFamily="18" charset="0"/>
                </a:rPr>
                <a:t>′</a:t>
              </a:r>
              <a:r>
                <a:rPr lang="en-US" altLang="zh-CN" sz="1600">
                  <a:latin typeface="Times New Roman" panose="02020603050405020304" pitchFamily="18" charset="0"/>
                </a:rPr>
                <a:t> (K</a:t>
              </a:r>
              <a:r>
                <a:rPr lang="en-US" altLang="zh-CN" sz="1600" baseline="-25000">
                  <a:latin typeface="Times New Roman" panose="02020603050405020304" pitchFamily="18" charset="0"/>
                </a:rPr>
                <a:t>s</a:t>
              </a:r>
              <a:r>
                <a:rPr lang="en-US" altLang="zh-CN" sz="1600">
                  <a:latin typeface="Times New Roman" panose="02020603050405020304" pitchFamily="18" charset="0"/>
                </a:rPr>
                <a:t>)</a:t>
              </a:r>
            </a:p>
          </p:txBody>
        </p:sp>
        <p:sp>
          <p:nvSpPr>
            <p:cNvPr id="132120" name="Line 17"/>
            <p:cNvSpPr>
              <a:spLocks noChangeShapeType="1"/>
            </p:cNvSpPr>
            <p:nvPr/>
          </p:nvSpPr>
          <p:spPr bwMode="auto">
            <a:xfrm>
              <a:off x="5940" y="6744"/>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21" name="Line 18"/>
            <p:cNvSpPr>
              <a:spLocks noChangeShapeType="1"/>
            </p:cNvSpPr>
            <p:nvPr/>
          </p:nvSpPr>
          <p:spPr bwMode="auto">
            <a:xfrm flipV="1">
              <a:off x="7020" y="6588"/>
              <a:ext cx="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22" name="Line 19"/>
            <p:cNvSpPr>
              <a:spLocks noChangeShapeType="1"/>
            </p:cNvSpPr>
            <p:nvPr/>
          </p:nvSpPr>
          <p:spPr bwMode="auto">
            <a:xfrm flipH="1">
              <a:off x="6120" y="6588"/>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23" name="Rectangle 20"/>
            <p:cNvSpPr>
              <a:spLocks noChangeArrowheads="1"/>
            </p:cNvSpPr>
            <p:nvPr/>
          </p:nvSpPr>
          <p:spPr bwMode="auto">
            <a:xfrm>
              <a:off x="3240" y="7524"/>
              <a:ext cx="1260" cy="468"/>
            </a:xfrm>
            <a:prstGeom prst="rect">
              <a:avLst/>
            </a:prstGeom>
            <a:solidFill>
              <a:srgbClr val="C0C0C0"/>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just"/>
              <a:r>
                <a:rPr lang="zh-CN" altLang="en-US" sz="1600">
                  <a:latin typeface="Times New Roman" panose="02020603050405020304" pitchFamily="18" charset="0"/>
                </a:rPr>
                <a:t>初始报文</a:t>
              </a:r>
              <a:r>
                <a:rPr lang="en-US" altLang="zh-CN" sz="1600">
                  <a:latin typeface="Times New Roman" panose="02020603050405020304" pitchFamily="18" charset="0"/>
                </a:rPr>
                <a:t>M</a:t>
              </a:r>
            </a:p>
          </p:txBody>
        </p:sp>
        <p:sp>
          <p:nvSpPr>
            <p:cNvPr id="132124" name="Line 21"/>
            <p:cNvSpPr>
              <a:spLocks noChangeShapeType="1"/>
            </p:cNvSpPr>
            <p:nvPr/>
          </p:nvSpPr>
          <p:spPr bwMode="auto">
            <a:xfrm flipH="1">
              <a:off x="4500" y="7836"/>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2100" name="Rectangle 22"/>
          <p:cNvSpPr>
            <a:spLocks noChangeArrowheads="1"/>
          </p:cNvSpPr>
          <p:nvPr/>
        </p:nvSpPr>
        <p:spPr bwMode="auto">
          <a:xfrm>
            <a:off x="1750979" y="1630943"/>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Ks:</a:t>
            </a:r>
            <a:r>
              <a:rPr lang="zh-CN" altLang="en-US" sz="1600"/>
              <a:t>会话密钥</a:t>
            </a:r>
          </a:p>
        </p:txBody>
      </p:sp>
      <p:sp>
        <p:nvSpPr>
          <p:cNvPr id="132101" name="Rectangle 23"/>
          <p:cNvSpPr>
            <a:spLocks noChangeArrowheads="1"/>
          </p:cNvSpPr>
          <p:nvPr/>
        </p:nvSpPr>
        <p:spPr bwMode="auto">
          <a:xfrm>
            <a:off x="3579779" y="1935743"/>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接收方公钥</a:t>
            </a:r>
          </a:p>
        </p:txBody>
      </p:sp>
      <p:sp>
        <p:nvSpPr>
          <p:cNvPr id="132102" name="Rectangle 24"/>
          <p:cNvSpPr>
            <a:spLocks noChangeArrowheads="1"/>
          </p:cNvSpPr>
          <p:nvPr/>
        </p:nvSpPr>
        <p:spPr bwMode="auto">
          <a:xfrm>
            <a:off x="988979" y="2088143"/>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a:t>
            </a:r>
          </a:p>
          <a:p>
            <a:pPr algn="ctr" eaLnBrk="1" hangingPunct="1"/>
            <a:r>
              <a:rPr lang="zh-CN" altLang="en-US" sz="1600"/>
              <a:t>送</a:t>
            </a:r>
          </a:p>
          <a:p>
            <a:pPr algn="ctr" eaLnBrk="1" hangingPunct="1"/>
            <a:r>
              <a:rPr lang="zh-CN" altLang="en-US" sz="1600"/>
              <a:t>方</a:t>
            </a:r>
          </a:p>
        </p:txBody>
      </p:sp>
      <p:sp>
        <p:nvSpPr>
          <p:cNvPr id="132103" name="Rectangle 25"/>
          <p:cNvSpPr>
            <a:spLocks noChangeArrowheads="1"/>
          </p:cNvSpPr>
          <p:nvPr/>
        </p:nvSpPr>
        <p:spPr bwMode="auto">
          <a:xfrm>
            <a:off x="5027579" y="3383543"/>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接收方私钥</a:t>
            </a:r>
          </a:p>
        </p:txBody>
      </p:sp>
      <p:sp>
        <p:nvSpPr>
          <p:cNvPr id="132104" name="Rectangle 26"/>
          <p:cNvSpPr>
            <a:spLocks noChangeArrowheads="1"/>
          </p:cNvSpPr>
          <p:nvPr/>
        </p:nvSpPr>
        <p:spPr bwMode="auto">
          <a:xfrm>
            <a:off x="4494179" y="3612143"/>
            <a:ext cx="3810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Ks</a:t>
            </a:r>
          </a:p>
        </p:txBody>
      </p:sp>
      <p:sp>
        <p:nvSpPr>
          <p:cNvPr id="132105" name="Rectangle 27"/>
          <p:cNvSpPr>
            <a:spLocks noChangeArrowheads="1"/>
          </p:cNvSpPr>
          <p:nvPr/>
        </p:nvSpPr>
        <p:spPr bwMode="auto">
          <a:xfrm>
            <a:off x="1065179" y="4450343"/>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a:t>
            </a:r>
          </a:p>
          <a:p>
            <a:pPr algn="ctr" eaLnBrk="1" hangingPunct="1"/>
            <a:r>
              <a:rPr lang="zh-CN" altLang="en-US" sz="1600"/>
              <a:t>收</a:t>
            </a:r>
          </a:p>
          <a:p>
            <a:pPr algn="ctr" eaLnBrk="1" hangingPunct="1"/>
            <a:r>
              <a:rPr lang="zh-CN" altLang="en-US" sz="1600"/>
              <a:t>方</a:t>
            </a:r>
          </a:p>
        </p:txBody>
      </p:sp>
      <p:sp>
        <p:nvSpPr>
          <p:cNvPr id="132106" name="Line 28"/>
          <p:cNvSpPr>
            <a:spLocks noChangeShapeType="1"/>
          </p:cNvSpPr>
          <p:nvPr/>
        </p:nvSpPr>
        <p:spPr bwMode="auto">
          <a:xfrm>
            <a:off x="8304179" y="3307343"/>
            <a:ext cx="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07" name="Rectangle 29"/>
          <p:cNvSpPr>
            <a:spLocks noChangeArrowheads="1"/>
          </p:cNvSpPr>
          <p:nvPr/>
        </p:nvSpPr>
        <p:spPr bwMode="auto">
          <a:xfrm>
            <a:off x="8456579" y="3612143"/>
            <a:ext cx="381000" cy="762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传</a:t>
            </a:r>
          </a:p>
          <a:p>
            <a:pPr algn="ctr" eaLnBrk="1" hangingPunct="1"/>
            <a:r>
              <a:rPr lang="zh-CN" altLang="en-US" sz="1600"/>
              <a:t>输</a:t>
            </a:r>
          </a:p>
        </p:txBody>
      </p:sp>
    </p:spTree>
    <p:extLst>
      <p:ext uri="{BB962C8B-B14F-4D97-AF65-F5344CB8AC3E}">
        <p14:creationId xmlns:p14="http://schemas.microsoft.com/office/powerpoint/2010/main" val="266425522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71209"/>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3122" name="Rectangle 3"/>
          <p:cNvSpPr>
            <a:spLocks noGrp="1" noChangeArrowheads="1"/>
          </p:cNvSpPr>
          <p:nvPr>
            <p:ph idx="1"/>
          </p:nvPr>
        </p:nvSpPr>
        <p:spPr>
          <a:xfrm>
            <a:off x="242380" y="807954"/>
            <a:ext cx="8458200" cy="5213132"/>
          </a:xfrm>
        </p:spPr>
        <p:txBody>
          <a:bodyPr/>
          <a:lstStyle/>
          <a:p>
            <a:pPr eaLnBrk="1" hangingPunct="1">
              <a:lnSpc>
                <a:spcPct val="130000"/>
              </a:lnSpc>
              <a:spcBef>
                <a:spcPts val="600"/>
              </a:spcBef>
              <a:spcAft>
                <a:spcPts val="1800"/>
              </a:spcAft>
              <a:buNone/>
            </a:pPr>
            <a:r>
              <a:rPr lang="zh-CN" altLang="en-US" b="1" dirty="0">
                <a:solidFill>
                  <a:srgbClr val="0000FF"/>
                </a:solidFill>
              </a:rPr>
              <a:t>保密服务实现过程</a:t>
            </a:r>
            <a:endParaRPr lang="en-US" altLang="zh-CN" b="1" dirty="0">
              <a:solidFill>
                <a:srgbClr val="0000FF"/>
              </a:solidFill>
            </a:endParaRPr>
          </a:p>
          <a:p>
            <a:pPr eaLnBrk="1" hangingPunct="1">
              <a:lnSpc>
                <a:spcPct val="130000"/>
              </a:lnSpc>
              <a:buFont typeface="Wingdings" panose="05000000000000000000" pitchFamily="2" charset="2"/>
              <a:buNone/>
            </a:pPr>
            <a:r>
              <a:rPr lang="en-US" altLang="zh-CN" dirty="0"/>
              <a:t>1) </a:t>
            </a:r>
            <a:r>
              <a:rPr lang="zh-CN" altLang="en-US" dirty="0"/>
              <a:t>发送方产生一个报文</a:t>
            </a:r>
            <a:r>
              <a:rPr lang="en-US" altLang="zh-CN" dirty="0"/>
              <a:t>M</a:t>
            </a:r>
            <a:r>
              <a:rPr lang="zh-CN" altLang="en-US" dirty="0"/>
              <a:t>及一次性会话密钥</a:t>
            </a:r>
            <a:r>
              <a:rPr lang="en-US" altLang="zh-CN"/>
              <a:t>K</a:t>
            </a:r>
            <a:r>
              <a:rPr lang="en-US" altLang="zh-CN" baseline="-30000"/>
              <a:t>S</a:t>
            </a:r>
            <a:r>
              <a:rPr lang="zh-CN" altLang="en-US" smtClean="0"/>
              <a:t>。</a:t>
            </a:r>
            <a:endParaRPr lang="zh-CN" altLang="en-US" dirty="0"/>
          </a:p>
          <a:p>
            <a:pPr marL="452438" indent="-452438" eaLnBrk="1" hangingPunct="1">
              <a:lnSpc>
                <a:spcPct val="130000"/>
              </a:lnSpc>
              <a:buNone/>
            </a:pPr>
            <a:r>
              <a:rPr lang="en-US" altLang="zh-CN" dirty="0"/>
              <a:t>2) </a:t>
            </a:r>
            <a:r>
              <a:rPr lang="zh-CN" altLang="en-US" dirty="0"/>
              <a:t>以</a:t>
            </a:r>
            <a:r>
              <a:rPr lang="en-US" altLang="zh-CN" dirty="0"/>
              <a:t>K</a:t>
            </a:r>
            <a:r>
              <a:rPr lang="en-US" altLang="zh-CN" baseline="-30000" dirty="0"/>
              <a:t>S</a:t>
            </a:r>
            <a:r>
              <a:rPr lang="zh-CN" altLang="en-US" dirty="0"/>
              <a:t>作为密钥，</a:t>
            </a:r>
            <a:r>
              <a:rPr lang="zh-CN" altLang="en-US" dirty="0">
                <a:solidFill>
                  <a:srgbClr val="000000"/>
                </a:solidFill>
              </a:rPr>
              <a:t>用</a:t>
            </a:r>
            <a:r>
              <a:rPr lang="en-US" altLang="zh-CN" dirty="0">
                <a:solidFill>
                  <a:srgbClr val="000000"/>
                </a:solidFill>
              </a:rPr>
              <a:t>IDEA</a:t>
            </a:r>
            <a:r>
              <a:rPr lang="zh-CN" altLang="en-US" dirty="0"/>
              <a:t>（或是三重</a:t>
            </a:r>
            <a:r>
              <a:rPr lang="en-US" altLang="zh-CN" dirty="0"/>
              <a:t>DES</a:t>
            </a:r>
            <a:r>
              <a:rPr lang="zh-CN" altLang="en-US" dirty="0"/>
              <a:t>或是</a:t>
            </a:r>
            <a:r>
              <a:rPr lang="en-US" altLang="zh-CN" dirty="0"/>
              <a:t>CAST-128</a:t>
            </a:r>
            <a:r>
              <a:rPr lang="zh-CN" altLang="en-US" dirty="0"/>
              <a:t>）算法加密</a:t>
            </a:r>
            <a:r>
              <a:rPr lang="en-US" altLang="zh-CN"/>
              <a:t>M </a:t>
            </a:r>
            <a:endParaRPr lang="en-US" altLang="zh-CN" dirty="0"/>
          </a:p>
          <a:p>
            <a:pPr marL="452438" indent="-452438" eaLnBrk="1" hangingPunct="1">
              <a:lnSpc>
                <a:spcPct val="130000"/>
              </a:lnSpc>
              <a:buNone/>
            </a:pPr>
            <a:r>
              <a:rPr lang="en-US" altLang="zh-CN" dirty="0"/>
              <a:t>3) </a:t>
            </a:r>
            <a:r>
              <a:rPr lang="zh-CN" altLang="en-US" dirty="0"/>
              <a:t>发送方用接收方的公开密钥按</a:t>
            </a:r>
            <a:r>
              <a:rPr lang="en-US" altLang="zh-CN" dirty="0"/>
              <a:t>RSA</a:t>
            </a:r>
            <a:r>
              <a:rPr lang="zh-CN" altLang="en-US" dirty="0"/>
              <a:t>算法加密一次性会话密钥</a:t>
            </a:r>
            <a:r>
              <a:rPr lang="en-US" altLang="zh-CN" dirty="0"/>
              <a:t>K</a:t>
            </a:r>
            <a:r>
              <a:rPr lang="en-US" altLang="zh-CN" baseline="-30000" dirty="0"/>
              <a:t>S</a:t>
            </a:r>
            <a:r>
              <a:rPr lang="zh-CN" altLang="en-US" dirty="0"/>
              <a:t>，并将结果与加密后的报文及连在一起，发送给</a:t>
            </a:r>
            <a:r>
              <a:rPr lang="zh-CN" altLang="en-US"/>
              <a:t>接收</a:t>
            </a:r>
            <a:r>
              <a:rPr lang="zh-CN" altLang="en-US" smtClean="0"/>
              <a:t>方</a:t>
            </a:r>
            <a:endParaRPr lang="zh-CN" altLang="en-US" dirty="0"/>
          </a:p>
          <a:p>
            <a:pPr eaLnBrk="1" hangingPunct="1">
              <a:lnSpc>
                <a:spcPct val="130000"/>
              </a:lnSpc>
              <a:buFont typeface="Wingdings" panose="05000000000000000000" pitchFamily="2" charset="2"/>
              <a:buNone/>
            </a:pPr>
            <a:r>
              <a:rPr lang="en-US" altLang="zh-CN" dirty="0"/>
              <a:t>4) </a:t>
            </a:r>
            <a:r>
              <a:rPr lang="zh-CN" altLang="en-US" dirty="0"/>
              <a:t>接收方用自己的私人密钥解密得到</a:t>
            </a:r>
            <a:r>
              <a:rPr lang="en-US" altLang="zh-CN" dirty="0"/>
              <a:t>K</a:t>
            </a:r>
            <a:r>
              <a:rPr lang="en-US" altLang="zh-CN" baseline="-30000" dirty="0"/>
              <a:t>S</a:t>
            </a:r>
            <a:r>
              <a:rPr lang="zh-CN" altLang="en-US"/>
              <a:t>。 </a:t>
            </a:r>
            <a:endParaRPr lang="zh-CN" altLang="en-US" dirty="0"/>
          </a:p>
          <a:p>
            <a:pPr eaLnBrk="1" hangingPunct="1">
              <a:lnSpc>
                <a:spcPct val="130000"/>
              </a:lnSpc>
              <a:buFont typeface="Wingdings" panose="05000000000000000000" pitchFamily="2" charset="2"/>
              <a:buNone/>
            </a:pPr>
            <a:r>
              <a:rPr lang="en-US" altLang="zh-CN" dirty="0"/>
              <a:t>5) </a:t>
            </a:r>
            <a:r>
              <a:rPr lang="zh-CN" altLang="en-US" dirty="0"/>
              <a:t>接收方用</a:t>
            </a:r>
            <a:r>
              <a:rPr lang="en-US" altLang="zh-CN" dirty="0"/>
              <a:t>K</a:t>
            </a:r>
            <a:r>
              <a:rPr lang="en-US" altLang="zh-CN" baseline="-30000" dirty="0"/>
              <a:t>S</a:t>
            </a:r>
            <a:r>
              <a:rPr lang="zh-CN" altLang="en-US" dirty="0"/>
              <a:t>解密得出报文</a:t>
            </a:r>
            <a:r>
              <a:rPr lang="en-US" altLang="zh-CN" dirty="0"/>
              <a:t>M </a:t>
            </a:r>
          </a:p>
        </p:txBody>
      </p:sp>
    </p:spTree>
    <p:extLst>
      <p:ext uri="{BB962C8B-B14F-4D97-AF65-F5344CB8AC3E}">
        <p14:creationId xmlns:p14="http://schemas.microsoft.com/office/powerpoint/2010/main" val="140150810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2"/>
          <p:cNvSpPr>
            <a:spLocks noGrp="1" noChangeArrowheads="1"/>
          </p:cNvSpPr>
          <p:nvPr>
            <p:ph type="title"/>
          </p:nvPr>
        </p:nvSpPr>
        <p:spPr>
          <a:xfrm>
            <a:off x="0" y="10141"/>
            <a:ext cx="8229600" cy="645248"/>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4146" name="Rectangle 3"/>
          <p:cNvSpPr>
            <a:spLocks noGrp="1" noChangeArrowheads="1"/>
          </p:cNvSpPr>
          <p:nvPr>
            <p:ph idx="1"/>
          </p:nvPr>
        </p:nvSpPr>
        <p:spPr>
          <a:xfrm>
            <a:off x="249639" y="792080"/>
            <a:ext cx="7772400" cy="457200"/>
          </a:xfrm>
        </p:spPr>
        <p:txBody>
          <a:bodyPr/>
          <a:lstStyle/>
          <a:p>
            <a:pPr eaLnBrk="1" hangingPunct="1">
              <a:lnSpc>
                <a:spcPct val="90000"/>
              </a:lnSpc>
              <a:buFont typeface="Wingdings" panose="05000000000000000000" pitchFamily="2" charset="2"/>
              <a:buNone/>
            </a:pPr>
            <a:r>
              <a:rPr lang="zh-CN" altLang="en-US" b="1" dirty="0">
                <a:solidFill>
                  <a:schemeClr val="hlink"/>
                </a:solidFill>
              </a:rPr>
              <a:t>（</a:t>
            </a:r>
            <a:r>
              <a:rPr lang="en-US" altLang="zh-CN" b="1" dirty="0">
                <a:solidFill>
                  <a:schemeClr val="hlink"/>
                </a:solidFill>
              </a:rPr>
              <a:t>6</a:t>
            </a:r>
            <a:r>
              <a:rPr lang="zh-CN" altLang="en-US" b="1" dirty="0">
                <a:solidFill>
                  <a:schemeClr val="hlink"/>
                </a:solidFill>
              </a:rPr>
              <a:t>）鉴别与保密相结合</a:t>
            </a:r>
          </a:p>
        </p:txBody>
      </p:sp>
      <p:grpSp>
        <p:nvGrpSpPr>
          <p:cNvPr id="134147" name="Group 4"/>
          <p:cNvGrpSpPr>
            <a:grpSpLocks/>
          </p:cNvGrpSpPr>
          <p:nvPr/>
        </p:nvGrpSpPr>
        <p:grpSpPr bwMode="auto">
          <a:xfrm>
            <a:off x="1703961" y="1462392"/>
            <a:ext cx="8305800" cy="3765550"/>
            <a:chOff x="2340" y="2376"/>
            <a:chExt cx="7740" cy="5928"/>
          </a:xfrm>
        </p:grpSpPr>
        <p:sp>
          <p:nvSpPr>
            <p:cNvPr id="134164" name="Rectangle 5"/>
            <p:cNvSpPr>
              <a:spLocks noChangeArrowheads="1"/>
            </p:cNvSpPr>
            <p:nvPr/>
          </p:nvSpPr>
          <p:spPr bwMode="auto">
            <a:xfrm>
              <a:off x="2340" y="3000"/>
              <a:ext cx="126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初始报文</a:t>
              </a:r>
              <a:r>
                <a:rPr lang="en-US" altLang="zh-CN" sz="1400">
                  <a:latin typeface="Times New Roman" panose="02020603050405020304" pitchFamily="18" charset="0"/>
                </a:rPr>
                <a:t>M</a:t>
              </a:r>
            </a:p>
          </p:txBody>
        </p:sp>
        <p:sp>
          <p:nvSpPr>
            <p:cNvPr id="134165" name="Rectangle 6"/>
            <p:cNvSpPr>
              <a:spLocks noChangeArrowheads="1"/>
            </p:cNvSpPr>
            <p:nvPr/>
          </p:nvSpPr>
          <p:spPr bwMode="auto">
            <a:xfrm>
              <a:off x="4860" y="3000"/>
              <a:ext cx="14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报文摘要</a:t>
              </a:r>
              <a:r>
                <a:rPr lang="en-US" altLang="zh-CN" sz="1400">
                  <a:latin typeface="Times New Roman" panose="02020603050405020304" pitchFamily="18" charset="0"/>
                </a:rPr>
                <a:t>S(M)</a:t>
              </a:r>
            </a:p>
          </p:txBody>
        </p:sp>
        <p:sp>
          <p:nvSpPr>
            <p:cNvPr id="134166" name="Line 7"/>
            <p:cNvSpPr>
              <a:spLocks noChangeShapeType="1"/>
            </p:cNvSpPr>
            <p:nvPr/>
          </p:nvSpPr>
          <p:spPr bwMode="auto">
            <a:xfrm>
              <a:off x="3600" y="3312"/>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67" name="Rectangle 8"/>
            <p:cNvSpPr>
              <a:spLocks noChangeArrowheads="1"/>
            </p:cNvSpPr>
            <p:nvPr/>
          </p:nvSpPr>
          <p:spPr bwMode="auto">
            <a:xfrm>
              <a:off x="7380" y="3000"/>
              <a:ext cx="108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E (S (M))</a:t>
              </a:r>
            </a:p>
          </p:txBody>
        </p:sp>
        <p:sp>
          <p:nvSpPr>
            <p:cNvPr id="134168" name="Rectangle 9"/>
            <p:cNvSpPr>
              <a:spLocks noChangeArrowheads="1"/>
            </p:cNvSpPr>
            <p:nvPr/>
          </p:nvSpPr>
          <p:spPr bwMode="auto">
            <a:xfrm>
              <a:off x="8460" y="3000"/>
              <a:ext cx="5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M</a:t>
              </a:r>
            </a:p>
          </p:txBody>
        </p:sp>
        <p:sp>
          <p:nvSpPr>
            <p:cNvPr id="134169" name="Line 10"/>
            <p:cNvSpPr>
              <a:spLocks noChangeShapeType="1"/>
            </p:cNvSpPr>
            <p:nvPr/>
          </p:nvSpPr>
          <p:spPr bwMode="auto">
            <a:xfrm flipV="1">
              <a:off x="5580" y="237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70" name="Line 11"/>
            <p:cNvSpPr>
              <a:spLocks noChangeShapeType="1"/>
            </p:cNvSpPr>
            <p:nvPr/>
          </p:nvSpPr>
          <p:spPr bwMode="auto">
            <a:xfrm>
              <a:off x="5580" y="2376"/>
              <a:ext cx="23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71" name="Line 12"/>
            <p:cNvSpPr>
              <a:spLocks noChangeShapeType="1"/>
            </p:cNvSpPr>
            <p:nvPr/>
          </p:nvSpPr>
          <p:spPr bwMode="auto">
            <a:xfrm>
              <a:off x="7920" y="2376"/>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72" name="Line 13"/>
            <p:cNvSpPr>
              <a:spLocks noChangeShapeType="1"/>
            </p:cNvSpPr>
            <p:nvPr/>
          </p:nvSpPr>
          <p:spPr bwMode="auto">
            <a:xfrm>
              <a:off x="6300" y="3312"/>
              <a:ext cx="108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73" name="Rectangle 14" descr="轮廓式菱形"/>
            <p:cNvSpPr>
              <a:spLocks noChangeArrowheads="1"/>
            </p:cNvSpPr>
            <p:nvPr/>
          </p:nvSpPr>
          <p:spPr bwMode="auto">
            <a:xfrm>
              <a:off x="6660" y="4560"/>
              <a:ext cx="1080" cy="468"/>
            </a:xfrm>
            <a:prstGeom prst="rect">
              <a:avLst/>
            </a:prstGeom>
            <a:pattFill prst="openDmnd">
              <a:fgClr>
                <a:srgbClr val="000000"/>
              </a:fgClr>
              <a:bgClr>
                <a:srgbClr val="FFFFFF"/>
              </a:bgClr>
            </a:patt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E (S (M))</a:t>
              </a:r>
            </a:p>
          </p:txBody>
        </p:sp>
        <p:sp>
          <p:nvSpPr>
            <p:cNvPr id="134174" name="Rectangle 15" descr="轮廓式菱形"/>
            <p:cNvSpPr>
              <a:spLocks noChangeArrowheads="1"/>
            </p:cNvSpPr>
            <p:nvPr/>
          </p:nvSpPr>
          <p:spPr bwMode="auto">
            <a:xfrm>
              <a:off x="7560" y="4560"/>
              <a:ext cx="540" cy="468"/>
            </a:xfrm>
            <a:prstGeom prst="rect">
              <a:avLst/>
            </a:prstGeom>
            <a:pattFill prst="openDmnd">
              <a:fgClr>
                <a:srgbClr val="000000"/>
              </a:fgClr>
              <a:bgClr>
                <a:srgbClr val="FFFFFF"/>
              </a:bgClr>
            </a:patt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M</a:t>
              </a:r>
            </a:p>
          </p:txBody>
        </p:sp>
        <p:sp>
          <p:nvSpPr>
            <p:cNvPr id="134175" name="Rectangle 16"/>
            <p:cNvSpPr>
              <a:spLocks noChangeArrowheads="1"/>
            </p:cNvSpPr>
            <p:nvPr/>
          </p:nvSpPr>
          <p:spPr bwMode="auto">
            <a:xfrm>
              <a:off x="8100" y="4560"/>
              <a:ext cx="90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E (K</a:t>
              </a:r>
              <a:r>
                <a:rPr lang="en-US" altLang="zh-CN" sz="1400" baseline="-25000">
                  <a:latin typeface="Times New Roman" panose="02020603050405020304" pitchFamily="18" charset="0"/>
                </a:rPr>
                <a:t>s</a:t>
              </a:r>
              <a:r>
                <a:rPr lang="en-US" altLang="zh-CN" sz="1400">
                  <a:latin typeface="Times New Roman" panose="02020603050405020304" pitchFamily="18" charset="0"/>
                </a:rPr>
                <a:t>)</a:t>
              </a:r>
            </a:p>
          </p:txBody>
        </p:sp>
        <p:sp>
          <p:nvSpPr>
            <p:cNvPr id="134176" name="Line 17"/>
            <p:cNvSpPr>
              <a:spLocks noChangeShapeType="1"/>
            </p:cNvSpPr>
            <p:nvPr/>
          </p:nvSpPr>
          <p:spPr bwMode="auto">
            <a:xfrm>
              <a:off x="8460" y="3936"/>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77" name="Line 18"/>
            <p:cNvSpPr>
              <a:spLocks noChangeShapeType="1"/>
            </p:cNvSpPr>
            <p:nvPr/>
          </p:nvSpPr>
          <p:spPr bwMode="auto">
            <a:xfrm flipH="1">
              <a:off x="2340" y="4872"/>
              <a:ext cx="43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78" name="Line 19"/>
            <p:cNvSpPr>
              <a:spLocks noChangeShapeType="1"/>
            </p:cNvSpPr>
            <p:nvPr/>
          </p:nvSpPr>
          <p:spPr bwMode="auto">
            <a:xfrm>
              <a:off x="2340" y="4872"/>
              <a:ext cx="0"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79" name="Rectangle 20" descr="轮廓式菱形"/>
            <p:cNvSpPr>
              <a:spLocks noChangeArrowheads="1"/>
            </p:cNvSpPr>
            <p:nvPr/>
          </p:nvSpPr>
          <p:spPr bwMode="auto">
            <a:xfrm>
              <a:off x="2880" y="6276"/>
              <a:ext cx="1080" cy="468"/>
            </a:xfrm>
            <a:prstGeom prst="rect">
              <a:avLst/>
            </a:prstGeom>
            <a:pattFill prst="openDmnd">
              <a:fgClr>
                <a:srgbClr val="000000"/>
              </a:fgClr>
              <a:bgClr>
                <a:srgbClr val="FFFFFF"/>
              </a:bgClr>
            </a:patt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E (S (M))</a:t>
              </a:r>
            </a:p>
          </p:txBody>
        </p:sp>
        <p:sp>
          <p:nvSpPr>
            <p:cNvPr id="134180" name="Rectangle 21" descr="轮廓式菱形"/>
            <p:cNvSpPr>
              <a:spLocks noChangeArrowheads="1"/>
            </p:cNvSpPr>
            <p:nvPr/>
          </p:nvSpPr>
          <p:spPr bwMode="auto">
            <a:xfrm>
              <a:off x="3780" y="6276"/>
              <a:ext cx="540" cy="468"/>
            </a:xfrm>
            <a:prstGeom prst="rect">
              <a:avLst/>
            </a:prstGeom>
            <a:pattFill prst="openDmnd">
              <a:fgClr>
                <a:srgbClr val="000000"/>
              </a:fgClr>
              <a:bgClr>
                <a:srgbClr val="FFFFFF"/>
              </a:bgClr>
            </a:patt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M</a:t>
              </a:r>
            </a:p>
          </p:txBody>
        </p:sp>
        <p:sp>
          <p:nvSpPr>
            <p:cNvPr id="134181" name="Rectangle 22"/>
            <p:cNvSpPr>
              <a:spLocks noChangeArrowheads="1"/>
            </p:cNvSpPr>
            <p:nvPr/>
          </p:nvSpPr>
          <p:spPr bwMode="auto">
            <a:xfrm>
              <a:off x="4320" y="6276"/>
              <a:ext cx="90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E (K</a:t>
              </a:r>
              <a:r>
                <a:rPr lang="en-US" altLang="zh-CN" sz="1400" baseline="-25000">
                  <a:latin typeface="Times New Roman" panose="02020603050405020304" pitchFamily="18" charset="0"/>
                </a:rPr>
                <a:t>s</a:t>
              </a:r>
              <a:r>
                <a:rPr lang="en-US" altLang="zh-CN" sz="1400">
                  <a:latin typeface="Times New Roman" panose="02020603050405020304" pitchFamily="18" charset="0"/>
                </a:rPr>
                <a:t>)</a:t>
              </a:r>
            </a:p>
          </p:txBody>
        </p:sp>
        <p:sp>
          <p:nvSpPr>
            <p:cNvPr id="134182" name="Line 23"/>
            <p:cNvSpPr>
              <a:spLocks noChangeShapeType="1"/>
            </p:cNvSpPr>
            <p:nvPr/>
          </p:nvSpPr>
          <p:spPr bwMode="auto">
            <a:xfrm>
              <a:off x="2340" y="6432"/>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83" name="Line 24"/>
            <p:cNvSpPr>
              <a:spLocks noChangeShapeType="1"/>
            </p:cNvSpPr>
            <p:nvPr/>
          </p:nvSpPr>
          <p:spPr bwMode="auto">
            <a:xfrm flipV="1">
              <a:off x="5040" y="5652"/>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84" name="Line 25"/>
            <p:cNvSpPr>
              <a:spLocks noChangeShapeType="1"/>
            </p:cNvSpPr>
            <p:nvPr/>
          </p:nvSpPr>
          <p:spPr bwMode="auto">
            <a:xfrm flipH="1">
              <a:off x="3420" y="5652"/>
              <a:ext cx="16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85" name="Line 26"/>
            <p:cNvSpPr>
              <a:spLocks noChangeShapeType="1"/>
            </p:cNvSpPr>
            <p:nvPr/>
          </p:nvSpPr>
          <p:spPr bwMode="auto">
            <a:xfrm>
              <a:off x="7380" y="3936"/>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86" name="Line 27"/>
            <p:cNvSpPr>
              <a:spLocks noChangeShapeType="1"/>
            </p:cNvSpPr>
            <p:nvPr/>
          </p:nvSpPr>
          <p:spPr bwMode="auto">
            <a:xfrm>
              <a:off x="3240" y="580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87" name="Line 28"/>
            <p:cNvSpPr>
              <a:spLocks noChangeShapeType="1"/>
            </p:cNvSpPr>
            <p:nvPr/>
          </p:nvSpPr>
          <p:spPr bwMode="auto">
            <a:xfrm>
              <a:off x="3420" y="6744"/>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88" name="Line 29"/>
            <p:cNvSpPr>
              <a:spLocks noChangeShapeType="1"/>
            </p:cNvSpPr>
            <p:nvPr/>
          </p:nvSpPr>
          <p:spPr bwMode="auto">
            <a:xfrm>
              <a:off x="3420" y="7524"/>
              <a:ext cx="3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89" name="Line 30"/>
            <p:cNvSpPr>
              <a:spLocks noChangeShapeType="1"/>
            </p:cNvSpPr>
            <p:nvPr/>
          </p:nvSpPr>
          <p:spPr bwMode="auto">
            <a:xfrm flipV="1">
              <a:off x="6840" y="6744"/>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90" name="Line 31"/>
            <p:cNvSpPr>
              <a:spLocks noChangeShapeType="1"/>
            </p:cNvSpPr>
            <p:nvPr/>
          </p:nvSpPr>
          <p:spPr bwMode="auto">
            <a:xfrm>
              <a:off x="5220" y="6588"/>
              <a:ext cx="72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91" name="Rectangle 32"/>
            <p:cNvSpPr>
              <a:spLocks noChangeArrowheads="1"/>
            </p:cNvSpPr>
            <p:nvPr/>
          </p:nvSpPr>
          <p:spPr bwMode="auto">
            <a:xfrm>
              <a:off x="5940" y="6276"/>
              <a:ext cx="108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E (S (M))</a:t>
              </a:r>
            </a:p>
          </p:txBody>
        </p:sp>
        <p:sp>
          <p:nvSpPr>
            <p:cNvPr id="134192" name="Rectangle 33"/>
            <p:cNvSpPr>
              <a:spLocks noChangeArrowheads="1"/>
            </p:cNvSpPr>
            <p:nvPr/>
          </p:nvSpPr>
          <p:spPr bwMode="auto">
            <a:xfrm>
              <a:off x="7020" y="6276"/>
              <a:ext cx="54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M</a:t>
              </a:r>
            </a:p>
          </p:txBody>
        </p:sp>
        <p:sp>
          <p:nvSpPr>
            <p:cNvPr id="134193" name="Line 34"/>
            <p:cNvSpPr>
              <a:spLocks noChangeShapeType="1"/>
            </p:cNvSpPr>
            <p:nvPr/>
          </p:nvSpPr>
          <p:spPr bwMode="auto">
            <a:xfrm flipV="1">
              <a:off x="6480" y="5652"/>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94" name="Line 35"/>
            <p:cNvSpPr>
              <a:spLocks noChangeShapeType="1"/>
            </p:cNvSpPr>
            <p:nvPr/>
          </p:nvSpPr>
          <p:spPr bwMode="auto">
            <a:xfrm>
              <a:off x="6480" y="5652"/>
              <a:ext cx="28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95" name="Rectangle 36"/>
            <p:cNvSpPr>
              <a:spLocks noChangeArrowheads="1"/>
            </p:cNvSpPr>
            <p:nvPr/>
          </p:nvSpPr>
          <p:spPr bwMode="auto">
            <a:xfrm>
              <a:off x="8460" y="7212"/>
              <a:ext cx="162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zh-CN" altLang="en-US" sz="1400">
                  <a:latin typeface="Times New Roman" panose="02020603050405020304" pitchFamily="18" charset="0"/>
                </a:rPr>
                <a:t>报文摘要</a:t>
              </a:r>
              <a:r>
                <a:rPr lang="en-US" altLang="zh-CN" sz="1400">
                  <a:latin typeface="Times New Roman" panose="02020603050405020304" pitchFamily="18" charset="0"/>
                </a:rPr>
                <a:t>S(M)</a:t>
              </a:r>
              <a:r>
                <a:rPr lang="en-US" altLang="zh-CN" sz="1400" baseline="30000">
                  <a:latin typeface="Times New Roman" panose="02020603050405020304" pitchFamily="18" charset="0"/>
                </a:rPr>
                <a:t>′</a:t>
              </a:r>
            </a:p>
          </p:txBody>
        </p:sp>
        <p:sp>
          <p:nvSpPr>
            <p:cNvPr id="134196" name="Line 37"/>
            <p:cNvSpPr>
              <a:spLocks noChangeShapeType="1"/>
            </p:cNvSpPr>
            <p:nvPr/>
          </p:nvSpPr>
          <p:spPr bwMode="auto">
            <a:xfrm>
              <a:off x="7380" y="6744"/>
              <a:ext cx="0"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97" name="Line 38"/>
            <p:cNvSpPr>
              <a:spLocks noChangeShapeType="1"/>
            </p:cNvSpPr>
            <p:nvPr/>
          </p:nvSpPr>
          <p:spPr bwMode="auto">
            <a:xfrm>
              <a:off x="7380" y="8304"/>
              <a:ext cx="19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98" name="Line 39"/>
            <p:cNvSpPr>
              <a:spLocks noChangeShapeType="1"/>
            </p:cNvSpPr>
            <p:nvPr/>
          </p:nvSpPr>
          <p:spPr bwMode="auto">
            <a:xfrm flipV="1">
              <a:off x="9360" y="7680"/>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99" name="Rectangle 40"/>
            <p:cNvSpPr>
              <a:spLocks noChangeArrowheads="1"/>
            </p:cNvSpPr>
            <p:nvPr/>
          </p:nvSpPr>
          <p:spPr bwMode="auto">
            <a:xfrm>
              <a:off x="9000" y="6276"/>
              <a:ext cx="900" cy="468"/>
            </a:xfrm>
            <a:prstGeom prst="rect">
              <a:avLst/>
            </a:prstGeom>
            <a:solidFill>
              <a:srgbClr val="FFFFFF"/>
            </a:solidFill>
            <a:ln w="9525">
              <a:solidFill>
                <a:srgbClr val="000000"/>
              </a:solidFill>
              <a:miter lim="800000"/>
              <a:headEnd/>
              <a:tailEnd/>
            </a:ln>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a:r>
                <a:rPr lang="en-US" altLang="zh-CN" sz="1400">
                  <a:latin typeface="Times New Roman" panose="02020603050405020304" pitchFamily="18" charset="0"/>
                </a:rPr>
                <a:t>S (M)</a:t>
              </a:r>
            </a:p>
          </p:txBody>
        </p:sp>
        <p:sp>
          <p:nvSpPr>
            <p:cNvPr id="134200" name="Line 41"/>
            <p:cNvSpPr>
              <a:spLocks noChangeShapeType="1"/>
            </p:cNvSpPr>
            <p:nvPr/>
          </p:nvSpPr>
          <p:spPr bwMode="auto">
            <a:xfrm>
              <a:off x="9360" y="5652"/>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201" name="Line 42"/>
            <p:cNvSpPr>
              <a:spLocks noChangeShapeType="1"/>
            </p:cNvSpPr>
            <p:nvPr/>
          </p:nvSpPr>
          <p:spPr bwMode="auto">
            <a:xfrm>
              <a:off x="8100" y="6588"/>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202" name="Line 43"/>
            <p:cNvSpPr>
              <a:spLocks noChangeShapeType="1"/>
            </p:cNvSpPr>
            <p:nvPr/>
          </p:nvSpPr>
          <p:spPr bwMode="auto">
            <a:xfrm>
              <a:off x="8100" y="6588"/>
              <a:ext cx="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203" name="Line 44"/>
            <p:cNvSpPr>
              <a:spLocks noChangeShapeType="1"/>
            </p:cNvSpPr>
            <p:nvPr/>
          </p:nvSpPr>
          <p:spPr bwMode="auto">
            <a:xfrm>
              <a:off x="8100" y="7524"/>
              <a:ext cx="3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204" name="Line 45"/>
            <p:cNvSpPr>
              <a:spLocks noChangeShapeType="1"/>
            </p:cNvSpPr>
            <p:nvPr/>
          </p:nvSpPr>
          <p:spPr bwMode="auto">
            <a:xfrm>
              <a:off x="9000" y="3312"/>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205" name="Line 46"/>
            <p:cNvSpPr>
              <a:spLocks noChangeShapeType="1"/>
            </p:cNvSpPr>
            <p:nvPr/>
          </p:nvSpPr>
          <p:spPr bwMode="auto">
            <a:xfrm>
              <a:off x="9720" y="3312"/>
              <a:ext cx="0"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206" name="Line 47"/>
            <p:cNvSpPr>
              <a:spLocks noChangeShapeType="1"/>
            </p:cNvSpPr>
            <p:nvPr/>
          </p:nvSpPr>
          <p:spPr bwMode="auto">
            <a:xfrm flipH="1">
              <a:off x="9000" y="4872"/>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4148" name="Rectangle 48"/>
          <p:cNvSpPr>
            <a:spLocks noChangeArrowheads="1"/>
          </p:cNvSpPr>
          <p:nvPr/>
        </p:nvSpPr>
        <p:spPr bwMode="auto">
          <a:xfrm>
            <a:off x="7723761" y="2224392"/>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接收方公钥</a:t>
            </a:r>
          </a:p>
        </p:txBody>
      </p:sp>
      <p:sp>
        <p:nvSpPr>
          <p:cNvPr id="134149" name="Rectangle 49"/>
          <p:cNvSpPr>
            <a:spLocks noChangeArrowheads="1"/>
          </p:cNvSpPr>
          <p:nvPr/>
        </p:nvSpPr>
        <p:spPr bwMode="auto">
          <a:xfrm>
            <a:off x="5666361" y="1081392"/>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发送方私钥</a:t>
            </a:r>
          </a:p>
        </p:txBody>
      </p:sp>
      <p:sp>
        <p:nvSpPr>
          <p:cNvPr id="134150" name="Rectangle 50"/>
          <p:cNvSpPr>
            <a:spLocks noChangeArrowheads="1"/>
          </p:cNvSpPr>
          <p:nvPr/>
        </p:nvSpPr>
        <p:spPr bwMode="auto">
          <a:xfrm>
            <a:off x="1170561" y="1767192"/>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a:t>
            </a:r>
          </a:p>
          <a:p>
            <a:pPr algn="ctr" eaLnBrk="1" hangingPunct="1"/>
            <a:r>
              <a:rPr lang="zh-CN" altLang="en-US" sz="1600"/>
              <a:t>送</a:t>
            </a:r>
          </a:p>
          <a:p>
            <a:pPr algn="ctr" eaLnBrk="1" hangingPunct="1"/>
            <a:r>
              <a:rPr lang="zh-CN" altLang="en-US" sz="1600"/>
              <a:t>方</a:t>
            </a:r>
          </a:p>
        </p:txBody>
      </p:sp>
      <p:sp>
        <p:nvSpPr>
          <p:cNvPr id="134151" name="Rectangle 51"/>
          <p:cNvSpPr>
            <a:spLocks noChangeArrowheads="1"/>
          </p:cNvSpPr>
          <p:nvPr/>
        </p:nvSpPr>
        <p:spPr bwMode="auto">
          <a:xfrm>
            <a:off x="3075561" y="3214992"/>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接收方私钥</a:t>
            </a:r>
          </a:p>
        </p:txBody>
      </p:sp>
      <p:sp>
        <p:nvSpPr>
          <p:cNvPr id="134152" name="Rectangle 52"/>
          <p:cNvSpPr>
            <a:spLocks noChangeArrowheads="1"/>
          </p:cNvSpPr>
          <p:nvPr/>
        </p:nvSpPr>
        <p:spPr bwMode="auto">
          <a:xfrm>
            <a:off x="2465961" y="3367392"/>
            <a:ext cx="3810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Ks</a:t>
            </a:r>
          </a:p>
        </p:txBody>
      </p:sp>
      <p:sp>
        <p:nvSpPr>
          <p:cNvPr id="134153" name="Rectangle 53"/>
          <p:cNvSpPr>
            <a:spLocks noChangeArrowheads="1"/>
          </p:cNvSpPr>
          <p:nvPr/>
        </p:nvSpPr>
        <p:spPr bwMode="auto">
          <a:xfrm>
            <a:off x="1170561" y="3900792"/>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a:t>
            </a:r>
          </a:p>
          <a:p>
            <a:pPr algn="ctr" eaLnBrk="1" hangingPunct="1"/>
            <a:r>
              <a:rPr lang="zh-CN" altLang="en-US" sz="1600"/>
              <a:t>收</a:t>
            </a:r>
          </a:p>
          <a:p>
            <a:pPr algn="ctr" eaLnBrk="1" hangingPunct="1"/>
            <a:r>
              <a:rPr lang="zh-CN" altLang="en-US" sz="1600"/>
              <a:t>方</a:t>
            </a:r>
          </a:p>
        </p:txBody>
      </p:sp>
      <p:sp>
        <p:nvSpPr>
          <p:cNvPr id="134154" name="Rectangle 55"/>
          <p:cNvSpPr>
            <a:spLocks noChangeArrowheads="1"/>
          </p:cNvSpPr>
          <p:nvPr/>
        </p:nvSpPr>
        <p:spPr bwMode="auto">
          <a:xfrm>
            <a:off x="3456561" y="2833992"/>
            <a:ext cx="1447800" cy="3048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传输</a:t>
            </a:r>
          </a:p>
        </p:txBody>
      </p:sp>
      <p:sp>
        <p:nvSpPr>
          <p:cNvPr id="134155" name="Line 57"/>
          <p:cNvSpPr>
            <a:spLocks noChangeShapeType="1"/>
          </p:cNvSpPr>
          <p:nvPr/>
        </p:nvSpPr>
        <p:spPr bwMode="auto">
          <a:xfrm flipH="1">
            <a:off x="3456561" y="2757792"/>
            <a:ext cx="1371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156" name="Rectangle 58"/>
          <p:cNvSpPr>
            <a:spLocks noChangeArrowheads="1"/>
          </p:cNvSpPr>
          <p:nvPr/>
        </p:nvSpPr>
        <p:spPr bwMode="auto">
          <a:xfrm>
            <a:off x="3151761" y="1690992"/>
            <a:ext cx="685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SHA-1</a:t>
            </a:r>
          </a:p>
        </p:txBody>
      </p:sp>
      <p:sp>
        <p:nvSpPr>
          <p:cNvPr id="134157" name="Rectangle 59"/>
          <p:cNvSpPr>
            <a:spLocks noChangeArrowheads="1"/>
          </p:cNvSpPr>
          <p:nvPr/>
        </p:nvSpPr>
        <p:spPr bwMode="auto">
          <a:xfrm>
            <a:off x="6885561" y="2224392"/>
            <a:ext cx="3810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Ks</a:t>
            </a:r>
          </a:p>
        </p:txBody>
      </p:sp>
      <p:sp>
        <p:nvSpPr>
          <p:cNvPr id="134158" name="Line 60"/>
          <p:cNvSpPr>
            <a:spLocks noChangeShapeType="1"/>
          </p:cNvSpPr>
          <p:nvPr/>
        </p:nvSpPr>
        <p:spPr bwMode="auto">
          <a:xfrm>
            <a:off x="7114161" y="2605392"/>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59" name="Rectangle 61"/>
          <p:cNvSpPr>
            <a:spLocks noChangeArrowheads="1"/>
          </p:cNvSpPr>
          <p:nvPr/>
        </p:nvSpPr>
        <p:spPr bwMode="auto">
          <a:xfrm>
            <a:off x="4218561" y="4357992"/>
            <a:ext cx="5334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解密</a:t>
            </a:r>
          </a:p>
        </p:txBody>
      </p:sp>
      <p:sp>
        <p:nvSpPr>
          <p:cNvPr id="134160" name="Rectangle 62"/>
          <p:cNvSpPr>
            <a:spLocks noChangeArrowheads="1"/>
          </p:cNvSpPr>
          <p:nvPr/>
        </p:nvSpPr>
        <p:spPr bwMode="auto">
          <a:xfrm>
            <a:off x="6123561" y="3214992"/>
            <a:ext cx="1447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发送方公钥</a:t>
            </a:r>
          </a:p>
        </p:txBody>
      </p:sp>
      <p:sp>
        <p:nvSpPr>
          <p:cNvPr id="134161" name="Rectangle 63"/>
          <p:cNvSpPr>
            <a:spLocks noChangeArrowheads="1"/>
          </p:cNvSpPr>
          <p:nvPr/>
        </p:nvSpPr>
        <p:spPr bwMode="auto">
          <a:xfrm>
            <a:off x="7266561" y="4891392"/>
            <a:ext cx="685800" cy="3048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a:t>SHA-1</a:t>
            </a:r>
          </a:p>
        </p:txBody>
      </p:sp>
      <p:sp>
        <p:nvSpPr>
          <p:cNvPr id="134162" name="Rectangle 64"/>
          <p:cNvSpPr>
            <a:spLocks noChangeArrowheads="1"/>
          </p:cNvSpPr>
          <p:nvPr/>
        </p:nvSpPr>
        <p:spPr bwMode="auto">
          <a:xfrm>
            <a:off x="7495161" y="4205592"/>
            <a:ext cx="381000" cy="5334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必</a:t>
            </a:r>
          </a:p>
          <a:p>
            <a:pPr algn="ctr" eaLnBrk="1" hangingPunct="1"/>
            <a:r>
              <a:rPr lang="zh-CN" altLang="en-US" sz="1600"/>
              <a:t>较</a:t>
            </a:r>
          </a:p>
        </p:txBody>
      </p:sp>
      <p:sp>
        <p:nvSpPr>
          <p:cNvPr id="134163" name="Rectangle 65"/>
          <p:cNvSpPr>
            <a:spLocks noChangeArrowheads="1"/>
          </p:cNvSpPr>
          <p:nvPr/>
        </p:nvSpPr>
        <p:spPr bwMode="auto">
          <a:xfrm>
            <a:off x="2846961" y="5119993"/>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b="1">
                <a:solidFill>
                  <a:schemeClr val="hlink"/>
                </a:solidFill>
                <a:latin typeface="微软雅黑" panose="020B0503020204020204" pitchFamily="34" charset="-122"/>
                <a:ea typeface="微软雅黑" panose="020B0503020204020204" pitchFamily="34" charset="-122"/>
              </a:rPr>
              <a:t>先进行签名然后再加密 </a:t>
            </a:r>
          </a:p>
        </p:txBody>
      </p:sp>
    </p:spTree>
    <p:extLst>
      <p:ext uri="{BB962C8B-B14F-4D97-AF65-F5344CB8AC3E}">
        <p14:creationId xmlns:p14="http://schemas.microsoft.com/office/powerpoint/2010/main" val="361561930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170" name="Group 16"/>
          <p:cNvGrpSpPr>
            <a:grpSpLocks/>
          </p:cNvGrpSpPr>
          <p:nvPr/>
        </p:nvGrpSpPr>
        <p:grpSpPr bwMode="auto">
          <a:xfrm>
            <a:off x="2429933" y="1761067"/>
            <a:ext cx="5867400" cy="609600"/>
            <a:chOff x="672" y="1344"/>
            <a:chExt cx="3696" cy="384"/>
          </a:xfrm>
        </p:grpSpPr>
        <p:sp>
          <p:nvSpPr>
            <p:cNvPr id="135182" name="Line 5"/>
            <p:cNvSpPr>
              <a:spLocks noChangeShapeType="1"/>
            </p:cNvSpPr>
            <p:nvPr/>
          </p:nvSpPr>
          <p:spPr bwMode="auto">
            <a:xfrm>
              <a:off x="1584" y="1536"/>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3" name="Rectangle 6"/>
            <p:cNvSpPr>
              <a:spLocks noChangeArrowheads="1"/>
            </p:cNvSpPr>
            <p:nvPr/>
          </p:nvSpPr>
          <p:spPr bwMode="auto">
            <a:xfrm>
              <a:off x="2112" y="1344"/>
              <a:ext cx="912" cy="384"/>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签名</a:t>
              </a:r>
            </a:p>
          </p:txBody>
        </p:sp>
        <p:sp>
          <p:nvSpPr>
            <p:cNvPr id="135184" name="Rectangle 7"/>
            <p:cNvSpPr>
              <a:spLocks noChangeArrowheads="1"/>
            </p:cNvSpPr>
            <p:nvPr/>
          </p:nvSpPr>
          <p:spPr bwMode="auto">
            <a:xfrm>
              <a:off x="3456" y="1344"/>
              <a:ext cx="912" cy="384"/>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加密</a:t>
              </a:r>
            </a:p>
          </p:txBody>
        </p:sp>
        <p:sp>
          <p:nvSpPr>
            <p:cNvPr id="135185" name="Line 8"/>
            <p:cNvSpPr>
              <a:spLocks noChangeShapeType="1"/>
            </p:cNvSpPr>
            <p:nvPr/>
          </p:nvSpPr>
          <p:spPr bwMode="auto">
            <a:xfrm>
              <a:off x="3024" y="1536"/>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6" name="Rectangle 14"/>
            <p:cNvSpPr>
              <a:spLocks noChangeArrowheads="1"/>
            </p:cNvSpPr>
            <p:nvPr/>
          </p:nvSpPr>
          <p:spPr bwMode="auto">
            <a:xfrm>
              <a:off x="672" y="1344"/>
              <a:ext cx="912" cy="384"/>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摘要</a:t>
              </a:r>
            </a:p>
          </p:txBody>
        </p:sp>
      </p:grpSp>
      <p:grpSp>
        <p:nvGrpSpPr>
          <p:cNvPr id="135171" name="Group 17"/>
          <p:cNvGrpSpPr>
            <a:grpSpLocks/>
          </p:cNvGrpSpPr>
          <p:nvPr/>
        </p:nvGrpSpPr>
        <p:grpSpPr bwMode="auto">
          <a:xfrm>
            <a:off x="2429933" y="3589867"/>
            <a:ext cx="5867400" cy="609600"/>
            <a:chOff x="672" y="2784"/>
            <a:chExt cx="3696" cy="384"/>
          </a:xfrm>
        </p:grpSpPr>
        <p:sp>
          <p:nvSpPr>
            <p:cNvPr id="135177" name="Line 10"/>
            <p:cNvSpPr>
              <a:spLocks noChangeShapeType="1"/>
            </p:cNvSpPr>
            <p:nvPr/>
          </p:nvSpPr>
          <p:spPr bwMode="auto">
            <a:xfrm>
              <a:off x="1584" y="2976"/>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78" name="Rectangle 11"/>
            <p:cNvSpPr>
              <a:spLocks noChangeArrowheads="1"/>
            </p:cNvSpPr>
            <p:nvPr/>
          </p:nvSpPr>
          <p:spPr bwMode="auto">
            <a:xfrm>
              <a:off x="2112" y="2784"/>
              <a:ext cx="912" cy="384"/>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签名验证</a:t>
              </a:r>
            </a:p>
          </p:txBody>
        </p:sp>
        <p:sp>
          <p:nvSpPr>
            <p:cNvPr id="135179" name="Rectangle 12"/>
            <p:cNvSpPr>
              <a:spLocks noChangeArrowheads="1"/>
            </p:cNvSpPr>
            <p:nvPr/>
          </p:nvSpPr>
          <p:spPr bwMode="auto">
            <a:xfrm>
              <a:off x="672" y="2784"/>
              <a:ext cx="912" cy="384"/>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解密</a:t>
              </a:r>
            </a:p>
          </p:txBody>
        </p:sp>
        <p:sp>
          <p:nvSpPr>
            <p:cNvPr id="135180" name="Line 13"/>
            <p:cNvSpPr>
              <a:spLocks noChangeShapeType="1"/>
            </p:cNvSpPr>
            <p:nvPr/>
          </p:nvSpPr>
          <p:spPr bwMode="auto">
            <a:xfrm>
              <a:off x="3024" y="2976"/>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1" name="Rectangle 15"/>
            <p:cNvSpPr>
              <a:spLocks noChangeArrowheads="1"/>
            </p:cNvSpPr>
            <p:nvPr/>
          </p:nvSpPr>
          <p:spPr bwMode="auto">
            <a:xfrm>
              <a:off x="3456" y="2784"/>
              <a:ext cx="912" cy="384"/>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摘要</a:t>
              </a:r>
            </a:p>
          </p:txBody>
        </p:sp>
      </p:grpSp>
      <p:sp>
        <p:nvSpPr>
          <p:cNvPr id="135172" name="Rectangle 18"/>
          <p:cNvSpPr>
            <a:spLocks noChangeArrowheads="1"/>
          </p:cNvSpPr>
          <p:nvPr/>
        </p:nvSpPr>
        <p:spPr bwMode="auto">
          <a:xfrm>
            <a:off x="1744133" y="1761067"/>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a:t>
            </a:r>
          </a:p>
          <a:p>
            <a:pPr algn="ctr" eaLnBrk="1" hangingPunct="1"/>
            <a:r>
              <a:rPr lang="zh-CN" altLang="en-US" sz="1600"/>
              <a:t>送</a:t>
            </a:r>
          </a:p>
          <a:p>
            <a:pPr algn="ctr" eaLnBrk="1" hangingPunct="1"/>
            <a:r>
              <a:rPr lang="zh-CN" altLang="en-US" sz="1600"/>
              <a:t>方</a:t>
            </a:r>
          </a:p>
        </p:txBody>
      </p:sp>
      <p:sp>
        <p:nvSpPr>
          <p:cNvPr id="135173" name="Rectangle 19"/>
          <p:cNvSpPr>
            <a:spLocks noChangeArrowheads="1"/>
          </p:cNvSpPr>
          <p:nvPr/>
        </p:nvSpPr>
        <p:spPr bwMode="auto">
          <a:xfrm>
            <a:off x="1820333" y="3513667"/>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a:t>
            </a:r>
          </a:p>
          <a:p>
            <a:pPr algn="ctr" eaLnBrk="1" hangingPunct="1"/>
            <a:r>
              <a:rPr lang="zh-CN" altLang="en-US" sz="1600"/>
              <a:t>收</a:t>
            </a:r>
          </a:p>
          <a:p>
            <a:pPr algn="ctr" eaLnBrk="1" hangingPunct="1"/>
            <a:r>
              <a:rPr lang="zh-CN" altLang="en-US" sz="1600"/>
              <a:t>方</a:t>
            </a:r>
          </a:p>
        </p:txBody>
      </p:sp>
      <p:sp>
        <p:nvSpPr>
          <p:cNvPr id="135174" name="Line 21"/>
          <p:cNvSpPr>
            <a:spLocks noChangeShapeType="1"/>
          </p:cNvSpPr>
          <p:nvPr/>
        </p:nvSpPr>
        <p:spPr bwMode="auto">
          <a:xfrm>
            <a:off x="2963333" y="2980267"/>
            <a:ext cx="449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5" name="Line 22"/>
          <p:cNvSpPr>
            <a:spLocks noChangeShapeType="1"/>
          </p:cNvSpPr>
          <p:nvPr/>
        </p:nvSpPr>
        <p:spPr bwMode="auto">
          <a:xfrm>
            <a:off x="7459133" y="2370667"/>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6" name="Line 24"/>
          <p:cNvSpPr>
            <a:spLocks noChangeShapeType="1"/>
          </p:cNvSpPr>
          <p:nvPr/>
        </p:nvSpPr>
        <p:spPr bwMode="auto">
          <a:xfrm>
            <a:off x="2963333" y="2980267"/>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Rectangle 2"/>
          <p:cNvSpPr>
            <a:spLocks noGrp="1" noChangeArrowheads="1"/>
          </p:cNvSpPr>
          <p:nvPr>
            <p:ph type="title"/>
          </p:nvPr>
        </p:nvSpPr>
        <p:spPr>
          <a:xfrm>
            <a:off x="0" y="1"/>
            <a:ext cx="8229600" cy="746626"/>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20" name="Rectangle 3"/>
          <p:cNvSpPr txBox="1">
            <a:spLocks noChangeArrowheads="1"/>
          </p:cNvSpPr>
          <p:nvPr/>
        </p:nvSpPr>
        <p:spPr bwMode="auto">
          <a:xfrm>
            <a:off x="-38100" y="830514"/>
            <a:ext cx="77724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90000"/>
              </a:lnSpc>
              <a:buFont typeface="Wingdings" panose="05000000000000000000" pitchFamily="2" charset="2"/>
              <a:buNone/>
            </a:pPr>
            <a:r>
              <a:rPr lang="zh-CN" altLang="en-US" sz="1800" b="1" kern="0" dirty="0">
                <a:solidFill>
                  <a:schemeClr val="hlink"/>
                </a:solidFill>
                <a:latin typeface="微软雅黑" panose="020B0503020204020204" pitchFamily="34" charset="-122"/>
                <a:ea typeface="微软雅黑" panose="020B0503020204020204" pitchFamily="34" charset="-122"/>
              </a:rPr>
              <a:t>（</a:t>
            </a:r>
            <a:r>
              <a:rPr lang="en-US" altLang="zh-CN" sz="1800" b="1" kern="0" dirty="0">
                <a:solidFill>
                  <a:schemeClr val="hlink"/>
                </a:solidFill>
                <a:latin typeface="微软雅黑" panose="020B0503020204020204" pitchFamily="34" charset="-122"/>
                <a:ea typeface="微软雅黑" panose="020B0503020204020204" pitchFamily="34" charset="-122"/>
              </a:rPr>
              <a:t>6</a:t>
            </a:r>
            <a:r>
              <a:rPr lang="zh-CN" altLang="en-US" sz="1800" b="1" kern="0" dirty="0">
                <a:solidFill>
                  <a:schemeClr val="hlink"/>
                </a:solidFill>
                <a:latin typeface="微软雅黑" panose="020B0503020204020204" pitchFamily="34" charset="-122"/>
                <a:ea typeface="微软雅黑" panose="020B0503020204020204" pitchFamily="34" charset="-122"/>
              </a:rPr>
              <a:t>）鉴别与保密相结合（基本思想）</a:t>
            </a:r>
          </a:p>
        </p:txBody>
      </p:sp>
    </p:spTree>
    <p:extLst>
      <p:ext uri="{BB962C8B-B14F-4D97-AF65-F5344CB8AC3E}">
        <p14:creationId xmlns:p14="http://schemas.microsoft.com/office/powerpoint/2010/main" val="28226052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9"/>
          <p:cNvSpPr>
            <a:spLocks noChangeArrowheads="1"/>
          </p:cNvSpPr>
          <p:nvPr/>
        </p:nvSpPr>
        <p:spPr bwMode="auto">
          <a:xfrm>
            <a:off x="4542817" y="3978613"/>
            <a:ext cx="3810000" cy="1219200"/>
          </a:xfrm>
          <a:prstGeom prst="rect">
            <a:avLst/>
          </a:prstGeom>
          <a:solidFill>
            <a:srgbClr val="CCFFFF"/>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36195" name="Rectangle 28"/>
          <p:cNvSpPr>
            <a:spLocks noChangeArrowheads="1"/>
          </p:cNvSpPr>
          <p:nvPr/>
        </p:nvSpPr>
        <p:spPr bwMode="auto">
          <a:xfrm>
            <a:off x="1342417" y="2226013"/>
            <a:ext cx="3810000" cy="1219200"/>
          </a:xfrm>
          <a:prstGeom prst="rect">
            <a:avLst/>
          </a:prstGeom>
          <a:solidFill>
            <a:srgbClr val="CCFFFF"/>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36196" name="Line 5"/>
          <p:cNvSpPr>
            <a:spLocks noChangeShapeType="1"/>
          </p:cNvSpPr>
          <p:nvPr/>
        </p:nvSpPr>
        <p:spPr bwMode="auto">
          <a:xfrm>
            <a:off x="2942617" y="2835613"/>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197" name="Rectangle 6"/>
          <p:cNvSpPr>
            <a:spLocks noChangeArrowheads="1"/>
          </p:cNvSpPr>
          <p:nvPr/>
        </p:nvSpPr>
        <p:spPr bwMode="auto">
          <a:xfrm>
            <a:off x="3476017" y="2530813"/>
            <a:ext cx="1447800" cy="6096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签名</a:t>
            </a:r>
          </a:p>
        </p:txBody>
      </p:sp>
      <p:sp>
        <p:nvSpPr>
          <p:cNvPr id="136198" name="Rectangle 7"/>
          <p:cNvSpPr>
            <a:spLocks noChangeArrowheads="1"/>
          </p:cNvSpPr>
          <p:nvPr/>
        </p:nvSpPr>
        <p:spPr bwMode="auto">
          <a:xfrm>
            <a:off x="6828817" y="2530813"/>
            <a:ext cx="1447800" cy="6096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加密</a:t>
            </a:r>
          </a:p>
        </p:txBody>
      </p:sp>
      <p:sp>
        <p:nvSpPr>
          <p:cNvPr id="136199" name="Line 8"/>
          <p:cNvSpPr>
            <a:spLocks noChangeShapeType="1"/>
          </p:cNvSpPr>
          <p:nvPr/>
        </p:nvSpPr>
        <p:spPr bwMode="auto">
          <a:xfrm>
            <a:off x="6143017" y="2835613"/>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00" name="Rectangle 9"/>
          <p:cNvSpPr>
            <a:spLocks noChangeArrowheads="1"/>
          </p:cNvSpPr>
          <p:nvPr/>
        </p:nvSpPr>
        <p:spPr bwMode="auto">
          <a:xfrm>
            <a:off x="1494817" y="2530813"/>
            <a:ext cx="1447800" cy="6096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摘要</a:t>
            </a:r>
          </a:p>
        </p:txBody>
      </p:sp>
      <p:sp>
        <p:nvSpPr>
          <p:cNvPr id="136201" name="Rectangle 12"/>
          <p:cNvSpPr>
            <a:spLocks noChangeArrowheads="1"/>
          </p:cNvSpPr>
          <p:nvPr/>
        </p:nvSpPr>
        <p:spPr bwMode="auto">
          <a:xfrm>
            <a:off x="4695217" y="4359613"/>
            <a:ext cx="1447800" cy="6096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签名验证</a:t>
            </a:r>
          </a:p>
        </p:txBody>
      </p:sp>
      <p:sp>
        <p:nvSpPr>
          <p:cNvPr id="136202" name="Rectangle 13"/>
          <p:cNvSpPr>
            <a:spLocks noChangeArrowheads="1"/>
          </p:cNvSpPr>
          <p:nvPr/>
        </p:nvSpPr>
        <p:spPr bwMode="auto">
          <a:xfrm>
            <a:off x="1494817" y="4359613"/>
            <a:ext cx="1447800" cy="6096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解密</a:t>
            </a:r>
          </a:p>
        </p:txBody>
      </p:sp>
      <p:sp>
        <p:nvSpPr>
          <p:cNvPr id="136203" name="Line 14"/>
          <p:cNvSpPr>
            <a:spLocks noChangeShapeType="1"/>
          </p:cNvSpPr>
          <p:nvPr/>
        </p:nvSpPr>
        <p:spPr bwMode="auto">
          <a:xfrm>
            <a:off x="6143017" y="4664413"/>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04" name="Rectangle 15"/>
          <p:cNvSpPr>
            <a:spLocks noChangeArrowheads="1"/>
          </p:cNvSpPr>
          <p:nvPr/>
        </p:nvSpPr>
        <p:spPr bwMode="auto">
          <a:xfrm>
            <a:off x="6828817" y="4359613"/>
            <a:ext cx="1447800" cy="6096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摘要</a:t>
            </a:r>
          </a:p>
        </p:txBody>
      </p:sp>
      <p:sp>
        <p:nvSpPr>
          <p:cNvPr id="136205" name="Rectangle 16"/>
          <p:cNvSpPr>
            <a:spLocks noChangeArrowheads="1"/>
          </p:cNvSpPr>
          <p:nvPr/>
        </p:nvSpPr>
        <p:spPr bwMode="auto">
          <a:xfrm>
            <a:off x="809017" y="2530813"/>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发</a:t>
            </a:r>
          </a:p>
          <a:p>
            <a:pPr algn="ctr" eaLnBrk="1" hangingPunct="1"/>
            <a:r>
              <a:rPr lang="zh-CN" altLang="en-US" sz="1600"/>
              <a:t>送</a:t>
            </a:r>
          </a:p>
          <a:p>
            <a:pPr algn="ctr" eaLnBrk="1" hangingPunct="1"/>
            <a:r>
              <a:rPr lang="zh-CN" altLang="en-US" sz="1600"/>
              <a:t>方</a:t>
            </a:r>
          </a:p>
        </p:txBody>
      </p:sp>
      <p:sp>
        <p:nvSpPr>
          <p:cNvPr id="136206" name="Rectangle 17"/>
          <p:cNvSpPr>
            <a:spLocks noChangeArrowheads="1"/>
          </p:cNvSpPr>
          <p:nvPr/>
        </p:nvSpPr>
        <p:spPr bwMode="auto">
          <a:xfrm>
            <a:off x="885217" y="4283413"/>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600"/>
              <a:t>接</a:t>
            </a:r>
          </a:p>
          <a:p>
            <a:pPr algn="ctr" eaLnBrk="1" hangingPunct="1"/>
            <a:r>
              <a:rPr lang="zh-CN" altLang="en-US" sz="1600"/>
              <a:t>收</a:t>
            </a:r>
          </a:p>
          <a:p>
            <a:pPr algn="ctr" eaLnBrk="1" hangingPunct="1"/>
            <a:r>
              <a:rPr lang="zh-CN" altLang="en-US" sz="1600"/>
              <a:t>方</a:t>
            </a:r>
          </a:p>
        </p:txBody>
      </p:sp>
      <p:sp>
        <p:nvSpPr>
          <p:cNvPr id="136207" name="Line 18"/>
          <p:cNvSpPr>
            <a:spLocks noChangeShapeType="1"/>
          </p:cNvSpPr>
          <p:nvPr/>
        </p:nvSpPr>
        <p:spPr bwMode="auto">
          <a:xfrm>
            <a:off x="2028217" y="3750013"/>
            <a:ext cx="5410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8" name="Line 19"/>
          <p:cNvSpPr>
            <a:spLocks noChangeShapeType="1"/>
          </p:cNvSpPr>
          <p:nvPr/>
        </p:nvSpPr>
        <p:spPr bwMode="auto">
          <a:xfrm>
            <a:off x="7438417" y="3140413"/>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9" name="Line 20"/>
          <p:cNvSpPr>
            <a:spLocks noChangeShapeType="1"/>
          </p:cNvSpPr>
          <p:nvPr/>
        </p:nvSpPr>
        <p:spPr bwMode="auto">
          <a:xfrm>
            <a:off x="2028217" y="37500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10" name="Rectangle 22"/>
          <p:cNvSpPr>
            <a:spLocks noChangeArrowheads="1"/>
          </p:cNvSpPr>
          <p:nvPr/>
        </p:nvSpPr>
        <p:spPr bwMode="auto">
          <a:xfrm>
            <a:off x="456701" y="794089"/>
            <a:ext cx="323037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Tx/>
              <a:buAutoNum type="arabicParenBoth" startAt="7"/>
            </a:pPr>
            <a:r>
              <a:rPr lang="en-US" altLang="zh-CN" sz="1800" b="1" dirty="0">
                <a:solidFill>
                  <a:schemeClr val="hlink"/>
                </a:solidFill>
                <a:latin typeface="微软雅黑" panose="020B0503020204020204" pitchFamily="34" charset="-122"/>
                <a:ea typeface="微软雅黑" panose="020B0503020204020204" pitchFamily="34" charset="-122"/>
              </a:rPr>
              <a:t> </a:t>
            </a:r>
            <a:r>
              <a:rPr lang="zh-CN" altLang="en-US" sz="1800" b="1" dirty="0">
                <a:solidFill>
                  <a:schemeClr val="hlink"/>
                </a:solidFill>
                <a:latin typeface="微软雅黑" panose="020B0503020204020204" pitchFamily="34" charset="-122"/>
                <a:ea typeface="微软雅黑" panose="020B0503020204020204" pitchFamily="34" charset="-122"/>
              </a:rPr>
              <a:t>压缩</a:t>
            </a:r>
          </a:p>
          <a:p>
            <a:pPr eaLnBrk="1" hangingPunct="1">
              <a:lnSpc>
                <a:spcPct val="150000"/>
              </a:lnSpc>
            </a:pPr>
            <a:r>
              <a:rPr lang="zh-CN" altLang="en-US" sz="1800" dirty="0">
                <a:latin typeface="微软雅黑" panose="020B0503020204020204" pitchFamily="34" charset="-122"/>
                <a:ea typeface="微软雅黑" panose="020B0503020204020204" pitchFamily="34" charset="-122"/>
              </a:rPr>
              <a:t>    签名之后加密之前进行压缩</a:t>
            </a:r>
          </a:p>
        </p:txBody>
      </p:sp>
      <p:sp>
        <p:nvSpPr>
          <p:cNvPr id="136211" name="Rectangle 23"/>
          <p:cNvSpPr>
            <a:spLocks noChangeArrowheads="1"/>
          </p:cNvSpPr>
          <p:nvPr/>
        </p:nvSpPr>
        <p:spPr bwMode="auto">
          <a:xfrm>
            <a:off x="3476017" y="4359613"/>
            <a:ext cx="762000" cy="609600"/>
          </a:xfrm>
          <a:prstGeom prst="rect">
            <a:avLst/>
          </a:prstGeom>
          <a:solidFill>
            <a:srgbClr val="FFFF0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解压</a:t>
            </a:r>
          </a:p>
        </p:txBody>
      </p:sp>
      <p:sp>
        <p:nvSpPr>
          <p:cNvPr id="136212" name="Line 24"/>
          <p:cNvSpPr>
            <a:spLocks noChangeShapeType="1"/>
          </p:cNvSpPr>
          <p:nvPr/>
        </p:nvSpPr>
        <p:spPr bwMode="auto">
          <a:xfrm>
            <a:off x="4923817" y="2835613"/>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13" name="Line 25"/>
          <p:cNvSpPr>
            <a:spLocks noChangeShapeType="1"/>
          </p:cNvSpPr>
          <p:nvPr/>
        </p:nvSpPr>
        <p:spPr bwMode="auto">
          <a:xfrm>
            <a:off x="2942617" y="4664413"/>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14" name="Line 26"/>
          <p:cNvSpPr>
            <a:spLocks noChangeShapeType="1"/>
          </p:cNvSpPr>
          <p:nvPr/>
        </p:nvSpPr>
        <p:spPr bwMode="auto">
          <a:xfrm>
            <a:off x="4238017" y="4664413"/>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15" name="Rectangle 27"/>
          <p:cNvSpPr>
            <a:spLocks noChangeArrowheads="1"/>
          </p:cNvSpPr>
          <p:nvPr/>
        </p:nvSpPr>
        <p:spPr bwMode="auto">
          <a:xfrm>
            <a:off x="5381017" y="2530813"/>
            <a:ext cx="762000" cy="609600"/>
          </a:xfrm>
          <a:prstGeom prst="rect">
            <a:avLst/>
          </a:prstGeom>
          <a:solidFill>
            <a:srgbClr val="FFFF0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t>压缩</a:t>
            </a:r>
          </a:p>
        </p:txBody>
      </p:sp>
      <p:sp>
        <p:nvSpPr>
          <p:cNvPr id="24" name="Rectangle 2"/>
          <p:cNvSpPr>
            <a:spLocks noGrp="1" noChangeArrowheads="1"/>
          </p:cNvSpPr>
          <p:nvPr>
            <p:ph type="title"/>
          </p:nvPr>
        </p:nvSpPr>
        <p:spPr>
          <a:xfrm>
            <a:off x="0" y="-20909"/>
            <a:ext cx="8229600" cy="701846"/>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Tree>
    <p:extLst>
      <p:ext uri="{BB962C8B-B14F-4D97-AF65-F5344CB8AC3E}">
        <p14:creationId xmlns:p14="http://schemas.microsoft.com/office/powerpoint/2010/main" val="155111421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Grp="1" noChangeArrowheads="1"/>
          </p:cNvSpPr>
          <p:nvPr>
            <p:ph type="title"/>
          </p:nvPr>
        </p:nvSpPr>
        <p:spPr>
          <a:xfrm>
            <a:off x="0" y="4310"/>
            <a:ext cx="8229600" cy="681492"/>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7218" name="Rectangle 3"/>
          <p:cNvSpPr>
            <a:spLocks noGrp="1" noChangeArrowheads="1"/>
          </p:cNvSpPr>
          <p:nvPr>
            <p:ph idx="1"/>
          </p:nvPr>
        </p:nvSpPr>
        <p:spPr>
          <a:xfrm>
            <a:off x="169173" y="779835"/>
            <a:ext cx="9049407" cy="1621211"/>
          </a:xfrm>
        </p:spPr>
        <p:txBody>
          <a:bodyPr/>
          <a:lstStyle/>
          <a:p>
            <a:pPr eaLnBrk="1" hangingPunct="1">
              <a:lnSpc>
                <a:spcPct val="130000"/>
              </a:lnSpc>
              <a:buFont typeface="Wingdings" panose="05000000000000000000" pitchFamily="2" charset="2"/>
              <a:buNone/>
            </a:pPr>
            <a:r>
              <a:rPr lang="en-US" altLang="zh-CN" dirty="0"/>
              <a:t> </a:t>
            </a:r>
            <a:r>
              <a:rPr lang="zh-CN" altLang="en-US" dirty="0"/>
              <a:t>后压缩</a:t>
            </a:r>
            <a:r>
              <a:rPr lang="zh-CN" altLang="en-US" b="1" dirty="0">
                <a:solidFill>
                  <a:schemeClr val="hlink"/>
                </a:solidFill>
              </a:rPr>
              <a:t>好处在于：</a:t>
            </a:r>
          </a:p>
          <a:p>
            <a:pPr eaLnBrk="1" hangingPunct="1">
              <a:lnSpc>
                <a:spcPct val="130000"/>
              </a:lnSpc>
              <a:buFont typeface="Wingdings" panose="05000000000000000000" pitchFamily="2" charset="2"/>
              <a:buNone/>
            </a:pPr>
            <a:r>
              <a:rPr lang="zh-CN" altLang="en-US" dirty="0"/>
              <a:t>    </a:t>
            </a:r>
            <a:r>
              <a:rPr lang="en-US" altLang="zh-CN" dirty="0"/>
              <a:t>1)   </a:t>
            </a:r>
            <a:r>
              <a:rPr lang="zh-CN" altLang="en-US" dirty="0"/>
              <a:t>对签名的报文进行压缩方便了以后对签名的验证。</a:t>
            </a:r>
          </a:p>
          <a:p>
            <a:pPr eaLnBrk="1" hangingPunct="1">
              <a:lnSpc>
                <a:spcPct val="130000"/>
              </a:lnSpc>
              <a:buFont typeface="Wingdings" panose="05000000000000000000" pitchFamily="2" charset="2"/>
              <a:buNone/>
            </a:pPr>
            <a:r>
              <a:rPr lang="zh-CN" altLang="en-US" dirty="0"/>
              <a:t>     </a:t>
            </a:r>
            <a:r>
              <a:rPr lang="zh-CN" altLang="en-US" b="1" dirty="0">
                <a:solidFill>
                  <a:schemeClr val="hlink"/>
                </a:solidFill>
              </a:rPr>
              <a:t>若是先压缩再进行签名</a:t>
            </a:r>
            <a:r>
              <a:rPr lang="zh-CN" altLang="en-US" dirty="0"/>
              <a:t>，则以后每次进行签名验证时，总是需要先对报文进行解压，然后再计算报文摘要，再进行比较，这样操作起来较为不方便 </a:t>
            </a:r>
          </a:p>
          <a:p>
            <a:pPr eaLnBrk="1" hangingPunct="1">
              <a:lnSpc>
                <a:spcPct val="130000"/>
              </a:lnSpc>
              <a:spcBef>
                <a:spcPts val="1800"/>
              </a:spcBef>
              <a:spcAft>
                <a:spcPts val="1800"/>
              </a:spcAft>
              <a:buNone/>
            </a:pPr>
            <a:r>
              <a:rPr lang="zh-CN" altLang="en-US" b="1" dirty="0">
                <a:solidFill>
                  <a:schemeClr val="hlink"/>
                </a:solidFill>
              </a:rPr>
              <a:t>           报文摘要不能针对压缩的结果</a:t>
            </a:r>
            <a:r>
              <a:rPr lang="zh-CN" altLang="en-US" b="1">
                <a:solidFill>
                  <a:schemeClr val="hlink"/>
                </a:solidFill>
              </a:rPr>
              <a:t>来</a:t>
            </a:r>
            <a:r>
              <a:rPr lang="zh-CN" altLang="en-US" b="1" smtClean="0">
                <a:solidFill>
                  <a:schemeClr val="hlink"/>
                </a:solidFill>
              </a:rPr>
              <a:t>产生</a:t>
            </a:r>
            <a:endParaRPr lang="en-US" altLang="zh-CN" b="1" smtClean="0">
              <a:solidFill>
                <a:schemeClr val="hlink"/>
              </a:solidFill>
            </a:endParaRPr>
          </a:p>
          <a:p>
            <a:pPr eaLnBrk="1" hangingPunct="1">
              <a:lnSpc>
                <a:spcPct val="130000"/>
              </a:lnSpc>
              <a:spcBef>
                <a:spcPts val="1800"/>
              </a:spcBef>
              <a:spcAft>
                <a:spcPts val="1800"/>
              </a:spcAft>
              <a:buNone/>
            </a:pPr>
            <a:endParaRPr lang="zh-CN" altLang="en-US" b="1" dirty="0">
              <a:solidFill>
                <a:schemeClr val="hlink"/>
              </a:solidFill>
            </a:endParaRPr>
          </a:p>
        </p:txBody>
      </p:sp>
      <p:grpSp>
        <p:nvGrpSpPr>
          <p:cNvPr id="2" name="组合 1"/>
          <p:cNvGrpSpPr/>
          <p:nvPr/>
        </p:nvGrpSpPr>
        <p:grpSpPr>
          <a:xfrm>
            <a:off x="960076" y="3057958"/>
            <a:ext cx="7467600" cy="2209800"/>
            <a:chOff x="381000" y="3124200"/>
            <a:chExt cx="7467600" cy="2209800"/>
          </a:xfrm>
        </p:grpSpPr>
        <p:sp>
          <p:nvSpPr>
            <p:cNvPr id="137219" name="Line 4"/>
            <p:cNvSpPr>
              <a:spLocks noChangeShapeType="1"/>
            </p:cNvSpPr>
            <p:nvPr/>
          </p:nvSpPr>
          <p:spPr bwMode="auto">
            <a:xfrm>
              <a:off x="2514600" y="3429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20" name="Rectangle 5"/>
            <p:cNvSpPr>
              <a:spLocks noChangeArrowheads="1"/>
            </p:cNvSpPr>
            <p:nvPr/>
          </p:nvSpPr>
          <p:spPr bwMode="auto">
            <a:xfrm>
              <a:off x="4267200" y="3200400"/>
              <a:ext cx="1447800" cy="4572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签名</a:t>
              </a:r>
            </a:p>
          </p:txBody>
        </p:sp>
        <p:sp>
          <p:nvSpPr>
            <p:cNvPr id="137221" name="Rectangle 6"/>
            <p:cNvSpPr>
              <a:spLocks noChangeArrowheads="1"/>
            </p:cNvSpPr>
            <p:nvPr/>
          </p:nvSpPr>
          <p:spPr bwMode="auto">
            <a:xfrm>
              <a:off x="6400800" y="3276600"/>
              <a:ext cx="1447800" cy="4572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加密</a:t>
              </a:r>
            </a:p>
          </p:txBody>
        </p:sp>
        <p:sp>
          <p:nvSpPr>
            <p:cNvPr id="137222" name="Line 7"/>
            <p:cNvSpPr>
              <a:spLocks noChangeShapeType="1"/>
            </p:cNvSpPr>
            <p:nvPr/>
          </p:nvSpPr>
          <p:spPr bwMode="auto">
            <a:xfrm>
              <a:off x="5715000" y="3429000"/>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23" name="Rectangle 8"/>
            <p:cNvSpPr>
              <a:spLocks noChangeArrowheads="1"/>
            </p:cNvSpPr>
            <p:nvPr/>
          </p:nvSpPr>
          <p:spPr bwMode="auto">
            <a:xfrm>
              <a:off x="1066800" y="3200400"/>
              <a:ext cx="1447800" cy="4572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摘要</a:t>
              </a:r>
            </a:p>
          </p:txBody>
        </p:sp>
        <p:sp>
          <p:nvSpPr>
            <p:cNvPr id="137224" name="Rectangle 9"/>
            <p:cNvSpPr>
              <a:spLocks noChangeArrowheads="1"/>
            </p:cNvSpPr>
            <p:nvPr/>
          </p:nvSpPr>
          <p:spPr bwMode="auto">
            <a:xfrm>
              <a:off x="3048000" y="4724400"/>
              <a:ext cx="1447800" cy="4572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签名验证</a:t>
              </a:r>
            </a:p>
          </p:txBody>
        </p:sp>
        <p:sp>
          <p:nvSpPr>
            <p:cNvPr id="137225" name="Rectangle 10"/>
            <p:cNvSpPr>
              <a:spLocks noChangeArrowheads="1"/>
            </p:cNvSpPr>
            <p:nvPr/>
          </p:nvSpPr>
          <p:spPr bwMode="auto">
            <a:xfrm>
              <a:off x="1066800" y="4724400"/>
              <a:ext cx="1447800" cy="4572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解密</a:t>
              </a:r>
            </a:p>
          </p:txBody>
        </p:sp>
        <p:sp>
          <p:nvSpPr>
            <p:cNvPr id="137226" name="Line 11"/>
            <p:cNvSpPr>
              <a:spLocks noChangeShapeType="1"/>
            </p:cNvSpPr>
            <p:nvPr/>
          </p:nvSpPr>
          <p:spPr bwMode="auto">
            <a:xfrm>
              <a:off x="5715000" y="4953000"/>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27" name="Rectangle 12"/>
            <p:cNvSpPr>
              <a:spLocks noChangeArrowheads="1"/>
            </p:cNvSpPr>
            <p:nvPr/>
          </p:nvSpPr>
          <p:spPr bwMode="auto">
            <a:xfrm>
              <a:off x="6400800" y="4724400"/>
              <a:ext cx="1447800" cy="457200"/>
            </a:xfrm>
            <a:prstGeom prst="rect">
              <a:avLst/>
            </a:prstGeom>
            <a:solidFill>
              <a:srgbClr val="C0C0C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摘要</a:t>
              </a:r>
            </a:p>
          </p:txBody>
        </p:sp>
        <p:sp>
          <p:nvSpPr>
            <p:cNvPr id="137228" name="Rectangle 13"/>
            <p:cNvSpPr>
              <a:spLocks noChangeArrowheads="1"/>
            </p:cNvSpPr>
            <p:nvPr/>
          </p:nvSpPr>
          <p:spPr bwMode="auto">
            <a:xfrm>
              <a:off x="381000" y="3124200"/>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发</a:t>
              </a:r>
            </a:p>
            <a:p>
              <a:pPr algn="ctr" eaLnBrk="1" hangingPunct="1"/>
              <a:r>
                <a:rPr lang="zh-CN" altLang="en-US" sz="1800">
                  <a:latin typeface="微软雅黑" panose="020B0503020204020204" pitchFamily="34" charset="-122"/>
                  <a:ea typeface="微软雅黑" panose="020B0503020204020204" pitchFamily="34" charset="-122"/>
                </a:rPr>
                <a:t>送</a:t>
              </a:r>
            </a:p>
            <a:p>
              <a:pPr algn="ctr" eaLnBrk="1" hangingPunct="1"/>
              <a:r>
                <a:rPr lang="zh-CN" altLang="en-US" sz="1800">
                  <a:latin typeface="微软雅黑" panose="020B0503020204020204" pitchFamily="34" charset="-122"/>
                  <a:ea typeface="微软雅黑" panose="020B0503020204020204" pitchFamily="34" charset="-122"/>
                </a:rPr>
                <a:t>方</a:t>
              </a:r>
            </a:p>
          </p:txBody>
        </p:sp>
        <p:sp>
          <p:nvSpPr>
            <p:cNvPr id="137229" name="Rectangle 14"/>
            <p:cNvSpPr>
              <a:spLocks noChangeArrowheads="1"/>
            </p:cNvSpPr>
            <p:nvPr/>
          </p:nvSpPr>
          <p:spPr bwMode="auto">
            <a:xfrm>
              <a:off x="457200" y="4572000"/>
              <a:ext cx="381000" cy="7620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接</a:t>
              </a:r>
            </a:p>
            <a:p>
              <a:pPr algn="ctr" eaLnBrk="1" hangingPunct="1"/>
              <a:r>
                <a:rPr lang="zh-CN" altLang="en-US" sz="1800">
                  <a:latin typeface="微软雅黑" panose="020B0503020204020204" pitchFamily="34" charset="-122"/>
                  <a:ea typeface="微软雅黑" panose="020B0503020204020204" pitchFamily="34" charset="-122"/>
                </a:rPr>
                <a:t>收</a:t>
              </a:r>
            </a:p>
            <a:p>
              <a:pPr algn="ctr" eaLnBrk="1" hangingPunct="1"/>
              <a:r>
                <a:rPr lang="zh-CN" altLang="en-US" sz="1800">
                  <a:latin typeface="微软雅黑" panose="020B0503020204020204" pitchFamily="34" charset="-122"/>
                  <a:ea typeface="微软雅黑" panose="020B0503020204020204" pitchFamily="34" charset="-122"/>
                </a:rPr>
                <a:t>方</a:t>
              </a:r>
            </a:p>
          </p:txBody>
        </p:sp>
        <p:sp>
          <p:nvSpPr>
            <p:cNvPr id="137230" name="Line 15"/>
            <p:cNvSpPr>
              <a:spLocks noChangeShapeType="1"/>
            </p:cNvSpPr>
            <p:nvPr/>
          </p:nvSpPr>
          <p:spPr bwMode="auto">
            <a:xfrm>
              <a:off x="1600200" y="4114800"/>
              <a:ext cx="5410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31" name="Line 16"/>
            <p:cNvSpPr>
              <a:spLocks noChangeShapeType="1"/>
            </p:cNvSpPr>
            <p:nvPr/>
          </p:nvSpPr>
          <p:spPr bwMode="auto">
            <a:xfrm>
              <a:off x="7010400" y="37338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32" name="Line 17"/>
            <p:cNvSpPr>
              <a:spLocks noChangeShapeType="1"/>
            </p:cNvSpPr>
            <p:nvPr/>
          </p:nvSpPr>
          <p:spPr bwMode="auto">
            <a:xfrm>
              <a:off x="1600200" y="4114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33" name="Rectangle 18"/>
            <p:cNvSpPr>
              <a:spLocks noChangeArrowheads="1"/>
            </p:cNvSpPr>
            <p:nvPr/>
          </p:nvSpPr>
          <p:spPr bwMode="auto">
            <a:xfrm>
              <a:off x="4953000" y="4724400"/>
              <a:ext cx="762000" cy="457200"/>
            </a:xfrm>
            <a:prstGeom prst="rect">
              <a:avLst/>
            </a:prstGeom>
            <a:solidFill>
              <a:srgbClr val="FFFF0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解压</a:t>
              </a:r>
            </a:p>
          </p:txBody>
        </p:sp>
        <p:sp>
          <p:nvSpPr>
            <p:cNvPr id="137234" name="Line 19"/>
            <p:cNvSpPr>
              <a:spLocks noChangeShapeType="1"/>
            </p:cNvSpPr>
            <p:nvPr/>
          </p:nvSpPr>
          <p:spPr bwMode="auto">
            <a:xfrm>
              <a:off x="3810000" y="3429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35" name="Line 20"/>
            <p:cNvSpPr>
              <a:spLocks noChangeShapeType="1"/>
            </p:cNvSpPr>
            <p:nvPr/>
          </p:nvSpPr>
          <p:spPr bwMode="auto">
            <a:xfrm>
              <a:off x="2514600" y="4953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36" name="Line 21"/>
            <p:cNvSpPr>
              <a:spLocks noChangeShapeType="1"/>
            </p:cNvSpPr>
            <p:nvPr/>
          </p:nvSpPr>
          <p:spPr bwMode="auto">
            <a:xfrm>
              <a:off x="4495800" y="4953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237" name="Rectangle 22"/>
            <p:cNvSpPr>
              <a:spLocks noChangeArrowheads="1"/>
            </p:cNvSpPr>
            <p:nvPr/>
          </p:nvSpPr>
          <p:spPr bwMode="auto">
            <a:xfrm>
              <a:off x="3048000" y="3200400"/>
              <a:ext cx="762000" cy="457200"/>
            </a:xfrm>
            <a:prstGeom prst="rect">
              <a:avLst/>
            </a:prstGeom>
            <a:solidFill>
              <a:srgbClr val="FFFF00"/>
            </a:solidFill>
            <a:ln w="9525">
              <a:solidFill>
                <a:schemeClr val="tx1"/>
              </a:solidFill>
              <a:miter lim="800000"/>
              <a:headEnd/>
              <a:tailEnd/>
            </a:ln>
          </p:spPr>
          <p:txBody>
            <a:bodyPr wrap="none" anchor="ct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800">
                  <a:latin typeface="微软雅黑" panose="020B0503020204020204" pitchFamily="34" charset="-122"/>
                  <a:ea typeface="微软雅黑" panose="020B0503020204020204" pitchFamily="34" charset="-122"/>
                </a:rPr>
                <a:t>压缩</a:t>
              </a:r>
            </a:p>
          </p:txBody>
        </p:sp>
      </p:grpSp>
      <p:sp>
        <p:nvSpPr>
          <p:cNvPr id="23" name="Rectangle 3"/>
          <p:cNvSpPr txBox="1">
            <a:spLocks noChangeArrowheads="1"/>
          </p:cNvSpPr>
          <p:nvPr/>
        </p:nvSpPr>
        <p:spPr bwMode="auto">
          <a:xfrm>
            <a:off x="385291" y="5267758"/>
            <a:ext cx="8921969" cy="11719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130000"/>
              </a:lnSpc>
              <a:buFont typeface="Wingdings" panose="05000000000000000000" pitchFamily="2" charset="2"/>
              <a:buNone/>
            </a:pPr>
            <a:r>
              <a:rPr lang="en-US" altLang="zh-CN" sz="1800" kern="0" dirty="0">
                <a:latin typeface="微软雅黑" panose="020B0503020204020204" pitchFamily="34" charset="-122"/>
                <a:ea typeface="微软雅黑" panose="020B0503020204020204" pitchFamily="34" charset="-122"/>
              </a:rPr>
              <a:t> 2)   </a:t>
            </a:r>
            <a:r>
              <a:rPr lang="en-US" altLang="zh-CN" sz="1800" kern="0" dirty="0">
                <a:latin typeface="微软雅黑" panose="020B0503020204020204" pitchFamily="34" charset="-122"/>
                <a:ea typeface="微软雅黑" panose="020B0503020204020204" pitchFamily="34" charset="-122"/>
                <a:cs typeface="Times New Roman" panose="02020603050405020304" pitchFamily="18" charset="0"/>
              </a:rPr>
              <a:t>PGP</a:t>
            </a:r>
            <a:r>
              <a:rPr lang="zh-CN" altLang="en-US" sz="1800" kern="0" dirty="0">
                <a:latin typeface="微软雅黑" panose="020B0503020204020204" pitchFamily="34" charset="-122"/>
                <a:ea typeface="微软雅黑" panose="020B0503020204020204" pitchFamily="34" charset="-122"/>
              </a:rPr>
              <a:t>所采用的压缩算法是不确定的，压缩算法在不同的实现中会由于在运行速度和 压缩比上进行不同的折衷，因此会产生不同的压缩形式</a:t>
            </a:r>
            <a:r>
              <a:rPr lang="en-US" altLang="zh-CN" sz="1800" kern="0" dirty="0">
                <a:latin typeface="微软雅黑" panose="020B0503020204020204" pitchFamily="34" charset="-122"/>
                <a:ea typeface="微软雅黑" panose="020B0503020204020204" pitchFamily="34" charset="-122"/>
              </a:rPr>
              <a:t>(</a:t>
            </a:r>
            <a:r>
              <a:rPr lang="zh-CN" altLang="en-US" sz="1800" kern="0" dirty="0">
                <a:latin typeface="微软雅黑" panose="020B0503020204020204" pitchFamily="34" charset="-122"/>
                <a:ea typeface="微软雅黑" panose="020B0503020204020204" pitchFamily="34" charset="-122"/>
              </a:rPr>
              <a:t>但其解压的结果是相同的</a:t>
            </a:r>
            <a:r>
              <a:rPr lang="en-US" altLang="zh-CN" sz="1800" kern="0" dirty="0">
                <a:latin typeface="微软雅黑" panose="020B0503020204020204" pitchFamily="34" charset="-122"/>
                <a:ea typeface="微软雅黑" panose="020B0503020204020204" pitchFamily="34" charset="-122"/>
              </a:rPr>
              <a:t>)</a:t>
            </a:r>
          </a:p>
          <a:p>
            <a:pPr eaLnBrk="1" hangingPunct="1">
              <a:lnSpc>
                <a:spcPct val="130000"/>
              </a:lnSpc>
              <a:buFont typeface="Wingdings" panose="05000000000000000000" pitchFamily="2" charset="2"/>
              <a:buNone/>
            </a:pPr>
            <a:r>
              <a:rPr lang="en-US" altLang="zh-CN" sz="1800" kern="0" dirty="0">
                <a:latin typeface="微软雅黑" panose="020B0503020204020204" pitchFamily="34" charset="-122"/>
                <a:ea typeface="微软雅黑" panose="020B0503020204020204" pitchFamily="34" charset="-122"/>
              </a:rPr>
              <a:t>   </a:t>
            </a:r>
            <a:r>
              <a:rPr lang="zh-CN" altLang="en-US" sz="1800" kern="0" dirty="0">
                <a:latin typeface="微软雅黑" panose="020B0503020204020204" pitchFamily="34" charset="-122"/>
                <a:ea typeface="微软雅黑" panose="020B0503020204020204" pitchFamily="34" charset="-122"/>
              </a:rPr>
              <a:t>在压缩之后形成签名将约束所有的</a:t>
            </a:r>
            <a:r>
              <a:rPr lang="en-US" altLang="zh-CN" sz="1800" kern="0" dirty="0">
                <a:latin typeface="微软雅黑" panose="020B0503020204020204" pitchFamily="34" charset="-122"/>
                <a:ea typeface="微软雅黑" panose="020B0503020204020204" pitchFamily="34" charset="-122"/>
                <a:cs typeface="Times New Roman" panose="02020603050405020304" pitchFamily="18" charset="0"/>
              </a:rPr>
              <a:t>PGP</a:t>
            </a:r>
            <a:r>
              <a:rPr lang="zh-CN" altLang="en-US" sz="1800" kern="0" dirty="0">
                <a:latin typeface="微软雅黑" panose="020B0503020204020204" pitchFamily="34" charset="-122"/>
                <a:ea typeface="微软雅黑" panose="020B0503020204020204" pitchFamily="34" charset="-122"/>
              </a:rPr>
              <a:t>实现都使用相同的压缩算法</a:t>
            </a:r>
            <a:endParaRPr lang="zh-CN" altLang="en-US" sz="1800" b="1"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195629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61481"/>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39266" name="Rectangle 3"/>
          <p:cNvSpPr>
            <a:spLocks noGrp="1" noChangeArrowheads="1"/>
          </p:cNvSpPr>
          <p:nvPr>
            <p:ph idx="1"/>
          </p:nvPr>
        </p:nvSpPr>
        <p:spPr>
          <a:xfrm>
            <a:off x="166044" y="770050"/>
            <a:ext cx="9038896" cy="5291958"/>
          </a:xfrm>
        </p:spPr>
        <p:txBody>
          <a:bodyPr/>
          <a:lstStyle/>
          <a:p>
            <a:pPr eaLnBrk="1" hangingPunct="1">
              <a:lnSpc>
                <a:spcPct val="130000"/>
              </a:lnSpc>
              <a:buFont typeface="Wingdings" panose="05000000000000000000" pitchFamily="2" charset="2"/>
              <a:buNone/>
            </a:pPr>
            <a:r>
              <a:rPr lang="zh-CN" altLang="en-US" b="1" dirty="0">
                <a:solidFill>
                  <a:schemeClr val="hlink"/>
                </a:solidFill>
              </a:rPr>
              <a:t>（</a:t>
            </a:r>
            <a:r>
              <a:rPr lang="en-US" altLang="zh-CN" b="1" dirty="0">
                <a:solidFill>
                  <a:schemeClr val="hlink"/>
                </a:solidFill>
              </a:rPr>
              <a:t>8</a:t>
            </a:r>
            <a:r>
              <a:rPr lang="zh-CN" altLang="en-US" b="1" dirty="0">
                <a:solidFill>
                  <a:schemeClr val="hlink"/>
                </a:solidFill>
              </a:rPr>
              <a:t>）</a:t>
            </a:r>
            <a:r>
              <a:rPr lang="en-US" altLang="zh-CN" b="1" dirty="0">
                <a:solidFill>
                  <a:schemeClr val="hlink"/>
                </a:solidFill>
              </a:rPr>
              <a:t>PGP</a:t>
            </a:r>
            <a:r>
              <a:rPr lang="zh-CN" altLang="en-US" b="1" dirty="0">
                <a:solidFill>
                  <a:schemeClr val="hlink"/>
                </a:solidFill>
              </a:rPr>
              <a:t>的密钥及密钥环</a:t>
            </a:r>
          </a:p>
          <a:p>
            <a:pPr eaLnBrk="1" hangingPunct="1">
              <a:lnSpc>
                <a:spcPct val="130000"/>
              </a:lnSpc>
              <a:buFont typeface="Wingdings" panose="05000000000000000000" pitchFamily="2" charset="2"/>
              <a:buNone/>
            </a:pPr>
            <a:r>
              <a:rPr lang="zh-CN" altLang="en-US" dirty="0"/>
              <a:t>      </a:t>
            </a:r>
            <a:r>
              <a:rPr lang="en-US" altLang="zh-CN" dirty="0"/>
              <a:t>PGP</a:t>
            </a:r>
            <a:r>
              <a:rPr lang="zh-CN" altLang="en-US" dirty="0"/>
              <a:t>操作过程中使用接收者的公开密钥对一次性会话密钥进行加密 </a:t>
            </a:r>
          </a:p>
          <a:p>
            <a:pPr eaLnBrk="1" hangingPunct="1">
              <a:lnSpc>
                <a:spcPct val="130000"/>
              </a:lnSpc>
              <a:buFont typeface="Wingdings" panose="05000000000000000000" pitchFamily="2" charset="2"/>
              <a:buNone/>
            </a:pPr>
            <a:r>
              <a:rPr lang="zh-CN" altLang="en-US" dirty="0"/>
              <a:t>      </a:t>
            </a:r>
            <a:r>
              <a:rPr lang="en-US" altLang="zh-CN" dirty="0"/>
              <a:t>PGP</a:t>
            </a:r>
            <a:r>
              <a:rPr lang="zh-CN" altLang="en-US" dirty="0"/>
              <a:t>在对报文进行签名时要使用发送者的私有密钥</a:t>
            </a:r>
          </a:p>
          <a:p>
            <a:pPr eaLnBrk="1" hangingPunct="1">
              <a:lnSpc>
                <a:spcPct val="130000"/>
              </a:lnSpc>
              <a:buFont typeface="Wingdings" panose="05000000000000000000" pitchFamily="2" charset="2"/>
              <a:buNone/>
            </a:pPr>
            <a:r>
              <a:rPr lang="zh-CN" altLang="en-US" dirty="0"/>
              <a:t>      </a:t>
            </a:r>
            <a:r>
              <a:rPr lang="zh-CN" altLang="en-US" b="1" dirty="0">
                <a:solidFill>
                  <a:schemeClr val="hlink"/>
                </a:solidFill>
              </a:rPr>
              <a:t>通常，发送者和接收者都有多个公钥</a:t>
            </a:r>
            <a:r>
              <a:rPr lang="en-US" altLang="zh-CN" b="1" dirty="0">
                <a:solidFill>
                  <a:schemeClr val="hlink"/>
                </a:solidFill>
              </a:rPr>
              <a:t>/</a:t>
            </a:r>
            <a:r>
              <a:rPr lang="zh-CN" altLang="en-US" b="1" dirty="0">
                <a:solidFill>
                  <a:schemeClr val="hlink"/>
                </a:solidFill>
              </a:rPr>
              <a:t>私钥对</a:t>
            </a:r>
            <a:r>
              <a:rPr lang="zh-CN" altLang="en-US" dirty="0"/>
              <a:t> </a:t>
            </a:r>
          </a:p>
          <a:p>
            <a:pPr eaLnBrk="1" hangingPunct="1">
              <a:lnSpc>
                <a:spcPct val="130000"/>
              </a:lnSpc>
              <a:spcBef>
                <a:spcPts val="1800"/>
              </a:spcBef>
              <a:buNone/>
            </a:pPr>
            <a:r>
              <a:rPr lang="zh-CN" altLang="en-US" dirty="0"/>
              <a:t>      </a:t>
            </a:r>
            <a:r>
              <a:rPr lang="en-US" altLang="zh-CN" dirty="0"/>
              <a:t>PGP</a:t>
            </a:r>
            <a:r>
              <a:rPr lang="zh-CN" altLang="en-US" dirty="0"/>
              <a:t>为每个用户提供了两个表型数据结构来管理密钥。</a:t>
            </a:r>
          </a:p>
          <a:p>
            <a:pPr eaLnBrk="1" hangingPunct="1">
              <a:lnSpc>
                <a:spcPct val="130000"/>
              </a:lnSpc>
              <a:buFont typeface="Wingdings" panose="05000000000000000000" pitchFamily="2" charset="2"/>
              <a:buNone/>
            </a:pPr>
            <a:r>
              <a:rPr lang="zh-CN" altLang="en-US" dirty="0"/>
              <a:t>      </a:t>
            </a:r>
            <a:r>
              <a:rPr lang="zh-CN" altLang="en-US" dirty="0">
                <a:solidFill>
                  <a:schemeClr val="hlink"/>
                </a:solidFill>
              </a:rPr>
              <a:t>私钥密钥环：</a:t>
            </a:r>
          </a:p>
          <a:p>
            <a:pPr eaLnBrk="1" hangingPunct="1">
              <a:lnSpc>
                <a:spcPct val="130000"/>
              </a:lnSpc>
              <a:buFont typeface="Wingdings" panose="05000000000000000000" pitchFamily="2" charset="2"/>
              <a:buNone/>
            </a:pPr>
            <a:r>
              <a:rPr lang="zh-CN" altLang="en-US" dirty="0"/>
              <a:t>        一张用来存储用户自己的公开</a:t>
            </a:r>
            <a:r>
              <a:rPr lang="en-US" altLang="zh-CN" dirty="0"/>
              <a:t>/</a:t>
            </a:r>
            <a:r>
              <a:rPr lang="zh-CN" altLang="en-US" dirty="0"/>
              <a:t>私有密钥对的表。</a:t>
            </a:r>
          </a:p>
          <a:p>
            <a:pPr eaLnBrk="1" hangingPunct="1">
              <a:lnSpc>
                <a:spcPct val="130000"/>
              </a:lnSpc>
              <a:buFont typeface="Wingdings" panose="05000000000000000000" pitchFamily="2" charset="2"/>
              <a:buNone/>
            </a:pPr>
            <a:r>
              <a:rPr lang="zh-CN" altLang="en-US" dirty="0"/>
              <a:t>      </a:t>
            </a:r>
            <a:r>
              <a:rPr lang="zh-CN" altLang="en-US" dirty="0">
                <a:solidFill>
                  <a:srgbClr val="0000FF"/>
                </a:solidFill>
              </a:rPr>
              <a:t>公</a:t>
            </a:r>
            <a:r>
              <a:rPr lang="zh-CN" altLang="en-US" dirty="0">
                <a:solidFill>
                  <a:schemeClr val="hlink"/>
                </a:solidFill>
              </a:rPr>
              <a:t>钥密钥环：</a:t>
            </a:r>
          </a:p>
          <a:p>
            <a:pPr eaLnBrk="1" hangingPunct="1">
              <a:lnSpc>
                <a:spcPct val="130000"/>
              </a:lnSpc>
              <a:buFont typeface="Wingdings" panose="05000000000000000000" pitchFamily="2" charset="2"/>
              <a:buNone/>
            </a:pPr>
            <a:r>
              <a:rPr lang="zh-CN" altLang="en-US" dirty="0"/>
              <a:t>        一张用来存储此用户所知道的其它用户的公开密钥的表。</a:t>
            </a:r>
          </a:p>
        </p:txBody>
      </p:sp>
    </p:spTree>
    <p:extLst>
      <p:ext uri="{BB962C8B-B14F-4D97-AF65-F5344CB8AC3E}">
        <p14:creationId xmlns:p14="http://schemas.microsoft.com/office/powerpoint/2010/main" val="245820083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290" name="Group 36"/>
          <p:cNvGrpSpPr>
            <a:grpSpLocks/>
          </p:cNvGrpSpPr>
          <p:nvPr/>
        </p:nvGrpSpPr>
        <p:grpSpPr bwMode="auto">
          <a:xfrm>
            <a:off x="630079" y="1485594"/>
            <a:ext cx="8382000" cy="2562225"/>
            <a:chOff x="-3" y="-3"/>
            <a:chExt cx="3748" cy="2076"/>
          </a:xfrm>
        </p:grpSpPr>
        <p:grpSp>
          <p:nvGrpSpPr>
            <p:cNvPr id="140293" name="Group 34"/>
            <p:cNvGrpSpPr>
              <a:grpSpLocks/>
            </p:cNvGrpSpPr>
            <p:nvPr/>
          </p:nvGrpSpPr>
          <p:grpSpPr bwMode="auto">
            <a:xfrm>
              <a:off x="0" y="0"/>
              <a:ext cx="3742" cy="2070"/>
              <a:chOff x="0" y="0"/>
              <a:chExt cx="3742" cy="2070"/>
            </a:xfrm>
          </p:grpSpPr>
          <p:grpSp>
            <p:nvGrpSpPr>
              <p:cNvPr id="140295" name="Group 15"/>
              <p:cNvGrpSpPr>
                <a:grpSpLocks/>
              </p:cNvGrpSpPr>
              <p:nvPr/>
            </p:nvGrpSpPr>
            <p:grpSpPr bwMode="auto">
              <a:xfrm>
                <a:off x="0" y="0"/>
                <a:ext cx="518" cy="489"/>
                <a:chOff x="0" y="0"/>
                <a:chExt cx="518" cy="489"/>
              </a:xfrm>
            </p:grpSpPr>
            <p:sp>
              <p:nvSpPr>
                <p:cNvPr id="140323" name="Rectangle 4"/>
                <p:cNvSpPr>
                  <a:spLocks noChangeArrowheads="1"/>
                </p:cNvSpPr>
                <p:nvPr/>
              </p:nvSpPr>
              <p:spPr bwMode="auto">
                <a:xfrm>
                  <a:off x="43" y="0"/>
                  <a:ext cx="432"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143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zh-CN" altLang="en-US" sz="1600">
                      <a:latin typeface="Times New Roman" panose="02020603050405020304" pitchFamily="18" charset="0"/>
                    </a:rPr>
                    <a:t>时戳</a:t>
                  </a:r>
                </a:p>
              </p:txBody>
            </p:sp>
            <p:sp>
              <p:nvSpPr>
                <p:cNvPr id="140324" name="Rectangle 14"/>
                <p:cNvSpPr>
                  <a:spLocks noChangeArrowheads="1"/>
                </p:cNvSpPr>
                <p:nvPr/>
              </p:nvSpPr>
              <p:spPr bwMode="auto">
                <a:xfrm>
                  <a:off x="0" y="0"/>
                  <a:ext cx="518" cy="48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296" name="Group 17"/>
              <p:cNvGrpSpPr>
                <a:grpSpLocks/>
              </p:cNvGrpSpPr>
              <p:nvPr/>
            </p:nvGrpSpPr>
            <p:grpSpPr bwMode="auto">
              <a:xfrm>
                <a:off x="518" y="0"/>
                <a:ext cx="806" cy="489"/>
                <a:chOff x="518" y="0"/>
                <a:chExt cx="806" cy="489"/>
              </a:xfrm>
            </p:grpSpPr>
            <p:sp>
              <p:nvSpPr>
                <p:cNvPr id="140321" name="Rectangle 5"/>
                <p:cNvSpPr>
                  <a:spLocks noChangeArrowheads="1"/>
                </p:cNvSpPr>
                <p:nvPr/>
              </p:nvSpPr>
              <p:spPr bwMode="auto">
                <a:xfrm>
                  <a:off x="561" y="0"/>
                  <a:ext cx="72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143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dirty="0">
                      <a:latin typeface="Times New Roman" panose="02020603050405020304" pitchFamily="18" charset="0"/>
                    </a:rPr>
                    <a:t>密钥标识符</a:t>
                  </a:r>
                  <a:endParaRPr kumimoji="1" lang="en-US" altLang="zh-CN" sz="1600" dirty="0">
                    <a:latin typeface="Times New Roman" panose="02020603050405020304" pitchFamily="18" charset="0"/>
                  </a:endParaRPr>
                </a:p>
                <a:p>
                  <a:pPr eaLnBrk="1" hangingPunct="1"/>
                  <a:r>
                    <a:rPr kumimoji="1" lang="zh-CN" altLang="en-US" sz="1600" dirty="0">
                      <a:latin typeface="Times New Roman" panose="02020603050405020304" pitchFamily="18" charset="0"/>
                    </a:rPr>
                    <a:t>密钥</a:t>
                  </a:r>
                  <a:r>
                    <a:rPr kumimoji="1" lang="en-US" altLang="zh-CN" sz="1600" dirty="0">
                      <a:latin typeface="Times New Roman" panose="02020603050405020304" pitchFamily="18" charset="0"/>
                    </a:rPr>
                    <a:t>ID</a:t>
                  </a:r>
                  <a:endParaRPr kumimoji="1" lang="zh-CN" altLang="en-US" sz="1600" dirty="0">
                    <a:latin typeface="Times New Roman" panose="02020603050405020304" pitchFamily="18" charset="0"/>
                  </a:endParaRPr>
                </a:p>
              </p:txBody>
            </p:sp>
            <p:sp>
              <p:nvSpPr>
                <p:cNvPr id="140322" name="Rectangle 16"/>
                <p:cNvSpPr>
                  <a:spLocks noChangeArrowheads="1"/>
                </p:cNvSpPr>
                <p:nvPr/>
              </p:nvSpPr>
              <p:spPr bwMode="auto">
                <a:xfrm>
                  <a:off x="518" y="0"/>
                  <a:ext cx="806" cy="48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297" name="Group 19"/>
              <p:cNvGrpSpPr>
                <a:grpSpLocks/>
              </p:cNvGrpSpPr>
              <p:nvPr/>
            </p:nvGrpSpPr>
            <p:grpSpPr bwMode="auto">
              <a:xfrm>
                <a:off x="1324" y="0"/>
                <a:ext cx="662" cy="489"/>
                <a:chOff x="1324" y="0"/>
                <a:chExt cx="662" cy="489"/>
              </a:xfrm>
            </p:grpSpPr>
            <p:sp>
              <p:nvSpPr>
                <p:cNvPr id="140319" name="Rectangle 6"/>
                <p:cNvSpPr>
                  <a:spLocks noChangeArrowheads="1"/>
                </p:cNvSpPr>
                <p:nvPr/>
              </p:nvSpPr>
              <p:spPr bwMode="auto">
                <a:xfrm>
                  <a:off x="1367" y="0"/>
                  <a:ext cx="576"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143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zh-CN" altLang="en-US" sz="1600">
                      <a:latin typeface="Times New Roman" panose="02020603050405020304" pitchFamily="18" charset="0"/>
                    </a:rPr>
                    <a:t>公开密钥</a:t>
                  </a:r>
                </a:p>
              </p:txBody>
            </p:sp>
            <p:sp>
              <p:nvSpPr>
                <p:cNvPr id="140320" name="Rectangle 18"/>
                <p:cNvSpPr>
                  <a:spLocks noChangeArrowheads="1"/>
                </p:cNvSpPr>
                <p:nvPr/>
              </p:nvSpPr>
              <p:spPr bwMode="auto">
                <a:xfrm>
                  <a:off x="1324" y="0"/>
                  <a:ext cx="662" cy="48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298" name="Group 21"/>
              <p:cNvGrpSpPr>
                <a:grpSpLocks/>
              </p:cNvGrpSpPr>
              <p:nvPr/>
            </p:nvGrpSpPr>
            <p:grpSpPr bwMode="auto">
              <a:xfrm>
                <a:off x="1986" y="0"/>
                <a:ext cx="1008" cy="489"/>
                <a:chOff x="1986" y="0"/>
                <a:chExt cx="1008" cy="489"/>
              </a:xfrm>
            </p:grpSpPr>
            <p:sp>
              <p:nvSpPr>
                <p:cNvPr id="140317" name="Rectangle 7"/>
                <p:cNvSpPr>
                  <a:spLocks noChangeArrowheads="1"/>
                </p:cNvSpPr>
                <p:nvPr/>
              </p:nvSpPr>
              <p:spPr bwMode="auto">
                <a:xfrm>
                  <a:off x="2029" y="0"/>
                  <a:ext cx="922"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143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zh-CN" altLang="en-US" sz="1600">
                      <a:latin typeface="Times New Roman" panose="02020603050405020304" pitchFamily="18" charset="0"/>
                    </a:rPr>
                    <a:t>被加密的私有密钥</a:t>
                  </a:r>
                </a:p>
              </p:txBody>
            </p:sp>
            <p:sp>
              <p:nvSpPr>
                <p:cNvPr id="140318" name="Rectangle 20"/>
                <p:cNvSpPr>
                  <a:spLocks noChangeArrowheads="1"/>
                </p:cNvSpPr>
                <p:nvPr/>
              </p:nvSpPr>
              <p:spPr bwMode="auto">
                <a:xfrm>
                  <a:off x="1986" y="0"/>
                  <a:ext cx="1008" cy="48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299" name="Group 23"/>
              <p:cNvGrpSpPr>
                <a:grpSpLocks/>
              </p:cNvGrpSpPr>
              <p:nvPr/>
            </p:nvGrpSpPr>
            <p:grpSpPr bwMode="auto">
              <a:xfrm>
                <a:off x="2994" y="0"/>
                <a:ext cx="748" cy="489"/>
                <a:chOff x="2994" y="0"/>
                <a:chExt cx="748" cy="489"/>
              </a:xfrm>
            </p:grpSpPr>
            <p:sp>
              <p:nvSpPr>
                <p:cNvPr id="140315" name="Rectangle 8"/>
                <p:cNvSpPr>
                  <a:spLocks noChangeArrowheads="1"/>
                </p:cNvSpPr>
                <p:nvPr/>
              </p:nvSpPr>
              <p:spPr bwMode="auto">
                <a:xfrm>
                  <a:off x="3037" y="0"/>
                  <a:ext cx="662"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zh-CN" altLang="en-US" sz="1600">
                      <a:latin typeface="Times New Roman" panose="02020603050405020304" pitchFamily="18" charset="0"/>
                    </a:rPr>
                    <a:t>用户标识符</a:t>
                  </a:r>
                </a:p>
              </p:txBody>
            </p:sp>
            <p:sp>
              <p:nvSpPr>
                <p:cNvPr id="140316" name="Rectangle 22"/>
                <p:cNvSpPr>
                  <a:spLocks noChangeArrowheads="1"/>
                </p:cNvSpPr>
                <p:nvPr/>
              </p:nvSpPr>
              <p:spPr bwMode="auto">
                <a:xfrm>
                  <a:off x="2994" y="0"/>
                  <a:ext cx="748" cy="48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300" name="Group 25"/>
              <p:cNvGrpSpPr>
                <a:grpSpLocks/>
              </p:cNvGrpSpPr>
              <p:nvPr/>
            </p:nvGrpSpPr>
            <p:grpSpPr bwMode="auto">
              <a:xfrm>
                <a:off x="0" y="489"/>
                <a:ext cx="518" cy="1581"/>
                <a:chOff x="0" y="489"/>
                <a:chExt cx="518" cy="1581"/>
              </a:xfrm>
            </p:grpSpPr>
            <p:sp>
              <p:nvSpPr>
                <p:cNvPr id="140313" name="Rectangle 9"/>
                <p:cNvSpPr>
                  <a:spLocks noChangeArrowheads="1"/>
                </p:cNvSpPr>
                <p:nvPr/>
              </p:nvSpPr>
              <p:spPr bwMode="auto">
                <a:xfrm>
                  <a:off x="43" y="489"/>
                  <a:ext cx="432"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宋体" panose="02010600030101010101" pitchFamily="2" charset="-122"/>
                    </a:rPr>
                    <a:t>T</a:t>
                  </a:r>
                  <a:r>
                    <a:rPr kumimoji="1" lang="en-US" altLang="zh-CN" sz="1600" baseline="-30000">
                      <a:latin typeface="宋体" panose="02010600030101010101" pitchFamily="2" charset="-122"/>
                    </a:rPr>
                    <a:t>i</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p>
              </p:txBody>
            </p:sp>
            <p:sp>
              <p:nvSpPr>
                <p:cNvPr id="140314" name="Rectangle 24"/>
                <p:cNvSpPr>
                  <a:spLocks noChangeArrowheads="1"/>
                </p:cNvSpPr>
                <p:nvPr/>
              </p:nvSpPr>
              <p:spPr bwMode="auto">
                <a:xfrm>
                  <a:off x="0" y="489"/>
                  <a:ext cx="518" cy="15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301" name="Group 27"/>
              <p:cNvGrpSpPr>
                <a:grpSpLocks/>
              </p:cNvGrpSpPr>
              <p:nvPr/>
            </p:nvGrpSpPr>
            <p:grpSpPr bwMode="auto">
              <a:xfrm>
                <a:off x="518" y="489"/>
                <a:ext cx="806" cy="1581"/>
                <a:chOff x="518" y="489"/>
                <a:chExt cx="806" cy="1581"/>
              </a:xfrm>
            </p:grpSpPr>
            <p:sp>
              <p:nvSpPr>
                <p:cNvPr id="140311" name="Rectangle 10"/>
                <p:cNvSpPr>
                  <a:spLocks noChangeArrowheads="1"/>
                </p:cNvSpPr>
                <p:nvPr/>
              </p:nvSpPr>
              <p:spPr bwMode="auto">
                <a:xfrm>
                  <a:off x="561" y="489"/>
                  <a:ext cx="720"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宋体" panose="02010600030101010101" pitchFamily="2" charset="-122"/>
                    </a:rPr>
                    <a:t>P</a:t>
                  </a:r>
                  <a:r>
                    <a:rPr kumimoji="1" lang="en-US" altLang="zh-CN" sz="1600" baseline="-30000">
                      <a:latin typeface="宋体" panose="02010600030101010101" pitchFamily="2" charset="-122"/>
                    </a:rPr>
                    <a:t>ki  </a:t>
                  </a:r>
                  <a:r>
                    <a:rPr kumimoji="1" lang="en-US" altLang="zh-CN" sz="1600">
                      <a:latin typeface="宋体" panose="02010600030101010101" pitchFamily="2" charset="-122"/>
                    </a:rPr>
                    <a:t>mod 2</a:t>
                  </a:r>
                  <a:r>
                    <a:rPr kumimoji="1" lang="en-US" altLang="zh-CN" sz="1600" baseline="30000">
                      <a:latin typeface="宋体" panose="02010600030101010101" pitchFamily="2" charset="-122"/>
                    </a:rPr>
                    <a:t>64</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p>
              </p:txBody>
            </p:sp>
            <p:sp>
              <p:nvSpPr>
                <p:cNvPr id="140312" name="Rectangle 26"/>
                <p:cNvSpPr>
                  <a:spLocks noChangeArrowheads="1"/>
                </p:cNvSpPr>
                <p:nvPr/>
              </p:nvSpPr>
              <p:spPr bwMode="auto">
                <a:xfrm>
                  <a:off x="518" y="489"/>
                  <a:ext cx="806" cy="15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302" name="Group 29"/>
              <p:cNvGrpSpPr>
                <a:grpSpLocks/>
              </p:cNvGrpSpPr>
              <p:nvPr/>
            </p:nvGrpSpPr>
            <p:grpSpPr bwMode="auto">
              <a:xfrm>
                <a:off x="1324" y="489"/>
                <a:ext cx="662" cy="1581"/>
                <a:chOff x="1324" y="489"/>
                <a:chExt cx="662" cy="1581"/>
              </a:xfrm>
            </p:grpSpPr>
            <p:sp>
              <p:nvSpPr>
                <p:cNvPr id="140309" name="Rectangle 11"/>
                <p:cNvSpPr>
                  <a:spLocks noChangeArrowheads="1"/>
                </p:cNvSpPr>
                <p:nvPr/>
              </p:nvSpPr>
              <p:spPr bwMode="auto">
                <a:xfrm>
                  <a:off x="1367" y="489"/>
                  <a:ext cx="576"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eaLnBrk="0" hangingPunct="0">
                    <a:tabLst>
                      <a:tab pos="333375" algn="l"/>
                    </a:tabLst>
                    <a:defRPr sz="2000">
                      <a:solidFill>
                        <a:schemeClr val="tx1"/>
                      </a:solidFill>
                      <a:latin typeface="Tahoma" panose="020B0604030504040204" pitchFamily="34" charset="0"/>
                      <a:ea typeface="宋体" panose="02010600030101010101" pitchFamily="2" charset="-122"/>
                    </a:defRPr>
                  </a:lvl1pPr>
                  <a:lvl2pPr marL="742950" indent="-285750" eaLnBrk="0" hangingPunct="0">
                    <a:tabLst>
                      <a:tab pos="333375" algn="l"/>
                    </a:tabLst>
                    <a:defRPr sz="2000">
                      <a:solidFill>
                        <a:schemeClr val="tx1"/>
                      </a:solidFill>
                      <a:latin typeface="Tahoma" panose="020B0604030504040204" pitchFamily="34" charset="0"/>
                      <a:ea typeface="宋体" panose="02010600030101010101" pitchFamily="2" charset="-122"/>
                    </a:defRPr>
                  </a:lvl2pPr>
                  <a:lvl3pPr marL="1143000" indent="-228600" eaLnBrk="0" hangingPunct="0">
                    <a:tabLst>
                      <a:tab pos="333375" algn="l"/>
                    </a:tabLst>
                    <a:defRPr sz="2000">
                      <a:solidFill>
                        <a:schemeClr val="tx1"/>
                      </a:solidFill>
                      <a:latin typeface="Tahoma" panose="020B0604030504040204" pitchFamily="34" charset="0"/>
                      <a:ea typeface="宋体" panose="02010600030101010101" pitchFamily="2" charset="-122"/>
                    </a:defRPr>
                  </a:lvl3pPr>
                  <a:lvl4pPr marL="1600200" indent="-228600" eaLnBrk="0" hangingPunct="0">
                    <a:tabLst>
                      <a:tab pos="333375" algn="l"/>
                    </a:tabLst>
                    <a:defRPr sz="2000">
                      <a:solidFill>
                        <a:schemeClr val="tx1"/>
                      </a:solidFill>
                      <a:latin typeface="Tahoma" panose="020B0604030504040204" pitchFamily="34" charset="0"/>
                      <a:ea typeface="宋体" panose="02010600030101010101" pitchFamily="2" charset="-122"/>
                    </a:defRPr>
                  </a:lvl4pPr>
                  <a:lvl5pPr marL="2057400" indent="-228600" eaLnBrk="0" hangingPunct="0">
                    <a:tabLst>
                      <a:tab pos="333375" algn="l"/>
                    </a:tabLst>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tabLst>
                      <a:tab pos="333375" algn="l"/>
                    </a:tabLs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tabLst>
                      <a:tab pos="333375" algn="l"/>
                    </a:tabLs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tabLst>
                      <a:tab pos="333375" algn="l"/>
                    </a:tabLs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tabLst>
                      <a:tab pos="333375" algn="l"/>
                    </a:tabLs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宋体" panose="02010600030101010101" pitchFamily="2" charset="-122"/>
                    </a:rPr>
                    <a:t>P</a:t>
                  </a:r>
                  <a:r>
                    <a:rPr kumimoji="1" lang="en-US" altLang="zh-CN" sz="1600" baseline="-30000">
                      <a:latin typeface="宋体" panose="02010600030101010101" pitchFamily="2" charset="-122"/>
                    </a:rPr>
                    <a:t>ki</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宋体" panose="02010600030101010101" pitchFamily="2" charset="-122"/>
                    </a:rPr>
                    <a:t>	</a:t>
                  </a:r>
                  <a:r>
                    <a:rPr kumimoji="1" lang="en-US" altLang="zh-CN" sz="1600">
                      <a:latin typeface="Times New Roman" panose="02020603050405020304" pitchFamily="18" charset="0"/>
                    </a:rPr>
                    <a:t>︰</a:t>
                  </a:r>
                </a:p>
              </p:txBody>
            </p:sp>
            <p:sp>
              <p:nvSpPr>
                <p:cNvPr id="140310" name="Rectangle 28"/>
                <p:cNvSpPr>
                  <a:spLocks noChangeArrowheads="1"/>
                </p:cNvSpPr>
                <p:nvPr/>
              </p:nvSpPr>
              <p:spPr bwMode="auto">
                <a:xfrm>
                  <a:off x="1324" y="489"/>
                  <a:ext cx="662" cy="15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303" name="Group 31"/>
              <p:cNvGrpSpPr>
                <a:grpSpLocks/>
              </p:cNvGrpSpPr>
              <p:nvPr/>
            </p:nvGrpSpPr>
            <p:grpSpPr bwMode="auto">
              <a:xfrm>
                <a:off x="1986" y="489"/>
                <a:ext cx="1008" cy="1581"/>
                <a:chOff x="1986" y="489"/>
                <a:chExt cx="1008" cy="1581"/>
              </a:xfrm>
            </p:grpSpPr>
            <p:sp>
              <p:nvSpPr>
                <p:cNvPr id="140307" name="Rectangle 12"/>
                <p:cNvSpPr>
                  <a:spLocks noChangeArrowheads="1"/>
                </p:cNvSpPr>
                <p:nvPr/>
              </p:nvSpPr>
              <p:spPr bwMode="auto">
                <a:xfrm>
                  <a:off x="2029" y="489"/>
                  <a:ext cx="922"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334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宋体" panose="02010600030101010101" pitchFamily="2" charset="-122"/>
                    </a:rPr>
                    <a:t>E</a:t>
                  </a:r>
                  <a:r>
                    <a:rPr kumimoji="1" lang="en-US" altLang="zh-CN" sz="1600" baseline="-30000">
                      <a:latin typeface="宋体" panose="02010600030101010101" pitchFamily="2" charset="-122"/>
                    </a:rPr>
                    <a:t>H (pi)</a:t>
                  </a:r>
                  <a:r>
                    <a:rPr kumimoji="1" lang="zh-CN" altLang="en-US" sz="1600">
                      <a:latin typeface="Times New Roman" panose="02020603050405020304" pitchFamily="18" charset="0"/>
                    </a:rPr>
                    <a:t>（</a:t>
                  </a:r>
                  <a:r>
                    <a:rPr kumimoji="1" lang="en-US" altLang="zh-CN" sz="1600">
                      <a:latin typeface="宋体" panose="02010600030101010101" pitchFamily="2" charset="-122"/>
                    </a:rPr>
                    <a:t>S</a:t>
                  </a:r>
                  <a:r>
                    <a:rPr kumimoji="1" lang="en-US" altLang="zh-CN" sz="1600" baseline="-30000">
                      <a:latin typeface="宋体" panose="02010600030101010101" pitchFamily="2" charset="-122"/>
                    </a:rPr>
                    <a:t>i</a:t>
                  </a:r>
                  <a:r>
                    <a:rPr kumimoji="1" lang="zh-CN" altLang="en-US" sz="1600">
                      <a:latin typeface="Times New Roman" panose="02020603050405020304" pitchFamily="18" charset="0"/>
                    </a:rPr>
                    <a:t>）</a:t>
                  </a:r>
                  <a:endParaRPr kumimoji="1" lang="zh-CN" altLang="en-US" sz="1600">
                    <a:latin typeface="宋体" panose="02010600030101010101" pitchFamily="2" charset="-122"/>
                  </a:endParaRPr>
                </a:p>
                <a:p>
                  <a:r>
                    <a:rPr kumimoji="1" lang="zh-CN" altLang="en-US" sz="1600">
                      <a:latin typeface="Times New Roman" panose="02020603050405020304" pitchFamily="18" charset="0"/>
                    </a:rPr>
                    <a:t> </a:t>
                  </a:r>
                  <a:endParaRPr kumimoji="1" lang="zh-CN" altLang="en-US" sz="1600">
                    <a:latin typeface="宋体" panose="02010600030101010101" pitchFamily="2" charset="-122"/>
                  </a:endParaRPr>
                </a:p>
                <a:p>
                  <a:r>
                    <a:rPr kumimoji="1" lang="en-US" altLang="zh-CN" sz="1600">
                      <a:latin typeface="Times New Roman" panose="02020603050405020304" pitchFamily="18" charset="0"/>
                    </a:rPr>
                    <a:t>︰</a:t>
                  </a:r>
                </a:p>
              </p:txBody>
            </p:sp>
            <p:sp>
              <p:nvSpPr>
                <p:cNvPr id="140308" name="Rectangle 30"/>
                <p:cNvSpPr>
                  <a:spLocks noChangeArrowheads="1"/>
                </p:cNvSpPr>
                <p:nvPr/>
              </p:nvSpPr>
              <p:spPr bwMode="auto">
                <a:xfrm>
                  <a:off x="1986" y="489"/>
                  <a:ext cx="1008" cy="15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0304" name="Group 33"/>
              <p:cNvGrpSpPr>
                <a:grpSpLocks/>
              </p:cNvGrpSpPr>
              <p:nvPr/>
            </p:nvGrpSpPr>
            <p:grpSpPr bwMode="auto">
              <a:xfrm>
                <a:off x="2994" y="489"/>
                <a:ext cx="748" cy="1581"/>
                <a:chOff x="2994" y="489"/>
                <a:chExt cx="748" cy="1581"/>
              </a:xfrm>
            </p:grpSpPr>
            <p:sp>
              <p:nvSpPr>
                <p:cNvPr id="140305" name="Rectangle 13"/>
                <p:cNvSpPr>
                  <a:spLocks noChangeArrowheads="1"/>
                </p:cNvSpPr>
                <p:nvPr/>
              </p:nvSpPr>
              <p:spPr bwMode="auto">
                <a:xfrm>
                  <a:off x="3037" y="489"/>
                  <a:ext cx="662"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40005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zh-CN" altLang="en-US" sz="1600">
                      <a:latin typeface="Times New Roman" panose="02020603050405020304" pitchFamily="18" charset="0"/>
                    </a:rPr>
                    <a:t>用户</a:t>
                  </a:r>
                  <a:r>
                    <a:rPr kumimoji="1" lang="en-US" altLang="zh-CN" sz="1600">
                      <a:latin typeface="宋体" panose="02010600030101010101" pitchFamily="2" charset="-122"/>
                    </a:rPr>
                    <a:t>i</a:t>
                  </a:r>
                </a:p>
                <a:p>
                  <a:r>
                    <a:rPr kumimoji="1" lang="en-US" altLang="zh-CN" sz="1600">
                      <a:latin typeface="Times New Roman" panose="02020603050405020304" pitchFamily="18" charset="0"/>
                    </a:rPr>
                    <a:t> </a:t>
                  </a:r>
                  <a:endParaRPr kumimoji="1" lang="en-US" altLang="zh-CN" sz="1600">
                    <a:latin typeface="宋体" panose="02010600030101010101" pitchFamily="2" charset="-122"/>
                  </a:endParaRPr>
                </a:p>
                <a:p>
                  <a:r>
                    <a:rPr kumimoji="1" lang="en-US" altLang="zh-CN" sz="1600">
                      <a:latin typeface="Times New Roman" panose="02020603050405020304" pitchFamily="18" charset="0"/>
                    </a:rPr>
                    <a:t>︰</a:t>
                  </a:r>
                </a:p>
              </p:txBody>
            </p:sp>
            <p:sp>
              <p:nvSpPr>
                <p:cNvPr id="140306" name="Rectangle 32"/>
                <p:cNvSpPr>
                  <a:spLocks noChangeArrowheads="1"/>
                </p:cNvSpPr>
                <p:nvPr/>
              </p:nvSpPr>
              <p:spPr bwMode="auto">
                <a:xfrm>
                  <a:off x="2994" y="489"/>
                  <a:ext cx="748" cy="1581"/>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40294" name="Rectangle 35"/>
            <p:cNvSpPr>
              <a:spLocks noChangeArrowheads="1"/>
            </p:cNvSpPr>
            <p:nvPr/>
          </p:nvSpPr>
          <p:spPr bwMode="auto">
            <a:xfrm>
              <a:off x="-3" y="-3"/>
              <a:ext cx="3748" cy="207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40291" name="Rectangle 37"/>
          <p:cNvSpPr>
            <a:spLocks noChangeArrowheads="1"/>
          </p:cNvSpPr>
          <p:nvPr/>
        </p:nvSpPr>
        <p:spPr bwMode="auto">
          <a:xfrm>
            <a:off x="630079" y="833951"/>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dirty="0">
                <a:solidFill>
                  <a:schemeClr val="hlink"/>
                </a:solidFill>
                <a:latin typeface="Times New Roman" panose="02020603050405020304" pitchFamily="18" charset="0"/>
                <a:cs typeface="Times New Roman" panose="02020603050405020304" pitchFamily="18" charset="0"/>
              </a:rPr>
              <a:t>PGP</a:t>
            </a:r>
            <a:r>
              <a:rPr kumimoji="1" lang="zh-CN" altLang="en-US" sz="1800" b="1" dirty="0">
                <a:solidFill>
                  <a:schemeClr val="hlink"/>
                </a:solidFill>
                <a:latin typeface="宋体" panose="02010600030101010101" pitchFamily="2" charset="-122"/>
              </a:rPr>
              <a:t>的私有密钥环</a:t>
            </a:r>
            <a:r>
              <a:rPr kumimoji="1" lang="zh-CN" altLang="en-US" sz="1800" b="1" dirty="0">
                <a:solidFill>
                  <a:schemeClr val="hlink"/>
                </a:solidFill>
              </a:rPr>
              <a:t> </a:t>
            </a:r>
            <a:endParaRPr kumimoji="1" lang="zh-CN" altLang="en-US" sz="1800" b="1" dirty="0">
              <a:solidFill>
                <a:schemeClr val="hlink"/>
              </a:solidFill>
              <a:latin typeface="Times New Roman" panose="02020603050405020304" pitchFamily="18" charset="0"/>
            </a:endParaRPr>
          </a:p>
        </p:txBody>
      </p:sp>
      <p:sp>
        <p:nvSpPr>
          <p:cNvPr id="37" name="Rectangle 2"/>
          <p:cNvSpPr>
            <a:spLocks noGrp="1" noChangeArrowheads="1"/>
          </p:cNvSpPr>
          <p:nvPr>
            <p:ph type="title"/>
          </p:nvPr>
        </p:nvSpPr>
        <p:spPr>
          <a:xfrm>
            <a:off x="0" y="0"/>
            <a:ext cx="8229600" cy="661481"/>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
        <p:nvSpPr>
          <p:cNvPr id="140292" name="Rectangle 38"/>
          <p:cNvSpPr>
            <a:spLocks noGrp="1" noChangeArrowheads="1"/>
          </p:cNvSpPr>
          <p:nvPr>
            <p:ph idx="1"/>
          </p:nvPr>
        </p:nvSpPr>
        <p:spPr>
          <a:xfrm>
            <a:off x="477679" y="4426503"/>
            <a:ext cx="8686800" cy="1491828"/>
          </a:xfrm>
          <a:noFill/>
        </p:spPr>
        <p:txBody>
          <a:bodyPr/>
          <a:lstStyle/>
          <a:p>
            <a:pPr eaLnBrk="1" hangingPunct="1">
              <a:lnSpc>
                <a:spcPct val="150000"/>
              </a:lnSpc>
              <a:buFont typeface="Wingdings" panose="05000000000000000000" pitchFamily="2" charset="2"/>
              <a:buNone/>
            </a:pPr>
            <a:r>
              <a:rPr lang="zh-CN" altLang="en-US" sz="1800" b="1">
                <a:latin typeface="宋体" panose="02010600030101010101" pitchFamily="2" charset="-122"/>
              </a:rPr>
              <a:t>私有密钥环仅供用户自己使用，可</a:t>
            </a:r>
            <a:r>
              <a:rPr lang="zh-CN" altLang="en-US" sz="1800" b="1">
                <a:solidFill>
                  <a:schemeClr val="hlink"/>
                </a:solidFill>
                <a:latin typeface="宋体" panose="02010600030101010101" pitchFamily="2" charset="-122"/>
              </a:rPr>
              <a:t>用户标识符和密钥标识符</a:t>
            </a:r>
            <a:r>
              <a:rPr lang="zh-CN" altLang="en-US" sz="1800" b="1">
                <a:latin typeface="宋体" panose="02010600030101010101" pitchFamily="2" charset="-122"/>
              </a:rPr>
              <a:t>作为一行的索引</a:t>
            </a:r>
            <a:r>
              <a:rPr lang="zh-CN" altLang="en-US" sz="1800" b="1"/>
              <a:t> </a:t>
            </a:r>
          </a:p>
          <a:p>
            <a:pPr eaLnBrk="1" hangingPunct="1">
              <a:lnSpc>
                <a:spcPct val="150000"/>
              </a:lnSpc>
              <a:buFont typeface="Wingdings" panose="05000000000000000000" pitchFamily="2" charset="2"/>
              <a:buNone/>
            </a:pPr>
            <a:r>
              <a:rPr lang="zh-CN" altLang="en-US" sz="1800" b="1">
                <a:latin typeface="宋体" panose="02010600030101010101" pitchFamily="2" charset="-122"/>
              </a:rPr>
              <a:t>私有密钥环中的每一行代表了该用户的一个公开</a:t>
            </a:r>
            <a:r>
              <a:rPr lang="en-US" altLang="zh-CN" sz="1800" b="1">
                <a:latin typeface="Times New Roman" panose="02020603050405020304" pitchFamily="18" charset="0"/>
                <a:cs typeface="Times New Roman" panose="02020603050405020304" pitchFamily="18" charset="0"/>
              </a:rPr>
              <a:t>/</a:t>
            </a:r>
            <a:r>
              <a:rPr lang="zh-CN" altLang="en-US" sz="1800" b="1">
                <a:latin typeface="宋体" panose="02010600030101010101" pitchFamily="2" charset="-122"/>
              </a:rPr>
              <a:t>私有密钥对</a:t>
            </a:r>
          </a:p>
          <a:p>
            <a:pPr eaLnBrk="1" hangingPunct="1">
              <a:lnSpc>
                <a:spcPct val="150000"/>
              </a:lnSpc>
              <a:buFont typeface="Wingdings" panose="05000000000000000000" pitchFamily="2" charset="2"/>
              <a:buNone/>
            </a:pPr>
            <a:r>
              <a:rPr lang="zh-CN" altLang="en-US" sz="1800" b="1">
                <a:latin typeface="宋体" panose="02010600030101010101" pitchFamily="2" charset="-122"/>
                <a:cs typeface="Times New Roman" panose="02020603050405020304" pitchFamily="18" charset="0"/>
              </a:rPr>
              <a:t>密钥</a:t>
            </a:r>
            <a:r>
              <a:rPr lang="en-US" altLang="zh-CN" sz="1800" b="1">
                <a:latin typeface="宋体" panose="02010600030101010101" pitchFamily="2" charset="-122"/>
                <a:cs typeface="Times New Roman" panose="02020603050405020304" pitchFamily="18" charset="0"/>
              </a:rPr>
              <a:t>ID</a:t>
            </a:r>
            <a:r>
              <a:rPr lang="zh-CN" altLang="en-US" sz="1800" b="1">
                <a:latin typeface="宋体" panose="02010600030101010101" pitchFamily="2" charset="-122"/>
                <a:cs typeface="Times New Roman" panose="02020603050405020304" pitchFamily="18" charset="0"/>
              </a:rPr>
              <a:t>：该公开密钥的最低</a:t>
            </a:r>
            <a:r>
              <a:rPr lang="en-US" altLang="zh-CN" sz="1800" b="1">
                <a:latin typeface="宋体" panose="02010600030101010101" pitchFamily="2" charset="-122"/>
                <a:cs typeface="Times New Roman" panose="02020603050405020304" pitchFamily="18" charset="0"/>
              </a:rPr>
              <a:t>64</a:t>
            </a:r>
            <a:r>
              <a:rPr lang="zh-CN" altLang="en-US" sz="1800" b="1">
                <a:latin typeface="宋体" panose="02010600030101010101" pitchFamily="2" charset="-122"/>
                <a:cs typeface="Times New Roman" panose="02020603050405020304" pitchFamily="18" charset="0"/>
              </a:rPr>
              <a:t>位</a:t>
            </a:r>
            <a:r>
              <a:rPr lang="zh-CN" altLang="en-US" sz="1800" b="1">
                <a:latin typeface="宋体" panose="02010600030101010101" pitchFamily="2" charset="-122"/>
              </a:rPr>
              <a:t> </a:t>
            </a:r>
          </a:p>
        </p:txBody>
      </p:sp>
    </p:spTree>
    <p:extLst>
      <p:ext uri="{BB962C8B-B14F-4D97-AF65-F5344CB8AC3E}">
        <p14:creationId xmlns:p14="http://schemas.microsoft.com/office/powerpoint/2010/main" val="1960653144"/>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4"/>
          <p:cNvSpPr>
            <a:spLocks noChangeArrowheads="1"/>
          </p:cNvSpPr>
          <p:nvPr/>
        </p:nvSpPr>
        <p:spPr bwMode="auto">
          <a:xfrm>
            <a:off x="398908" y="740265"/>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dirty="0">
                <a:solidFill>
                  <a:schemeClr val="hlink"/>
                </a:solidFill>
                <a:latin typeface="Times New Roman" panose="02020603050405020304" pitchFamily="18" charset="0"/>
                <a:cs typeface="Times New Roman" panose="02020603050405020304" pitchFamily="18" charset="0"/>
              </a:rPr>
              <a:t>PGP</a:t>
            </a:r>
            <a:r>
              <a:rPr kumimoji="1" lang="zh-CN" altLang="en-US" sz="1800" b="1" dirty="0">
                <a:solidFill>
                  <a:schemeClr val="hlink"/>
                </a:solidFill>
                <a:latin typeface="宋体" panose="02010600030101010101" pitchFamily="2" charset="-122"/>
              </a:rPr>
              <a:t>的公开密钥环</a:t>
            </a:r>
            <a:r>
              <a:rPr kumimoji="1" lang="zh-CN" altLang="en-US" sz="1800" b="1" dirty="0">
                <a:solidFill>
                  <a:schemeClr val="hlink"/>
                </a:solidFill>
              </a:rPr>
              <a:t> </a:t>
            </a:r>
            <a:endParaRPr kumimoji="1" lang="zh-CN" altLang="en-US" sz="1800" b="1" dirty="0">
              <a:solidFill>
                <a:schemeClr val="hlink"/>
              </a:solidFill>
              <a:latin typeface="Times New Roman" panose="02020603050405020304" pitchFamily="18" charset="0"/>
            </a:endParaRPr>
          </a:p>
        </p:txBody>
      </p:sp>
      <p:sp>
        <p:nvSpPr>
          <p:cNvPr id="141315" name="Rectangle 5"/>
          <p:cNvSpPr>
            <a:spLocks noChangeArrowheads="1"/>
          </p:cNvSpPr>
          <p:nvPr/>
        </p:nvSpPr>
        <p:spPr bwMode="auto">
          <a:xfrm>
            <a:off x="165303" y="787097"/>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2400">
              <a:latin typeface="Times New Roman" panose="02020603050405020304" pitchFamily="18" charset="0"/>
            </a:endParaRPr>
          </a:p>
        </p:txBody>
      </p:sp>
      <p:grpSp>
        <p:nvGrpSpPr>
          <p:cNvPr id="141316" name="Group 56"/>
          <p:cNvGrpSpPr>
            <a:grpSpLocks/>
          </p:cNvGrpSpPr>
          <p:nvPr/>
        </p:nvGrpSpPr>
        <p:grpSpPr bwMode="auto">
          <a:xfrm>
            <a:off x="398908" y="1247362"/>
            <a:ext cx="8763000" cy="3249612"/>
            <a:chOff x="-3" y="400"/>
            <a:chExt cx="3214" cy="2047"/>
          </a:xfrm>
        </p:grpSpPr>
        <p:grpSp>
          <p:nvGrpSpPr>
            <p:cNvPr id="141318" name="Group 54"/>
            <p:cNvGrpSpPr>
              <a:grpSpLocks/>
            </p:cNvGrpSpPr>
            <p:nvPr/>
          </p:nvGrpSpPr>
          <p:grpSpPr bwMode="auto">
            <a:xfrm>
              <a:off x="0" y="403"/>
              <a:ext cx="3208" cy="2041"/>
              <a:chOff x="0" y="403"/>
              <a:chExt cx="3208" cy="2041"/>
            </a:xfrm>
          </p:grpSpPr>
          <p:grpSp>
            <p:nvGrpSpPr>
              <p:cNvPr id="141320" name="Group 23"/>
              <p:cNvGrpSpPr>
                <a:grpSpLocks/>
              </p:cNvGrpSpPr>
              <p:nvPr/>
            </p:nvGrpSpPr>
            <p:grpSpPr bwMode="auto">
              <a:xfrm>
                <a:off x="0" y="403"/>
                <a:ext cx="269" cy="575"/>
                <a:chOff x="0" y="403"/>
                <a:chExt cx="269" cy="575"/>
              </a:xfrm>
            </p:grpSpPr>
            <p:sp>
              <p:nvSpPr>
                <p:cNvPr id="141366" name="Rectangle 6"/>
                <p:cNvSpPr>
                  <a:spLocks noChangeArrowheads="1"/>
                </p:cNvSpPr>
                <p:nvPr/>
              </p:nvSpPr>
              <p:spPr bwMode="auto">
                <a:xfrm>
                  <a:off x="43" y="403"/>
                  <a:ext cx="183"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时戳</a:t>
                  </a:r>
                  <a:endParaRPr kumimoji="1" lang="zh-CN" altLang="en-US"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67" name="Rectangle 22"/>
                <p:cNvSpPr>
                  <a:spLocks noChangeArrowheads="1"/>
                </p:cNvSpPr>
                <p:nvPr/>
              </p:nvSpPr>
              <p:spPr bwMode="auto">
                <a:xfrm>
                  <a:off x="0" y="403"/>
                  <a:ext cx="269"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1" name="Group 25"/>
              <p:cNvGrpSpPr>
                <a:grpSpLocks/>
              </p:cNvGrpSpPr>
              <p:nvPr/>
            </p:nvGrpSpPr>
            <p:grpSpPr bwMode="auto">
              <a:xfrm>
                <a:off x="269" y="403"/>
                <a:ext cx="460" cy="575"/>
                <a:chOff x="269" y="403"/>
                <a:chExt cx="460" cy="575"/>
              </a:xfrm>
            </p:grpSpPr>
            <p:sp>
              <p:nvSpPr>
                <p:cNvPr id="141364" name="Rectangle 7"/>
                <p:cNvSpPr>
                  <a:spLocks noChangeArrowheads="1"/>
                </p:cNvSpPr>
                <p:nvPr/>
              </p:nvSpPr>
              <p:spPr bwMode="auto">
                <a:xfrm>
                  <a:off x="312" y="403"/>
                  <a:ext cx="374"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dirty="0">
                      <a:latin typeface="Times New Roman" panose="02020603050405020304" pitchFamily="18" charset="0"/>
                    </a:rPr>
                    <a:t> </a:t>
                  </a:r>
                  <a:endParaRPr kumimoji="1" lang="en-US" altLang="zh-CN" sz="1200" dirty="0">
                    <a:latin typeface="宋体" panose="02010600030101010101" pitchFamily="2" charset="-122"/>
                  </a:endParaRPr>
                </a:p>
                <a:p>
                  <a:r>
                    <a:rPr kumimoji="1" lang="zh-CN" altLang="en-US" sz="1200" dirty="0">
                      <a:latin typeface="Times New Roman" panose="02020603050405020304" pitchFamily="18" charset="0"/>
                    </a:rPr>
                    <a:t>密钥标识符</a:t>
                  </a:r>
                  <a:endParaRPr kumimoji="1" lang="en-US" altLang="zh-CN" sz="1200" dirty="0">
                    <a:latin typeface="Times New Roman" panose="02020603050405020304" pitchFamily="18" charset="0"/>
                  </a:endParaRPr>
                </a:p>
                <a:p>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密钥</a:t>
                  </a:r>
                  <a:r>
                    <a:rPr kumimoji="1" lang="en-US" altLang="zh-CN" sz="1200" dirty="0">
                      <a:latin typeface="Times New Roman" panose="02020603050405020304" pitchFamily="18" charset="0"/>
                    </a:rPr>
                    <a:t>ID</a:t>
                  </a:r>
                  <a:r>
                    <a:rPr kumimoji="1" lang="zh-CN" altLang="en-US" sz="1200" dirty="0">
                      <a:latin typeface="Times New Roman" panose="02020603050405020304" pitchFamily="18" charset="0"/>
                    </a:rPr>
                    <a:t>）</a:t>
                  </a:r>
                  <a:endParaRPr kumimoji="1" lang="zh-CN" altLang="en-US" sz="1200" dirty="0">
                    <a:latin typeface="宋体" panose="02010600030101010101" pitchFamily="2" charset="-122"/>
                  </a:endParaRPr>
                </a:p>
                <a:p>
                  <a:endParaRPr kumimoji="1" lang="en-US" altLang="zh-CN" sz="1200" dirty="0">
                    <a:latin typeface="Times New Roman" panose="02020603050405020304" pitchFamily="18" charset="0"/>
                  </a:endParaRPr>
                </a:p>
              </p:txBody>
            </p:sp>
            <p:sp>
              <p:nvSpPr>
                <p:cNvPr id="141365" name="Rectangle 24"/>
                <p:cNvSpPr>
                  <a:spLocks noChangeArrowheads="1"/>
                </p:cNvSpPr>
                <p:nvPr/>
              </p:nvSpPr>
              <p:spPr bwMode="auto">
                <a:xfrm>
                  <a:off x="269" y="403"/>
                  <a:ext cx="460"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2" name="Group 27"/>
              <p:cNvGrpSpPr>
                <a:grpSpLocks/>
              </p:cNvGrpSpPr>
              <p:nvPr/>
            </p:nvGrpSpPr>
            <p:grpSpPr bwMode="auto">
              <a:xfrm>
                <a:off x="729" y="403"/>
                <a:ext cx="404" cy="575"/>
                <a:chOff x="729" y="403"/>
                <a:chExt cx="404" cy="575"/>
              </a:xfrm>
            </p:grpSpPr>
            <p:sp>
              <p:nvSpPr>
                <p:cNvPr id="141362" name="Rectangle 8"/>
                <p:cNvSpPr>
                  <a:spLocks noChangeArrowheads="1"/>
                </p:cNvSpPr>
                <p:nvPr/>
              </p:nvSpPr>
              <p:spPr bwMode="auto">
                <a:xfrm>
                  <a:off x="772" y="403"/>
                  <a:ext cx="318"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公开密钥</a:t>
                  </a:r>
                  <a:endParaRPr kumimoji="1" lang="zh-CN" altLang="en-US"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63" name="Rectangle 26"/>
                <p:cNvSpPr>
                  <a:spLocks noChangeArrowheads="1"/>
                </p:cNvSpPr>
                <p:nvPr/>
              </p:nvSpPr>
              <p:spPr bwMode="auto">
                <a:xfrm>
                  <a:off x="729" y="403"/>
                  <a:ext cx="404"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3" name="Group 29"/>
              <p:cNvGrpSpPr>
                <a:grpSpLocks/>
              </p:cNvGrpSpPr>
              <p:nvPr/>
            </p:nvGrpSpPr>
            <p:grpSpPr bwMode="auto">
              <a:xfrm>
                <a:off x="1133" y="403"/>
                <a:ext cx="460" cy="575"/>
                <a:chOff x="1133" y="403"/>
                <a:chExt cx="460" cy="575"/>
              </a:xfrm>
            </p:grpSpPr>
            <p:sp>
              <p:nvSpPr>
                <p:cNvPr id="141360" name="Rectangle 9"/>
                <p:cNvSpPr>
                  <a:spLocks noChangeArrowheads="1"/>
                </p:cNvSpPr>
                <p:nvPr/>
              </p:nvSpPr>
              <p:spPr bwMode="auto">
                <a:xfrm>
                  <a:off x="1176" y="403"/>
                  <a:ext cx="374"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拥有者信任</a:t>
                  </a:r>
                  <a:endParaRPr kumimoji="1" lang="zh-CN" altLang="en-US"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61" name="Rectangle 28"/>
                <p:cNvSpPr>
                  <a:spLocks noChangeArrowheads="1"/>
                </p:cNvSpPr>
                <p:nvPr/>
              </p:nvSpPr>
              <p:spPr bwMode="auto">
                <a:xfrm>
                  <a:off x="1133" y="403"/>
                  <a:ext cx="460"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4" name="Group 31"/>
              <p:cNvGrpSpPr>
                <a:grpSpLocks/>
              </p:cNvGrpSpPr>
              <p:nvPr/>
            </p:nvGrpSpPr>
            <p:grpSpPr bwMode="auto">
              <a:xfrm>
                <a:off x="1593" y="403"/>
                <a:ext cx="460" cy="575"/>
                <a:chOff x="1593" y="403"/>
                <a:chExt cx="460" cy="575"/>
              </a:xfrm>
            </p:grpSpPr>
            <p:sp>
              <p:nvSpPr>
                <p:cNvPr id="141358" name="Rectangle 10"/>
                <p:cNvSpPr>
                  <a:spLocks noChangeArrowheads="1"/>
                </p:cNvSpPr>
                <p:nvPr/>
              </p:nvSpPr>
              <p:spPr bwMode="auto">
                <a:xfrm>
                  <a:off x="1636" y="403"/>
                  <a:ext cx="374"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用户标识符</a:t>
                  </a:r>
                  <a:endParaRPr kumimoji="1" lang="zh-CN" altLang="en-US"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59" name="Rectangle 30"/>
                <p:cNvSpPr>
                  <a:spLocks noChangeArrowheads="1"/>
                </p:cNvSpPr>
                <p:nvPr/>
              </p:nvSpPr>
              <p:spPr bwMode="auto">
                <a:xfrm>
                  <a:off x="1593" y="403"/>
                  <a:ext cx="460"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5" name="Group 33"/>
              <p:cNvGrpSpPr>
                <a:grpSpLocks/>
              </p:cNvGrpSpPr>
              <p:nvPr/>
            </p:nvGrpSpPr>
            <p:grpSpPr bwMode="auto">
              <a:xfrm>
                <a:off x="2053" y="403"/>
                <a:ext cx="460" cy="575"/>
                <a:chOff x="2053" y="403"/>
                <a:chExt cx="460" cy="575"/>
              </a:xfrm>
            </p:grpSpPr>
            <p:sp>
              <p:nvSpPr>
                <p:cNvPr id="141356" name="Rectangle 11"/>
                <p:cNvSpPr>
                  <a:spLocks noChangeArrowheads="1"/>
                </p:cNvSpPr>
                <p:nvPr/>
              </p:nvSpPr>
              <p:spPr bwMode="auto">
                <a:xfrm>
                  <a:off x="2096" y="403"/>
                  <a:ext cx="374"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密钥合法性</a:t>
                  </a:r>
                </a:p>
              </p:txBody>
            </p:sp>
            <p:sp>
              <p:nvSpPr>
                <p:cNvPr id="141357" name="Rectangle 32"/>
                <p:cNvSpPr>
                  <a:spLocks noChangeArrowheads="1"/>
                </p:cNvSpPr>
                <p:nvPr/>
              </p:nvSpPr>
              <p:spPr bwMode="auto">
                <a:xfrm>
                  <a:off x="2053" y="403"/>
                  <a:ext cx="460"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6" name="Group 35"/>
              <p:cNvGrpSpPr>
                <a:grpSpLocks/>
              </p:cNvGrpSpPr>
              <p:nvPr/>
            </p:nvGrpSpPr>
            <p:grpSpPr bwMode="auto">
              <a:xfrm>
                <a:off x="2513" y="403"/>
                <a:ext cx="291" cy="575"/>
                <a:chOff x="2513" y="403"/>
                <a:chExt cx="291" cy="575"/>
              </a:xfrm>
            </p:grpSpPr>
            <p:sp>
              <p:nvSpPr>
                <p:cNvPr id="141354" name="Rectangle 12"/>
                <p:cNvSpPr>
                  <a:spLocks noChangeArrowheads="1"/>
                </p:cNvSpPr>
                <p:nvPr/>
              </p:nvSpPr>
              <p:spPr bwMode="auto">
                <a:xfrm>
                  <a:off x="2556" y="403"/>
                  <a:ext cx="20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签名</a:t>
                  </a:r>
                  <a:endParaRPr kumimoji="1" lang="zh-CN" altLang="en-US"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55" name="Rectangle 34"/>
                <p:cNvSpPr>
                  <a:spLocks noChangeArrowheads="1"/>
                </p:cNvSpPr>
                <p:nvPr/>
              </p:nvSpPr>
              <p:spPr bwMode="auto">
                <a:xfrm>
                  <a:off x="2513" y="403"/>
                  <a:ext cx="291"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7" name="Group 37"/>
              <p:cNvGrpSpPr>
                <a:grpSpLocks/>
              </p:cNvGrpSpPr>
              <p:nvPr/>
            </p:nvGrpSpPr>
            <p:grpSpPr bwMode="auto">
              <a:xfrm>
                <a:off x="2804" y="403"/>
                <a:ext cx="404" cy="575"/>
                <a:chOff x="2804" y="403"/>
                <a:chExt cx="404" cy="575"/>
              </a:xfrm>
            </p:grpSpPr>
            <p:sp>
              <p:nvSpPr>
                <p:cNvPr id="141352" name="Rectangle 13"/>
                <p:cNvSpPr>
                  <a:spLocks noChangeArrowheads="1"/>
                </p:cNvSpPr>
                <p:nvPr/>
              </p:nvSpPr>
              <p:spPr bwMode="auto">
                <a:xfrm>
                  <a:off x="2847" y="403"/>
                  <a:ext cx="318"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签名信任</a:t>
                  </a:r>
                  <a:endParaRPr kumimoji="1" lang="zh-CN" altLang="en-US"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53" name="Rectangle 36"/>
                <p:cNvSpPr>
                  <a:spLocks noChangeArrowheads="1"/>
                </p:cNvSpPr>
                <p:nvPr/>
              </p:nvSpPr>
              <p:spPr bwMode="auto">
                <a:xfrm>
                  <a:off x="2804" y="403"/>
                  <a:ext cx="404" cy="57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8" name="Group 39"/>
              <p:cNvGrpSpPr>
                <a:grpSpLocks/>
              </p:cNvGrpSpPr>
              <p:nvPr/>
            </p:nvGrpSpPr>
            <p:grpSpPr bwMode="auto">
              <a:xfrm>
                <a:off x="0" y="978"/>
                <a:ext cx="269" cy="1466"/>
                <a:chOff x="0" y="978"/>
                <a:chExt cx="269" cy="1466"/>
              </a:xfrm>
            </p:grpSpPr>
            <p:sp>
              <p:nvSpPr>
                <p:cNvPr id="141350" name="Rectangle 14"/>
                <p:cNvSpPr>
                  <a:spLocks noChangeArrowheads="1"/>
                </p:cNvSpPr>
                <p:nvPr/>
              </p:nvSpPr>
              <p:spPr bwMode="auto">
                <a:xfrm>
                  <a:off x="43" y="978"/>
                  <a:ext cx="183"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宋体" panose="02010600030101010101" pitchFamily="2" charset="-122"/>
                    </a:rPr>
                    <a:t>T</a:t>
                  </a:r>
                  <a:r>
                    <a:rPr kumimoji="1" lang="en-US" altLang="zh-CN" sz="1200" baseline="-30000">
                      <a:latin typeface="宋体" panose="02010600030101010101" pitchFamily="2" charset="-122"/>
                    </a:rPr>
                    <a:t>i</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51" name="Rectangle 38"/>
                <p:cNvSpPr>
                  <a:spLocks noChangeArrowheads="1"/>
                </p:cNvSpPr>
                <p:nvPr/>
              </p:nvSpPr>
              <p:spPr bwMode="auto">
                <a:xfrm>
                  <a:off x="0" y="978"/>
                  <a:ext cx="269"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29" name="Group 41"/>
              <p:cNvGrpSpPr>
                <a:grpSpLocks/>
              </p:cNvGrpSpPr>
              <p:nvPr/>
            </p:nvGrpSpPr>
            <p:grpSpPr bwMode="auto">
              <a:xfrm>
                <a:off x="269" y="978"/>
                <a:ext cx="460" cy="1466"/>
                <a:chOff x="269" y="978"/>
                <a:chExt cx="460" cy="1466"/>
              </a:xfrm>
            </p:grpSpPr>
            <p:sp>
              <p:nvSpPr>
                <p:cNvPr id="141348" name="Rectangle 15"/>
                <p:cNvSpPr>
                  <a:spLocks noChangeArrowheads="1"/>
                </p:cNvSpPr>
                <p:nvPr/>
              </p:nvSpPr>
              <p:spPr bwMode="auto">
                <a:xfrm>
                  <a:off x="312" y="978"/>
                  <a:ext cx="374"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宋体" panose="02010600030101010101" pitchFamily="2" charset="-122"/>
                    </a:rPr>
                    <a:t>     </a:t>
                  </a:r>
                </a:p>
                <a:p>
                  <a:r>
                    <a:rPr kumimoji="1" lang="en-US" altLang="zh-CN" sz="1200">
                      <a:latin typeface="宋体" panose="02010600030101010101" pitchFamily="2" charset="-122"/>
                    </a:rPr>
                    <a:t>P</a:t>
                  </a:r>
                  <a:r>
                    <a:rPr kumimoji="1" lang="en-US" altLang="zh-CN" sz="1200" baseline="-30000">
                      <a:latin typeface="宋体" panose="02010600030101010101" pitchFamily="2" charset="-122"/>
                    </a:rPr>
                    <a:t>ki  </a:t>
                  </a:r>
                  <a:r>
                    <a:rPr kumimoji="1" lang="en-US" altLang="zh-CN" sz="1200">
                      <a:latin typeface="宋体" panose="02010600030101010101" pitchFamily="2" charset="-122"/>
                    </a:rPr>
                    <a:t>mod 2</a:t>
                  </a:r>
                  <a:r>
                    <a:rPr kumimoji="1" lang="en-US" altLang="zh-CN" sz="1200" baseline="30000">
                      <a:latin typeface="宋体" panose="02010600030101010101" pitchFamily="2" charset="-122"/>
                    </a:rPr>
                    <a:t>64</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49" name="Rectangle 40"/>
                <p:cNvSpPr>
                  <a:spLocks noChangeArrowheads="1"/>
                </p:cNvSpPr>
                <p:nvPr/>
              </p:nvSpPr>
              <p:spPr bwMode="auto">
                <a:xfrm>
                  <a:off x="269" y="978"/>
                  <a:ext cx="460"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30" name="Group 43"/>
              <p:cNvGrpSpPr>
                <a:grpSpLocks/>
              </p:cNvGrpSpPr>
              <p:nvPr/>
            </p:nvGrpSpPr>
            <p:grpSpPr bwMode="auto">
              <a:xfrm>
                <a:off x="729" y="978"/>
                <a:ext cx="404" cy="1466"/>
                <a:chOff x="729" y="978"/>
                <a:chExt cx="404" cy="1466"/>
              </a:xfrm>
            </p:grpSpPr>
            <p:sp>
              <p:nvSpPr>
                <p:cNvPr id="141346" name="Rectangle 16"/>
                <p:cNvSpPr>
                  <a:spLocks noChangeArrowheads="1"/>
                </p:cNvSpPr>
                <p:nvPr/>
              </p:nvSpPr>
              <p:spPr bwMode="auto">
                <a:xfrm>
                  <a:off x="772" y="978"/>
                  <a:ext cx="318"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宋体" panose="02010600030101010101" pitchFamily="2" charset="-122"/>
                    </a:rPr>
                    <a:t>P</a:t>
                  </a:r>
                  <a:r>
                    <a:rPr kumimoji="1" lang="en-US" altLang="zh-CN" sz="1200" baseline="-30000">
                      <a:latin typeface="宋体" panose="02010600030101010101" pitchFamily="2" charset="-122"/>
                    </a:rPr>
                    <a:t>ki</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47" name="Rectangle 42"/>
                <p:cNvSpPr>
                  <a:spLocks noChangeArrowheads="1"/>
                </p:cNvSpPr>
                <p:nvPr/>
              </p:nvSpPr>
              <p:spPr bwMode="auto">
                <a:xfrm>
                  <a:off x="729" y="978"/>
                  <a:ext cx="404"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31" name="Group 45"/>
              <p:cNvGrpSpPr>
                <a:grpSpLocks/>
              </p:cNvGrpSpPr>
              <p:nvPr/>
            </p:nvGrpSpPr>
            <p:grpSpPr bwMode="auto">
              <a:xfrm>
                <a:off x="1133" y="978"/>
                <a:ext cx="460" cy="1466"/>
                <a:chOff x="1133" y="978"/>
                <a:chExt cx="460" cy="1466"/>
              </a:xfrm>
            </p:grpSpPr>
            <p:sp>
              <p:nvSpPr>
                <p:cNvPr id="141344" name="Rectangle 17"/>
                <p:cNvSpPr>
                  <a:spLocks noChangeArrowheads="1"/>
                </p:cNvSpPr>
                <p:nvPr/>
              </p:nvSpPr>
              <p:spPr bwMode="auto">
                <a:xfrm>
                  <a:off x="1176" y="978"/>
                  <a:ext cx="374"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eaLnBrk="0" hangingPunct="0">
                    <a:tabLst>
                      <a:tab pos="361950" algn="l"/>
                    </a:tabLst>
                    <a:defRPr sz="2000">
                      <a:solidFill>
                        <a:schemeClr val="tx1"/>
                      </a:solidFill>
                      <a:latin typeface="Tahoma" panose="020B0604030504040204" pitchFamily="34" charset="0"/>
                      <a:ea typeface="宋体" panose="02010600030101010101" pitchFamily="2" charset="-122"/>
                    </a:defRPr>
                  </a:lvl1pPr>
                  <a:lvl2pPr marL="742950" indent="-285750" eaLnBrk="0" hangingPunct="0">
                    <a:tabLst>
                      <a:tab pos="361950" algn="l"/>
                    </a:tabLst>
                    <a:defRPr sz="2000">
                      <a:solidFill>
                        <a:schemeClr val="tx1"/>
                      </a:solidFill>
                      <a:latin typeface="Tahoma" panose="020B0604030504040204" pitchFamily="34" charset="0"/>
                      <a:ea typeface="宋体" panose="02010600030101010101" pitchFamily="2" charset="-122"/>
                    </a:defRPr>
                  </a:lvl2pPr>
                  <a:lvl3pPr marL="1143000" indent="-228600" eaLnBrk="0" hangingPunct="0">
                    <a:tabLst>
                      <a:tab pos="361950" algn="l"/>
                    </a:tabLst>
                    <a:defRPr sz="2000">
                      <a:solidFill>
                        <a:schemeClr val="tx1"/>
                      </a:solidFill>
                      <a:latin typeface="Tahoma" panose="020B0604030504040204" pitchFamily="34" charset="0"/>
                      <a:ea typeface="宋体" panose="02010600030101010101" pitchFamily="2" charset="-122"/>
                    </a:defRPr>
                  </a:lvl3pPr>
                  <a:lvl4pPr marL="1600200" indent="-228600" eaLnBrk="0" hangingPunct="0">
                    <a:tabLst>
                      <a:tab pos="361950" algn="l"/>
                    </a:tabLst>
                    <a:defRPr sz="2000">
                      <a:solidFill>
                        <a:schemeClr val="tx1"/>
                      </a:solidFill>
                      <a:latin typeface="Tahoma" panose="020B0604030504040204" pitchFamily="34" charset="0"/>
                      <a:ea typeface="宋体" panose="02010600030101010101" pitchFamily="2" charset="-122"/>
                    </a:defRPr>
                  </a:lvl4pPr>
                  <a:lvl5pPr marL="2057400" indent="-228600" eaLnBrk="0" hangingPunct="0">
                    <a:tabLst>
                      <a:tab pos="361950" algn="l"/>
                    </a:tabLst>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tabLst>
                      <a:tab pos="361950" algn="l"/>
                    </a:tabLs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tabLst>
                      <a:tab pos="361950" algn="l"/>
                    </a:tabLs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tabLst>
                      <a:tab pos="361950" algn="l"/>
                    </a:tabLs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tabLst>
                      <a:tab pos="361950" algn="l"/>
                    </a:tabLs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宋体" panose="02010600030101010101" pitchFamily="2" charset="-122"/>
                    </a:rPr>
                    <a:t>Trust_flag</a:t>
                  </a: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宋体" panose="02010600030101010101" pitchFamily="2" charset="-122"/>
                    </a:rPr>
                    <a:t>	</a:t>
                  </a:r>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45" name="Rectangle 44"/>
                <p:cNvSpPr>
                  <a:spLocks noChangeArrowheads="1"/>
                </p:cNvSpPr>
                <p:nvPr/>
              </p:nvSpPr>
              <p:spPr bwMode="auto">
                <a:xfrm>
                  <a:off x="1133" y="978"/>
                  <a:ext cx="460"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32" name="Group 47"/>
              <p:cNvGrpSpPr>
                <a:grpSpLocks/>
              </p:cNvGrpSpPr>
              <p:nvPr/>
            </p:nvGrpSpPr>
            <p:grpSpPr bwMode="auto">
              <a:xfrm>
                <a:off x="1593" y="978"/>
                <a:ext cx="460" cy="1466"/>
                <a:chOff x="1593" y="978"/>
                <a:chExt cx="460" cy="1466"/>
              </a:xfrm>
            </p:grpSpPr>
            <p:sp>
              <p:nvSpPr>
                <p:cNvPr id="141342" name="Rectangle 18"/>
                <p:cNvSpPr>
                  <a:spLocks noChangeArrowheads="1"/>
                </p:cNvSpPr>
                <p:nvPr/>
              </p:nvSpPr>
              <p:spPr bwMode="auto">
                <a:xfrm>
                  <a:off x="1636" y="978"/>
                  <a:ext cx="374"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zh-CN" altLang="en-US" sz="1200">
                      <a:latin typeface="Times New Roman" panose="02020603050405020304" pitchFamily="18" charset="0"/>
                    </a:rPr>
                    <a:t>用户</a:t>
                  </a:r>
                  <a:r>
                    <a:rPr kumimoji="1" lang="en-US" altLang="zh-CN" sz="1200">
                      <a:latin typeface="宋体" panose="02010600030101010101" pitchFamily="2" charset="-122"/>
                    </a:rPr>
                    <a:t>i</a:t>
                  </a: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a:t>
                  </a:r>
                  <a:endParaRPr kumimoji="1" lang="en-US" altLang="zh-CN" sz="1200">
                    <a:latin typeface="宋体" panose="02010600030101010101" pitchFamily="2" charset="-122"/>
                  </a:endParaRPr>
                </a:p>
                <a:p>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43" name="Rectangle 46"/>
                <p:cNvSpPr>
                  <a:spLocks noChangeArrowheads="1"/>
                </p:cNvSpPr>
                <p:nvPr/>
              </p:nvSpPr>
              <p:spPr bwMode="auto">
                <a:xfrm>
                  <a:off x="1593" y="978"/>
                  <a:ext cx="460"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33" name="Group 49"/>
              <p:cNvGrpSpPr>
                <a:grpSpLocks/>
              </p:cNvGrpSpPr>
              <p:nvPr/>
            </p:nvGrpSpPr>
            <p:grpSpPr bwMode="auto">
              <a:xfrm>
                <a:off x="2053" y="978"/>
                <a:ext cx="460" cy="1466"/>
                <a:chOff x="2053" y="978"/>
                <a:chExt cx="460" cy="1466"/>
              </a:xfrm>
            </p:grpSpPr>
            <p:sp>
              <p:nvSpPr>
                <p:cNvPr id="141340" name="Rectangle 19"/>
                <p:cNvSpPr>
                  <a:spLocks noChangeArrowheads="1"/>
                </p:cNvSpPr>
                <p:nvPr/>
              </p:nvSpPr>
              <p:spPr bwMode="auto">
                <a:xfrm>
                  <a:off x="2096" y="978"/>
                  <a:ext cx="374"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41" name="Rectangle 48"/>
                <p:cNvSpPr>
                  <a:spLocks noChangeArrowheads="1"/>
                </p:cNvSpPr>
                <p:nvPr/>
              </p:nvSpPr>
              <p:spPr bwMode="auto">
                <a:xfrm>
                  <a:off x="2053" y="978"/>
                  <a:ext cx="460"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34" name="Group 51"/>
              <p:cNvGrpSpPr>
                <a:grpSpLocks/>
              </p:cNvGrpSpPr>
              <p:nvPr/>
            </p:nvGrpSpPr>
            <p:grpSpPr bwMode="auto">
              <a:xfrm>
                <a:off x="2513" y="978"/>
                <a:ext cx="291" cy="1466"/>
                <a:chOff x="2513" y="978"/>
                <a:chExt cx="291" cy="1466"/>
              </a:xfrm>
            </p:grpSpPr>
            <p:sp>
              <p:nvSpPr>
                <p:cNvPr id="141338" name="Rectangle 20"/>
                <p:cNvSpPr>
                  <a:spLocks noChangeArrowheads="1"/>
                </p:cNvSpPr>
                <p:nvPr/>
              </p:nvSpPr>
              <p:spPr bwMode="auto">
                <a:xfrm>
                  <a:off x="2556" y="978"/>
                  <a:ext cx="205"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39" name="Rectangle 50"/>
                <p:cNvSpPr>
                  <a:spLocks noChangeArrowheads="1"/>
                </p:cNvSpPr>
                <p:nvPr/>
              </p:nvSpPr>
              <p:spPr bwMode="auto">
                <a:xfrm>
                  <a:off x="2513" y="978"/>
                  <a:ext cx="291"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41335" name="Group 53"/>
              <p:cNvGrpSpPr>
                <a:grpSpLocks/>
              </p:cNvGrpSpPr>
              <p:nvPr/>
            </p:nvGrpSpPr>
            <p:grpSpPr bwMode="auto">
              <a:xfrm>
                <a:off x="2804" y="978"/>
                <a:ext cx="404" cy="1466"/>
                <a:chOff x="2804" y="978"/>
                <a:chExt cx="404" cy="1466"/>
              </a:xfrm>
            </p:grpSpPr>
            <p:sp>
              <p:nvSpPr>
                <p:cNvPr id="141336" name="Rectangle 21"/>
                <p:cNvSpPr>
                  <a:spLocks noChangeArrowheads="1"/>
                </p:cNvSpPr>
                <p:nvPr/>
              </p:nvSpPr>
              <p:spPr bwMode="auto">
                <a:xfrm>
                  <a:off x="2847" y="978"/>
                  <a:ext cx="318" cy="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200">
                      <a:latin typeface="Times New Roman" panose="02020603050405020304" pitchFamily="18" charset="0"/>
                    </a:rPr>
                    <a:t> </a:t>
                  </a:r>
                  <a:endParaRPr kumimoji="1" lang="en-US" altLang="zh-CN" sz="1200">
                    <a:latin typeface="宋体" panose="02010600030101010101" pitchFamily="2" charset="-122"/>
                  </a:endParaRPr>
                </a:p>
                <a:p>
                  <a:endParaRPr kumimoji="1" lang="en-US" altLang="zh-CN" sz="1200">
                    <a:latin typeface="Times New Roman" panose="02020603050405020304" pitchFamily="18" charset="0"/>
                  </a:endParaRPr>
                </a:p>
              </p:txBody>
            </p:sp>
            <p:sp>
              <p:nvSpPr>
                <p:cNvPr id="141337" name="Rectangle 52"/>
                <p:cNvSpPr>
                  <a:spLocks noChangeArrowheads="1"/>
                </p:cNvSpPr>
                <p:nvPr/>
              </p:nvSpPr>
              <p:spPr bwMode="auto">
                <a:xfrm>
                  <a:off x="2804" y="978"/>
                  <a:ext cx="404" cy="146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sp>
          <p:nvSpPr>
            <p:cNvPr id="141319" name="Rectangle 55"/>
            <p:cNvSpPr>
              <a:spLocks noChangeArrowheads="1"/>
            </p:cNvSpPr>
            <p:nvPr/>
          </p:nvSpPr>
          <p:spPr bwMode="auto">
            <a:xfrm>
              <a:off x="-3" y="400"/>
              <a:ext cx="3214" cy="2047"/>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41317" name="Rectangle 57"/>
          <p:cNvSpPr>
            <a:spLocks noChangeArrowheads="1"/>
          </p:cNvSpPr>
          <p:nvPr/>
        </p:nvSpPr>
        <p:spPr bwMode="auto">
          <a:xfrm>
            <a:off x="524328" y="4855912"/>
            <a:ext cx="34419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ea typeface="宋体" panose="02010600030101010101" pitchFamily="2" charset="-122"/>
              </a:defRPr>
            </a:lvl1pPr>
            <a:lvl2pPr marL="742950" indent="-285750" eaLnBrk="0" hangingPunct="0">
              <a:defRPr sz="2000">
                <a:solidFill>
                  <a:schemeClr val="tx1"/>
                </a:solidFill>
                <a:latin typeface="Tahoma" panose="020B0604030504040204" pitchFamily="34" charset="0"/>
                <a:ea typeface="宋体" panose="02010600030101010101" pitchFamily="2" charset="-122"/>
              </a:defRPr>
            </a:lvl2pPr>
            <a:lvl3pPr marL="1143000" indent="-228600" eaLnBrk="0" hangingPunct="0">
              <a:defRPr sz="2000">
                <a:solidFill>
                  <a:schemeClr val="tx1"/>
                </a:solidFill>
                <a:latin typeface="Tahoma" panose="020B0604030504040204" pitchFamily="34" charset="0"/>
                <a:ea typeface="宋体" panose="02010600030101010101" pitchFamily="2" charset="-122"/>
              </a:defRPr>
            </a:lvl3pPr>
            <a:lvl4pPr marL="1600200" indent="-228600" eaLnBrk="0" hangingPunct="0">
              <a:defRPr sz="2000">
                <a:solidFill>
                  <a:schemeClr val="tx1"/>
                </a:solidFill>
                <a:latin typeface="Tahoma" panose="020B0604030504040204" pitchFamily="34" charset="0"/>
                <a:ea typeface="宋体" panose="02010600030101010101" pitchFamily="2" charset="-122"/>
              </a:defRPr>
            </a:lvl4pPr>
            <a:lvl5pPr marL="2057400" indent="-228600" eaLnBrk="0" hangingPunct="0">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sz="1800" b="1" dirty="0">
                <a:latin typeface="宋体" panose="02010600030101010101" pitchFamily="2" charset="-122"/>
                <a:cs typeface="Times New Roman" panose="02020603050405020304" pitchFamily="18" charset="0"/>
              </a:rPr>
              <a:t>密钥</a:t>
            </a:r>
            <a:r>
              <a:rPr lang="en-US" altLang="zh-CN" sz="1800" b="1" dirty="0">
                <a:latin typeface="宋体" panose="02010600030101010101" pitchFamily="2" charset="-122"/>
                <a:cs typeface="Times New Roman" panose="02020603050405020304" pitchFamily="18" charset="0"/>
              </a:rPr>
              <a:t>ID</a:t>
            </a:r>
            <a:r>
              <a:rPr lang="zh-CN" altLang="en-US" sz="1800" b="1" dirty="0">
                <a:latin typeface="宋体" panose="02010600030101010101" pitchFamily="2" charset="-122"/>
                <a:cs typeface="Times New Roman" panose="02020603050405020304" pitchFamily="18" charset="0"/>
              </a:rPr>
              <a:t>：该公开密钥的最低</a:t>
            </a:r>
            <a:r>
              <a:rPr lang="en-US" altLang="zh-CN" sz="1800" b="1" dirty="0">
                <a:latin typeface="宋体" panose="02010600030101010101" pitchFamily="2" charset="-122"/>
                <a:cs typeface="Times New Roman" panose="02020603050405020304" pitchFamily="18" charset="0"/>
              </a:rPr>
              <a:t>64</a:t>
            </a:r>
            <a:r>
              <a:rPr lang="zh-CN" altLang="en-US" sz="1800" b="1" dirty="0">
                <a:latin typeface="宋体" panose="02010600030101010101" pitchFamily="2" charset="-122"/>
                <a:cs typeface="Times New Roman" panose="02020603050405020304" pitchFamily="18" charset="0"/>
              </a:rPr>
              <a:t>位</a:t>
            </a:r>
          </a:p>
        </p:txBody>
      </p:sp>
      <p:sp>
        <p:nvSpPr>
          <p:cNvPr id="56" name="Rectangle 2"/>
          <p:cNvSpPr>
            <a:spLocks noGrp="1" noChangeArrowheads="1"/>
          </p:cNvSpPr>
          <p:nvPr>
            <p:ph type="title"/>
          </p:nvPr>
        </p:nvSpPr>
        <p:spPr>
          <a:xfrm>
            <a:off x="0" y="35"/>
            <a:ext cx="8229600" cy="632264"/>
          </a:xfrm>
        </p:spPr>
        <p:txBody>
          <a:bodyPr/>
          <a:lstStyle/>
          <a:p>
            <a:pPr eaLnBrk="1" hangingPunct="1"/>
            <a:r>
              <a:rPr lang="en-US" altLang="zh-CN" dirty="0" smtClean="0"/>
              <a:t>11.7 </a:t>
            </a:r>
            <a:r>
              <a:rPr lang="zh-CN" altLang="en-US" dirty="0" smtClean="0"/>
              <a:t>应用层安全协议</a:t>
            </a:r>
            <a:r>
              <a:rPr lang="en-US" altLang="zh-CN" dirty="0" smtClean="0"/>
              <a:t>-PGP</a:t>
            </a:r>
            <a:endParaRPr lang="zh-CN" altLang="en-US" dirty="0" smtClean="0"/>
          </a:p>
        </p:txBody>
      </p:sp>
    </p:spTree>
    <p:extLst>
      <p:ext uri="{BB962C8B-B14F-4D97-AF65-F5344CB8AC3E}">
        <p14:creationId xmlns:p14="http://schemas.microsoft.com/office/powerpoint/2010/main" val="3041669713"/>
      </p:ext>
    </p:extLst>
  </p:cSld>
  <p:clrMapOvr>
    <a:masterClrMapping/>
  </p:clrMapOvr>
  <p:timing>
    <p:tnLst>
      <p:par>
        <p:cTn id="1" dur="indefinite" restart="never" nodeType="tmRoot"/>
      </p:par>
    </p:tnLst>
  </p:timing>
</p:sld>
</file>

<file path=ppt/theme/theme1.xml><?xml version="1.0" encoding="utf-8"?>
<a:theme xmlns:a="http://schemas.openxmlformats.org/drawingml/2006/main" name="2_Office 主题">
  <a:themeElements>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主题2</Template>
  <TotalTime>19931</TotalTime>
  <Words>12127</Words>
  <Application>Microsoft Office PowerPoint</Application>
  <PresentationFormat>宽屏</PresentationFormat>
  <Paragraphs>1883</Paragraphs>
  <Slides>125</Slides>
  <Notes>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9</vt:i4>
      </vt:variant>
      <vt:variant>
        <vt:lpstr>幻灯片标题</vt:lpstr>
      </vt:variant>
      <vt:variant>
        <vt:i4>125</vt:i4>
      </vt:variant>
    </vt:vector>
  </HeadingPairs>
  <TitlesOfParts>
    <vt:vector size="145" baseType="lpstr">
      <vt:lpstr>CordiaUPC</vt:lpstr>
      <vt:lpstr>黑体</vt:lpstr>
      <vt:lpstr>华文细黑</vt:lpstr>
      <vt:lpstr>宋体</vt:lpstr>
      <vt:lpstr>微软雅黑</vt:lpstr>
      <vt:lpstr>Arial</vt:lpstr>
      <vt:lpstr>Calibri</vt:lpstr>
      <vt:lpstr>Tahoma</vt:lpstr>
      <vt:lpstr>Times New Roman</vt:lpstr>
      <vt:lpstr>Wingdings</vt:lpstr>
      <vt:lpstr>2_Office 主题</vt:lpstr>
      <vt:lpstr>Visio</vt:lpstr>
      <vt:lpstr>CorelDRAW.Graphic.9</vt:lpstr>
      <vt:lpstr>Bitmap Image</vt:lpstr>
      <vt:lpstr>Clip</vt:lpstr>
      <vt:lpstr>文档</vt:lpstr>
      <vt:lpstr>剪辑</vt:lpstr>
      <vt:lpstr>Microsoft Graph 图表</vt:lpstr>
      <vt:lpstr>位图图像</vt:lpstr>
      <vt:lpstr>BMP 图像</vt:lpstr>
      <vt:lpstr>PowerPoint 演示文稿</vt:lpstr>
      <vt:lpstr>目录</vt:lpstr>
      <vt:lpstr>11.1 TCP/IP安全协议体系概述</vt:lpstr>
      <vt:lpstr>TCP/IP协议的安全性分析</vt:lpstr>
      <vt:lpstr>PowerPoint 演示文稿</vt:lpstr>
      <vt:lpstr>TCP/IP网络安全体系的三维框架结构 </vt:lpstr>
      <vt:lpstr>11.1 TCP/IP安全协议体系概述</vt:lpstr>
      <vt:lpstr>11.1 TCP/IP安全协议体系概述</vt:lpstr>
      <vt:lpstr>现有TCP/IP网络安全技术框架 </vt:lpstr>
      <vt:lpstr>安全协议概述</vt:lpstr>
      <vt:lpstr>安全协议概述</vt:lpstr>
      <vt:lpstr>安全协议概述</vt:lpstr>
      <vt:lpstr>安全协议概述</vt:lpstr>
      <vt:lpstr>安全协议概述</vt:lpstr>
      <vt:lpstr>安全协议概述</vt:lpstr>
      <vt:lpstr>11.1 TCP/IP安全协议体系概述</vt:lpstr>
      <vt:lpstr>11.2 VPN与隧道技术简介</vt:lpstr>
      <vt:lpstr> Client-LAN类型的 VPN：L2TP</vt:lpstr>
      <vt:lpstr> LAN-LAN类型的 VPN：IPSec</vt:lpstr>
      <vt:lpstr>IPSec VPN—功能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11.2 VPN核心技术</vt:lpstr>
      <vt:lpstr>11.2 VPN的隧道技术思想</vt:lpstr>
      <vt:lpstr>11.2 VPN与隧道技术简介</vt:lpstr>
      <vt:lpstr>11.2 隧道技术原理</vt:lpstr>
      <vt:lpstr>11.2 隧道技术原理</vt:lpstr>
      <vt:lpstr>11.3 PPTP/L2TP协议</vt:lpstr>
      <vt:lpstr>PowerPoint 演示文稿</vt:lpstr>
      <vt:lpstr>PowerPoint 演示文稿</vt:lpstr>
      <vt:lpstr>11.3 PPTP/L2TP协议</vt:lpstr>
      <vt:lpstr>11.3.1  PPTP协议</vt:lpstr>
      <vt:lpstr>11.3.1  PPTP协议的基本模型</vt:lpstr>
      <vt:lpstr>11.3.1 PPTP协议的基本模型</vt:lpstr>
      <vt:lpstr>PowerPoint 演示文稿</vt:lpstr>
      <vt:lpstr>PowerPoint 演示文稿</vt:lpstr>
      <vt:lpstr>PowerPoint 演示文稿</vt:lpstr>
      <vt:lpstr>11.3.1  PPTP协议的基本模型</vt:lpstr>
      <vt:lpstr>PPTP控制连接与数据传输通道</vt:lpstr>
      <vt:lpstr>11.3.1  PPTP协议的基本模型</vt:lpstr>
      <vt:lpstr>11.3.2 L2TP 协议</vt:lpstr>
      <vt:lpstr>11.3.2 L2TP 协议</vt:lpstr>
      <vt:lpstr>PowerPoint 演示文稿</vt:lpstr>
      <vt:lpstr>11.3.2 L2TP 协议栈</vt:lpstr>
      <vt:lpstr>11.3 L2TP协议：PPP隧道</vt:lpstr>
      <vt:lpstr>L2TP 协议栈结构及数据包的封装过程</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11.4 网络层安全协议---IPSec</vt:lpstr>
      <vt:lpstr>PowerPoint 演示文稿</vt:lpstr>
      <vt:lpstr>11.4 网络层安全协议---IPSec</vt:lpstr>
      <vt:lpstr>11.4 网络层安全协议---IPSec</vt:lpstr>
      <vt:lpstr>11.4 网络层安全协议---IPSec</vt:lpstr>
      <vt:lpstr>11.4 网络层安全协议---IPSec</vt:lpstr>
      <vt:lpstr>PowerPoint 演示文稿</vt:lpstr>
      <vt:lpstr>11.4 网络层安全协议---IPSec</vt:lpstr>
      <vt:lpstr>PowerPoint 演示文稿</vt:lpstr>
      <vt:lpstr>PowerPoint 演示文稿</vt:lpstr>
      <vt:lpstr>11.4 网络层安全协议---IPSec</vt:lpstr>
      <vt:lpstr>11.4 网络层安全协议---IPSec</vt:lpstr>
      <vt:lpstr>PowerPoint 演示文稿</vt:lpstr>
      <vt:lpstr>PowerPoint 演示文稿</vt:lpstr>
      <vt:lpstr>PowerPoint 演示文稿</vt:lpstr>
      <vt:lpstr>PowerPoint 演示文稿</vt:lpstr>
      <vt:lpstr>AH和ESP的对比</vt:lpstr>
      <vt:lpstr>AH+ESP 传输模式</vt:lpstr>
      <vt:lpstr>AH+ESP 隧道模式</vt:lpstr>
      <vt:lpstr>11.4 网络层安全协议---IPSec</vt:lpstr>
      <vt:lpstr>11.5 传输层安全协议</vt:lpstr>
      <vt:lpstr>11.5 传输层安全协议</vt:lpstr>
      <vt:lpstr>11.5 传输层安全协议</vt:lpstr>
      <vt:lpstr>11.5 传输层安全协议</vt:lpstr>
      <vt:lpstr>11.5 传输层安全协议</vt:lpstr>
      <vt:lpstr>11.5 传输层安全协议</vt:lpstr>
      <vt:lpstr>11.5 传输层安全协议</vt:lpstr>
      <vt:lpstr>11.5 传输层安全协议</vt:lpstr>
      <vt:lpstr>握手协议定义的消息类型(1)</vt:lpstr>
      <vt:lpstr>握手协议定义的消息类型(2)</vt:lpstr>
      <vt:lpstr>握手协议定义的消息类型(2)</vt:lpstr>
      <vt:lpstr>握手协议定义的消息类型(2)</vt:lpstr>
      <vt:lpstr>握手协议定义的消息类型(2)</vt:lpstr>
      <vt:lpstr>SSL握手过程中的RSA运算</vt:lpstr>
      <vt:lpstr>SSL协议优缺点</vt:lpstr>
      <vt:lpstr>SSL协议优点</vt:lpstr>
      <vt:lpstr>SSL协议缺点</vt:lpstr>
      <vt:lpstr>11.6 代理协议---SOCKs</vt:lpstr>
      <vt:lpstr>11.6 代理协议---SOCKs</vt:lpstr>
      <vt:lpstr>11.6 代理协议---SOCKs</vt:lpstr>
      <vt:lpstr>11.6 代理协议---SOCKs</vt:lpstr>
      <vt:lpstr>11.6 代理协议---SOCKs</vt:lpstr>
      <vt:lpstr>11.6 代理协议---SOCKs</vt:lpstr>
      <vt:lpstr>PowerPoint 演示文稿</vt:lpstr>
      <vt:lpstr>11.6 代理协议---SOCKs</vt:lpstr>
      <vt:lpstr>SOCKs优点</vt:lpstr>
      <vt:lpstr>11.7 应用层安全协议</vt:lpstr>
      <vt:lpstr>11.7 应用层安全协议</vt:lpstr>
      <vt:lpstr>11.7 应用层安全协议</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lpstr>11.7 应用层安全协议-PGP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Steve_2</dc:creator>
  <cp:lastModifiedBy>songw</cp:lastModifiedBy>
  <cp:revision>929</cp:revision>
  <dcterms:created xsi:type="dcterms:W3CDTF">2010-05-03T15:18:06Z</dcterms:created>
  <dcterms:modified xsi:type="dcterms:W3CDTF">2026-05-17T17:35:01Z</dcterms:modified>
</cp:coreProperties>
</file>